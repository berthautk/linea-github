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Locate a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latitude, longitude, geographical coordinates, Equator, Greenwich Meridian. At the end, you should be able to do this: learners are able to read and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Representation of the Earth's Shape and Size. The question was: On the map of Cameroon in your atlas, measure the distance from Garoua to Ngaoundéré and change it into kilometres with the scale.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atlas. Example: 2.8 cm on a map of 1 cm to 75 km gives 2.8 × 75 = 210 km (the road distance is longer because roads are not straight).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read the coordinates of a place on a map. Number 2: locate Cameroon on the map of Africa with coordinates. Number 3: situate towns of Cameroon with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The Greenwich Meridian is the line of longitude 0°. Maps have grid lines.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pilot must fly from Douala to Garoua. On the radio, Hassan hears the control tower give the position of Garoua as "9° N, 13° E". He asks his teacher: "What do these numbers mean, and how can I find a town with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Hassan does not understand the position of Garoua given to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"9° N" and "13° E" represent?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pilot need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find the exact position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write the latitude first and the longitude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the exact position of any place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latitude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north or south of the Equator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longitude of a place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How far east or west of the Greenwich Meridian the place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finding a place on a grid.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do we write first: the latitude or the longitude?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latitude first, then the longitude, for example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africa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Between which lines of latitude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towns of Cameroon on a grid.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are the coordinates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9° N, 13°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Coordinates of a Place. We read the coordinates of a place in the following steps. Copy the point on Step 1 on the left, then draw the diagram on the right: reading coordinates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Coordinates of a Place.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Locating Cameroon on the Map of Africa. Cameroon is located as follows. Copy the point on Latitudes on the left, then draw the diagram on the right: cameroon on the map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Locating Cameroon on the Map of Africa. On this slide we have Longitudes.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Situating Towns of Cameroon. Some towns of Cameroon have the following coordinates. Copy the point on Garoua on the left, then draw the diagram on the right: towns of Cameroon on a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Situating Towns of Cameroon. On this slide we have Maroua, Yaoundé and Douala.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coordinates of Maroua (about 11° N, 14° E) and explain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11° north of the Equator and 14° east of the Greenwich Meridian.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comes first in coordinates?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coordinates of Douala, Ngaoundéré and Bertoua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 Earth: A Planet Moving in Space.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LOCATE A PLACE ON A MAP</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Locate a Place on a Map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Locate a Place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geographical coordinates, Equator, Greenwich Meridian.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the Earth in the solar system. Practical exercise: read the coordinates of a place on a map; locate Cameroon on the map of Africa using geographical coordinates. Contextualisation: situate a town in Cameroon using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Representation of the Earth's Shape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map of Cameroon in your atlas, measure the distance from Garoua to Ngaoundéré and change it into kilometres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atlas. Example: 2.8 cm on a map of 1 cm to 75 km gives 2.8 × 75 = 210 km (the road distance is longer because roads are not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coordinates of a place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Cameroon on the map of Africa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towns of Cameroon with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Greenwich Meridian is the line of longitude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pilot must fly from Douala to Garoua. On the radio, Hassan hears the control tower give the position of Garoua as "9° N, 13° E". He asks his teacher: "What do these numbers mean, and how can I find a town with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Hassan does not understand the position of Garoua given to the pilot.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"9° N" and "13° E"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pilot need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the exact position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write the latitude first and the longitude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the exact position of any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latitude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north or south of the Equator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longitude of a place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REVISION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far east or west of the Greenwich Meridian the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ordinates.gif">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finding a place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do we write first: the latitude or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first, then the longitude,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lines of latitude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LOCATING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of Cameroon on a grid.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SITUATING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read the coordinates of a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find the place on the map.</a:t>
            </a:r>
            <a:endParaRPr lang="en-US" sz="3600" dirty="0"/>
          </a:p>
        </p:txBody>
      </p:sp>
      <p:pic>
        <p:nvPicPr>
          <p:cNvPr id="5"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reading coordinates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latitude to the side of the map and read its value with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follow the line of longitude to the top or bottom of the map and read its value with E or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Coordinates of a Place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latitude first and the longitude second, for example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is located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Latitudes: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lies between about 2° N and 13° N, just north of the Equator.</a:t>
            </a:r>
            <a:endParaRPr lang="en-US" sz="3600" dirty="0"/>
          </a:p>
        </p:txBody>
      </p:sp>
      <p:pic>
        <p:nvPicPr>
          <p:cNvPr id="5" name="Image 0" descr="/home/claude/f4/img/v2/africa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on the map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Locating Cameroon on the Map of Africa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lies between about 8° E and 16° E,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Some towns of Cameroon have the following coordinates: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at about 9° N, 13° E.</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towns of Cameroon on a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Situating Towns of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11° N, 14°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12°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at about 4° N, 10°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coordinates of Maroua (about 11° N, 14° E) and explain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11° north of the Equator and 14° east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latitude 0°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longitude 0°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coordinates, we write the ______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coordinates of Douala, Ngaoundéré and Bertoua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Locate a Place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the coordinates of a place on a map. Locate Cameroon on the map of Africa with coordinates. Situate towns of Cameroon with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Coordinates of a Place; Locating Cameroon on the Map of Africa; Situating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coordinates of Douala, Ngaoundéré and Bertoua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and the tropics.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meridians from pole to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steps on a grid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atlas.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2026-09-28T21:13:50Z</dcterms:created>
  <dcterms:modified xsi:type="dcterms:W3CDTF">2026-09-28T21:13:50Z</dcterms:modified>
</cp:coreProperties>
</file>