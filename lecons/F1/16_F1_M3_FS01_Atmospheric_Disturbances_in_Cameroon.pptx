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1: Atmospheric Disturbances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3: Protection from the Wrath of Nature.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Protection against the Wrath of Nature, and the sub-topic is Climatic Disturbances. The key notions we shall use today are: thunderstorm, torrential rain, flood, dust storm, heat wave, adaptation, mitigation. At the end, you should be able to do this: learners are able to identify the atmospheric disturbances of Cameroon and propose adaptation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9: Atmospheric Disturbances. The question was: Name two atmospheric disturbances that affect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Thunderstorms with torrential rain and dust storms (Harmattan).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atmospheric disturbances of Cameroon and their manifestations. Number 2: give their consequences. Number 3: propose adaptation and mitigation strategies.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Thunderstorms, cyclones and dust storms are disturbances. The Harmattan blows in the dry season. Heavy rain can cause floods.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August, heavy rain floods several quarters of Garoua and Maroua. In March, a heat wave makes the nights very hot, and many people fall sick. The mayor asks the population: "Which dangerous weather do we face, and how can we protect ourselves?"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people do not know how to protect themselves from the dangerous weather of the north.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When do floods occur?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the rainy season, in August.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When do heat waves occur?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the hot dry season, around March.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keep gutters clean, drink enough water in the hot season and follow weather warnings.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face the dangerous weather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climates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dangerous weather is common in the north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Dust storms, heat waves and floods after heavy storms.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heavy rain in a town.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do we recognise torrential rain?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Very heavy rain falls in a short time, and water runs in the streets.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dusty sky.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are the signs of the Harmattan?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grey, dusty sky, dry air, cold mornings and poor visibility.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flooded village.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happens to houses and crops during a flood?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are destroyed, and people lose their homes and food.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planting trees in the Sahel.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can planting trees protect people from dust storms?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Trees slow down the wind and hold the soil, so there is less dust.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Adaptation and Mitigation.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Identification and Manifestations. Cameroon faces the following atmospheric disturbances. Copy the point on Thunderstorms and torrential rain on the left, then draw the diagram on the right: torrential rain.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Floods on the left, then draw the diagram on the right: a flooded village.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Dust storms and the Harmattan on the left, then draw the diagram on the right: a dusty Harmattan sky.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Heat waves on the left, then draw the diagram on the right: dry, hot land.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Consequences. These disturbances have the following consequences. On this slide we have Material damage and Loss of life.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Consequences. On this slide we have Diseases and Food shortage.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Adaptation and Mitigation Strategies. The following strategies reduce the effects of disturbances. On this slide we have Drainage and Safe building.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Trees and windbreaks on the left, then draw the diagram on the right: planting trees.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Adaptation and Mitigation Strategies. On this slide we have Warnings and health.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three atmospheric disturbances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thunderstorms, floods and dust storms (also heat waves).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measures against floods.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clean gutters and avoid building near rivers.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torrential; number 2, dry; number 3, floods.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four steps of rain formation.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6: Mechanisms of Rain Formation.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FURTHER STUDY 1: ATMOSPHERIC DISTURBANCES IN CAMEROON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Atmospheric Disturbances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Protection from the Wrath of Nature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Protection against the Wrath of Nature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Climatic Disturbances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1: Atmospheric Disturbances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Thunderstorm, torrential rain, flood, dust storm, heat wave, adaptation, mitigation.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Identification; manifestations; consequences; adaptation and mitigation strategies.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the atmospheric disturbances of Cameroon and propose adaptation measures.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9: Atmospheric Disturbances):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atmospheric disturbances that affect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Thunderstorms with torrential rain and dust storms (Harmattan).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atmospheric disturbances of Cameroon and their manifestations.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their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adaptation and mitigation strategies.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Thunderstorms, cyclones and dust storms are disturbances.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Harmattan blows in the dry season.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Heavy rain can cause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August, heavy rain floods several quarters of Garoua and Maroua. In March, a heat wave makes the nights very hot, and many people fall sick. The mayor asks the population: "Which dangerous weather do we face, and how can we protect ourselves?"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people do not know how to protect themselves from the dangerous weather of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do floods occur?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rainy season, in August.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do heat waves occur?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hot dry season, around March.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Keep gutters clean, drink enough water in the hot season and follow weather warnings.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face the dangerous weather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ameroon_climate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climates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IDENTIFICATION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dangerous weather is common in the north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IDENTIFICATION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Dust storms, heat waves and floods after heavy storms.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MANIFESTATIONS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heavyrai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Heavy rain in a town.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MANIFESTATIONS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we recognise torrential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MANIFESTATIONS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Very heavy rain falls in a short time, and water runs in the streets.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MANIFESTATIONS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harmatta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dusty sky.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MANIFESTATIONS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 signs of the Harmattan?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MANIFESTATIONS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grey, dusty sky, dry air, cold mornings and poor visibility.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CONSEQUENCES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floodvillag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flooded village.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houses and crops during a flood?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destroyed, and people lose their homes and food.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ADAPTATION AND MITIGATION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tree_planting_sahe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Planting trees in the Sahel.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ADAPTATION AND MITIGATION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planting trees protect people from dust storms?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ADAPTATION AND MITIGATION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Trees slow down the wind and hold the soil, so there is less dust.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Protection against the Wrath of Nature</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Climatic Disturbances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Further Study 1: Atmospheric Disturbances in Cameroon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Adaptation: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adjusting our way of life to live with dangerous weather.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Mitigation: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reducing the damage caused by dangerous weather.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Identification and Manifestations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Cameroon faces the following atmospheric disturbances: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Thunderstorms and torrential rain: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bring lightning, strong winds and heavy rain in the rainy season.</a:t>
            </a:r>
            <a:endParaRPr lang="en-US" sz="3600" dirty="0"/>
          </a:p>
        </p:txBody>
      </p:sp>
      <p:pic>
        <p:nvPicPr>
          <p:cNvPr id="5" name="Image 0" descr="/home/claude/f4/img/v2/f4_heavyrai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torrential rain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Identification and Manifestations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Floods: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follow heavy rain in towns and valleys, as in Garoua, Maroua and Douala.</a:t>
            </a:r>
            <a:endParaRPr lang="en-US" sz="3600" dirty="0"/>
          </a:p>
        </p:txBody>
      </p:sp>
      <p:pic>
        <p:nvPicPr>
          <p:cNvPr id="5" name="Image 0" descr="/home/claude/f4/img/v2/f4_floodvillag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flooded village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Identification and Manifestations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Dust storms and the Harmattan: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bring dust and dry air to the north in the dry season.</a:t>
            </a:r>
            <a:endParaRPr lang="en-US" sz="3600" dirty="0"/>
          </a:p>
        </p:txBody>
      </p:sp>
      <p:pic>
        <p:nvPicPr>
          <p:cNvPr id="5" name="Image 0" descr="/home/claude/f4/img/v2/f2t_harmatta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dusty Harmattan sky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Identification and Manifestations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Heat waves: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Very hot days and nights occur in the north around March and April.</a:t>
            </a:r>
            <a:endParaRPr lang="en-US" sz="3600" dirty="0"/>
          </a:p>
        </p:txBody>
      </p:sp>
      <p:pic>
        <p:nvPicPr>
          <p:cNvPr id="5" name="Image 0" descr="/home/claude/f4/img/v2/f2t_drough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dry, hot land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Consequences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These disturbances have the following consequences: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Material damage: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roads, bridges and crops are destroyed.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Loss of life: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and animals die in floods and storms.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Consequences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Diseases: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Floods spread cholera, and dust and heat cause meningitis and breathing diseases.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Food shortage: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Destroyed crops lead to hunger.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Adaptation and Mitigation Strategies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following strategies reduce the effects of disturbances: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Drainage: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clean the gutters and councils build drains.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Safe building: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build strong houses away from rivers and valleys.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Adaptation and Mitigation Strategies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Trees and windbreaks: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People plant trees to reduce wind and dust.</a:t>
            </a:r>
            <a:endParaRPr lang="en-US" sz="3600" dirty="0"/>
          </a:p>
        </p:txBody>
      </p:sp>
      <p:pic>
        <p:nvPicPr>
          <p:cNvPr id="5" name="Image 0" descr="/home/claude/f4/img/v2/f2t_tree_planting_sahe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planting trees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Adaptation and Mitigation Strategies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Warnings and health: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weather service warns people, and people drink enough water and protect their noses from dust.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atmospheric disturbances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Thunderstorms, floods and dust storms (also heat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measures against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Clean gutters and avoid building near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Very heavy rain is ______ rain.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Dust storms occur in the ______ season.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Cholera often follows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steps of rain formation.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6: Mechanisms of Rain Formation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Flood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L'inondation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Heat wave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vague de chaleur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Gutter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caniveau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L'alerte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Damage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dégâts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Shelter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L'abri</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Protection against the Wrath of Nature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1: Atmospheric Disturbances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atmospheric disturbances of Cameroon and their manifestations. Give their consequences. Propose adaptation and mitigation strategies.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the atmospheric disturbances of Cameroon and propose adaptation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Identification and Manifestations; Consequences; Adaptation and Mitigation Strategies.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four steps of rain formation.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map of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the last heavy rain.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a Harmattan morning.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recall floods in Garoua or Maroua.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measures for the family.</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3: Protection from the Wrath of Nature.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“Heavy rain. Johannesburg, South Africa” by varfolomeev, CC BY-NC 2.0, via Flickr (https://www.flickr.com/photos/45427632@N02/49745935146)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“Bamenda sob a poeira do Harmattan” by carlosoliveirareis, CC BY-NC-SA 2.0, via Flickr (https://www.flickr.com/photos/54218923@N00/387054136)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“Flood in Accra” by Stig Nygaard, CC BY 2.0, via Flickr (https://www.flickr.com/photos/10259776@N00/181742000)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“Nyando Climate Smart Villages Media Visit” by CGIAR Climate, CC BY-NC-SA 2.0, via Flickr (https://www.flickr.com/photos/55227776@N04/9720026817)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(Heat waves): “Imagine a world without trees” by aloshbennett, CC BY 2.0, via Flickr (https://www.flickr.com/photos/13203757@N00/3480223314)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2026-09-29T03:11:07Z</dcterms:created>
  <dcterms:modified xsi:type="dcterms:W3CDTF">2026-09-29T03:11:07Z</dcterms:modified>
</cp:coreProperties>
</file>