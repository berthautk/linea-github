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Name two atmospheric disturbances that affect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with torrential rain and dust storms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and their manifestations. Number 2: give their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The mayor asks the population: "Which dangerous weather do we face, and how can we protect ourselves?"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how to protect themselves from the dangerous weather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dangerous weather is common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Dust storms, heat waves and floods after heavy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falls in a short time, and water runs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houses and crops during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destroyed, and people lose their homes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planting trees protect people from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slow down the wind and hold the soil, so there is less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Copy the point on Thunderstorms and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storms and the Harmattan on the left, then draw the diagram on the right: a dusty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Heat waves on the left, then draw the diagram on the right: dry, hot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Loss of life.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Food shortage.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The following strategies reduce the effects of disturbances. On this slide we have Drainage and Safe building.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Trees and windbreaks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Warnings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steps of rain formation.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with torrential rain and dust storms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 and their manifestations.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 The mayor asks the population: "Which dangerous weather do we face, and how can we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how to protect themselves from the dangerous weather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dangerous weather is common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storms, heat waves and floods after heavy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falls in a short time, and water runs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houses and crops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and people lose their homes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planting trees protect people from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slow down the wind and hold the soil, so there is less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our way of life to live with dangerous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damage caused by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dusty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hot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die in floods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spread cholera, and dust and heat cause meningitis and breathing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Destroyed crops lead to hunger.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strategies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clean the gutters and councils build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Trees and windbreaks: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to reduce wind and dust.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and people drink enough water and protect their noses from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and their manifestations. Give their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Manifestations; Consequences;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steps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(Heat waves):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2026-10-02T05:13:06Z</dcterms:created>
  <dcterms:modified xsi:type="dcterms:W3CDTF">2026-10-02T05:13:06Z</dcterms:modified>
</cp:coreProperties>
</file>