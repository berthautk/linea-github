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Atmospheric Disturbances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thunderstorm, torrential rain, flood, dust storm, heat wave, adaptation, mitigation. At the end, you should be able to do this: learners are able to identify the atmospheric disturbances of Cameroon and propose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Atmospheric Disturbances. The question was: Write three safety rules for your family during a thunderstorm.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Stay inside a building; do not shelter under a tree; unplug electrical appliances and stay away from water and metal objects.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atmospheric disturbances of Cameroon and their manifestations. Number 2: give their consequences.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Thunderstorms, cyclones and dust storms are disturbances. The Harmattan blows in the dry season. Heavy rain can cause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heavy rain floods several quarters of Garoua and Maroua. In March, a heat wave makes the nights very hot, and many people fall sick. The mayor asks the population: "Which dangerous weather do we face, and how can we protect ourselves?"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do not know how to protect themselves from the dangerous weather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floods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rainy season,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heat waves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hot dry season, around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drink enough water in the hot season and follow weather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face the dangerous weather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dangerous weather is common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Dust storms, heat waves and floods after heavy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torrential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heavy rain falls in a short time, and water runs in the streets.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signs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grey, dusty sky, dry air, cold mornings and poor visibility.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houses and crops during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destroyed, and people lose their homes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planting trees protect people from dust 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slow down the wind and hold the soil, so there is less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Manifestations. Cameroon faces the following atmospheric disturbances. Copy the point on Thunderstorms and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storms and the Harmattan on the left, then draw the diagram on the right: a dusty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Heat waves on the left, then draw the diagram on the right: dry, hot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These disturbances have the following consequences. On this slide we have Material damage and Loss of life.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Food shortage.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The following strategies reduce the effects of disturbances. On this slide we have Drainage and Safe building.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Trees and windbreaks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Warnings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thunderstorms, floods and dust storms (also heat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clean gutters and avoid building near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torrential; number 2, dry;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about a flood or a violent storm in your town and write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Mechanisms of Rain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ATMOSPHERIC DISTURBANCES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torrential rain, flood, dust storm, heat wave,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manifestations; consequences; adaptation and mitigation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Atmospheric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safety rules for your family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do not shelter under a tree; unplug electrical appliances and stay away from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atmospheric disturbances of Cameroon and their manifestations.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are disturbances.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heavy rain floods several quarters of Garoua and Maroua. In March, a heat wave makes the nights very hot, and many people fall sick. The mayor asks the population: "Which dangerous weather do we face, and how can we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do not know how to protect themselves from the dangerous weather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floods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heat waves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hot dry season, around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drink enough water in the hot season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face the dangerous weather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dangerous weather is common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storms, heat waves and floods after heavy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torrential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 falls in a short time, and water runs in the streets.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signs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grey, dusty sky, dry air, cold mornings and poor visibility.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houses and crops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destroyed, and people lose their homes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planting trees protect people from dust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slow down the wind and hold the soil, so there is less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our way of life to live with dangerous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damage caused by dangerous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faces the following atmospheric disturbances: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Thunderstorms and 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lightning, strong winds and heavy rain in the rainy season.</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follow heavy rain in towns and valleys, as in Garoua, Maroua and Douala.</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storms and 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dust and dry air to the north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dusty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Heat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Very hot days and nights occur in the north around March and April.</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hot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and crops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die in floods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spread cholera, and dust and heat cause meningitis and breathing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Destroyed crops lead to hunger.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strategies reduce the effects of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clean the gutters and councils build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strong houses away from rivers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Trees and windbreaks: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to reduce wind and dust.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service warns people, and people drink enough water and protect their noses from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floods and dust storms (also heat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avoid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heavy rain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storms occur in the ______ season.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Cholera often follows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about a flood or a violent storm in your town and write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dégâts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Atmospheric Disturbances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atmospheric disturbances of Cameroon and their manifestations. Give their consequences.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Manifestations; Consequences;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about a flood or a violent storm in your town and write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recall floods in Garoua or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 for the family.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(Heat waves):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2026-09-28T16:51:25Z</dcterms:created>
  <dcterms:modified xsi:type="dcterms:W3CDTF">2026-09-28T16:51:25Z</dcterms:modified>
</cp:coreProperties>
</file>