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Atmospheric Disturbances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thunderstorm, torrential rain, flood, dust storm, heat wave, adaptation, mitigation. At the end, you should be able to do this: learners are able to identify the atmospheric disturbances of Cameroon and propose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Atmospheric Disturbances. The question was: Write three safety rules for your family during a thunderstorm.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Stay inside a building; do not shelter under a tree; unplug electrical appliances and stay away from water and metal objects.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atmospheric disturbances of Cameroon. Number 2: describe their manifestations and consequences.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Thunderstorms, cyclones and dust storms are disturbances. The Harmattan blows in the dry season. Heavy rain can cause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heavy rain floods several quarters of Garoua and Maroua. In March, a heat wave makes the nights very hot and many people fall sick.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and heat waves affect people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floods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rainy season,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heat waves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hot dry season, around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drink enough water in the hot season and follow weather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face the dangerous weather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disturbances are common in the north and which in the south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 dust storms, heat waves and floods after heavy storms. South: torrential rain, thunderstorms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torrential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torrential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heavy rain in a short time, with water running in the streets.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signs of the Harmattan and dust 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grey, dusty sky, dry air, cold mornings and poor visibility.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consequences of floods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and crops are destroyed, people die or lose their homes, and diseases like cholera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measures against these disturbances.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Clean gutters and build drains, plant trees and windbreaks, and build strong houses away from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Manifestations. Cameroon faces the following atmospheric disturbances. On this slide we have Thunderstorms and torrential rain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and Manifestations. On this slide we have Dust storms and the Harmattan and Heat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These disturbances have the following consequences. On this slide we have Material damage and Human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The following measures reduce the effects of disturbances. On this slide we have Building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Warnings.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thunderstorms, floods and dust storms (also heat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clean gutters and avoid building near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torrential; number 2, dry;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about a flood or a violent storm in your town and write what happened.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Mechanisms of Rain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ATMOSPHERIC DISTURBANCES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Atmospheric Disturbances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torrential rain, flood, dust storm, heat wave,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manifestations, consequences, adaptation and mitigation strategies of atmospheric disturbances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Atmospheric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safety rules for your family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do not shelter under a tree; unplug electrical appliances and stay away from water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atmospheric disturbances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are disturbances.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blows in the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heavy rain floods several quarters of Garoua and Maroua. In March, a heat wave makes the nights very hot and many people fall sick.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heat waves affect people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floods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heat waves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hot dry season, around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drink enough water in the hot season and follow weather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face the dangerous weather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disturbances are common in the north and which in the south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dust storms, heat waves and floods after heavy storms. South: torrential rain, thunderstorms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Torrential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torrential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heavy rain in a short time, with water running in the streets.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signs of the Harmattan and dust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grey, dusty sky, dry air, cold mornings and poor visibility.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 of floods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and crops are destroyed, people die or lose their homes, and diseases like cholera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against these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gutters and build drains, plant trees and windbreaks, and build strong houses away from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faces the following atmospheric disturbances: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Thunderstorms and torrential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lightning, strong winds and heavy rain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follow heavy rain in towns and valleys, as in Garoua, Maroua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Dust storms and the Harmattan: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dust and dry air to the north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hot days and nights occur in the north around March and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disturbances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and crops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die or fall sick with cholera, meningitis or respiratory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reduce the effects of disturbances: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strong houses away from rivers and clean the gutters.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plant trees and windbreaks to reduce wind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service warns people before dangerous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floods and dust storms (also heat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gutters and avoid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heavy rain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Dust storms occur in the ______ season.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Cholera often follows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about a flood or a violent storm in your town and write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dégâts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Atmospheric Disturbances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atmospheric disturbances of Cameroon. Describe their manifestations and consequences.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and Manifestations; Consequences;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about a flood or a violent storm in your town and write what happened.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recall floods in Garoua or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 for the family.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2026-09-27T13:44:22Z</dcterms:created>
  <dcterms:modified xsi:type="dcterms:W3CDTF">2026-09-27T13:44:22Z</dcterms:modified>
</cp:coreProperties>
</file>