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Atmospheric Disturbances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Climatic Disturbances. The key notions we shall use today are: thunderstorm, torrential rain, flood, dust storm, heat wave, adaptation, mitigation. At the end, you should be able to do this: learners are able to identify the atmospheric disturbances of Cameroon and propose adaptation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Atmospheric Disturbances. The question was: Write three safety rules for your family during a thunderstorm.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Stay inside a building; do not shelter under a tree; unplug electrical appliances and stay away from water and metal objects.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atmospheric disturbances of Cameroon and their manifestations. Number 2: give their consequences. Number 3: propose adaptation and mitigation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Thunderstorms, cyclones and dust storms are disturbances. The Harmattan blows in the dry season. Heavy rain can cause floods.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heavy rain floods several quarters of Garoua and Maroua. In March, a heat wave makes the nights very hot, and many people fall sick. The mayor asks the population: "Which dangerous weather do we face, and how can we protect ourselves?"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people do not know how to protect themselves from the dangerous weather of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floods occur?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rainy season,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do heat waves occur?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hot dry season, around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gutters clean, drink enough water in the hot season and follow weather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face the dangerous weather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climates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dangerous weather is common in the north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Dust storms, heat waves and floods after heavy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heavy rain in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we recognise torrential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Very heavy rain falls in a short time, and water runs in the streets.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dusty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are the signs of the Harmattan?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grey, dusty sky, dry air, cold mornings and poor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flooded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happens to houses and crops during a flood?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destroyed, and people lose their homes and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planting trees protect people from dust storms?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slow down the wind and hold the soil, so there is less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Adaptation and Mitigation.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and Manifestations. Cameroon faces the following atmospheric disturbances. Copy the point on Thunderstorms and torrential rain on the left, then draw the diagram on the right: torrential rain.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Floods on the left, then draw the diagram on the right: a flooded village.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Dust storms and the Harmattan on the left, then draw the diagram on the right: a dusty Harmattan sky.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Heat waves on the left, then draw the diagram on the right: dry, hot 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These disturbances have the following consequences. On this slide we have Material damage and Loss of life.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Diseases and Food shortage.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Strategies. The following strategies reduce the effects of disturbances. On this slide we have Drainage and Safe building.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Trees and windbreaks on the left, then draw the diagram on the right: planting trees.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Strategies. On this slide we have Warnings and health.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atmospheric disturbances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thunderstorms, floods and dust storms (also heat waves).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against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clean gutters and avoid building near rivers.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torrential; number 2, dry; number 3,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about a flood or a violent storm in your town and write what happened.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6: Mechanisms of Rain Formation.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ATMOSPHERIC DISTURBANCES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Atmospheric Disturbances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Atmospheric Disturbances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 torrential rain, flood, dust storm, heat wave, adaptation,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manifestations; consequences; adaptation and mitigation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atmospheric disturbances of Cameroon and propose adaptation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Atmospheric Disturbances):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three safety rules for your family during a thunderstorm.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inside a building; do not shelter under a tree; unplug electrical appliances and stay away from water and metal objects.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atmospheric disturbances of Cameroon and their manifestations.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their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Thunderstorms, cyclones and dust storms are disturbances.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blows in the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can cause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heavy rain floods several quarters of Garoua and Maroua. In March, a heat wave makes the nights very hot, and many people fall sick. The mayor asks the population: "Which dangerous weather do we face, and how can we protect ourselves?"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people do not know how to protect themselves from the dangerous weather of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floods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in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heat waves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hot dry season, around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gutters clean, drink enough water in the hot season and follow weather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face the dangerous weather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dangerous weather is common in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storms, heat waves and floods after heavy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 in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recognise torrential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heavy rain falls in a short time, and water runs in the streets.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dusty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signs of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grey, dusty sky, dry air, cold mornings and poor visibility.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houses and crops during a flood?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destroyed, and people lose their homes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planting trees protect people from dust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slow down the wind and hold the soil, so there is less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Climatic Disturbances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Atmospheric Disturbances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adjusting our way of life to live with dangerous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damage caused by dangerous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Cameroon faces the following atmospheric disturbances: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Thunderstorms and torrential rain: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bring lightning, strong winds and heavy rain in the rainy season.</a:t>
            </a:r>
            <a:endParaRPr lang="en-US" sz="3600" dirty="0"/>
          </a:p>
        </p:txBody>
      </p:sp>
      <p:pic>
        <p:nvPicPr>
          <p:cNvPr id="5" name="Image 0" descr="/home/claude/f4/img/v2/f4_heavyrai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torrential rain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follow heavy rain in towns and valleys, as in Garoua, Maroua and Douala.</a:t>
            </a:r>
            <a:endParaRPr lang="en-US" sz="3600" dirty="0"/>
          </a:p>
        </p:txBody>
      </p:sp>
      <p:pic>
        <p:nvPicPr>
          <p:cNvPr id="5" name="Image 0" descr="/home/claude/f4/img/v2/f4_floodvillag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flooded village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Dust storms and the Harmattan: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bring dust and dry air to the north in the dry season.</a:t>
            </a:r>
            <a:endParaRPr lang="en-US" sz="3600" dirty="0"/>
          </a:p>
        </p:txBody>
      </p:sp>
      <p:pic>
        <p:nvPicPr>
          <p:cNvPr id="5" name="Image 0" descr="/home/claude/f4/img/v2/f2t_harmatta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dusty Harmattan sky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and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Heat waves: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Very hot days and nights occur in the north around March and April.</a:t>
            </a:r>
            <a:endParaRPr lang="en-US" sz="3600" dirty="0"/>
          </a:p>
        </p:txBody>
      </p:sp>
      <p:pic>
        <p:nvPicPr>
          <p:cNvPr id="5" name="Image 0" descr="/home/claude/f4/img/v2/f2t_drough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dry, hot 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disturbances have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Material damage: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roads, bridges and crops are destroyed.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animals die in floods and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spread cholera, and dust and heat cause meningitis and breathing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shortage: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Destroyed crops lead to hunger.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strategies reduce the effects of disturbances: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clean the gutters and councils build drains.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 building: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build strong houses away from rivers and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Trees and windbreaks: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plant trees to reduce wind and dust.</a:t>
            </a:r>
            <a:endParaRPr lang="en-US" sz="3600" dirty="0"/>
          </a:p>
        </p:txBody>
      </p:sp>
      <p:pic>
        <p:nvPicPr>
          <p:cNvPr id="5" name="Image 0" descr="/home/claude/f4/img/v2/f2t_tree_planting_sahe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trees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Warnings and 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weather service warns people, and people drink enough water and protect their noses from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atmospheric disturbances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Thunderstorms, floods and dust storms (also heat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against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Clean gutters and avoid building near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Very heavy rain is ______ rain.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Dust storms occur in the ______ season.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Cholera often follows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about a flood or a violent storm in your town and write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6: Mechanisms of Rain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dégâts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Atmospheric Disturbances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atmospheric disturbances of Cameroon and their manifestations. Give their consequences. Propose adaptation and mitigation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atmospheric disturbances of Cameroon and propose adaptation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Identification and Manifestations; Consequences; Adaptation and Mitigation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about a flood or a violent storm in your town and write what happened.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last heavy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Harmattan morning.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recall floods in Garoua or Maroua.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measures for the family.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(Heat waves):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2026-09-28T17:20:21Z</dcterms:created>
  <dcterms:modified xsi:type="dcterms:W3CDTF">2026-09-28T17:20:21Z</dcterms:modified>
</cp:coreProperties>
</file>