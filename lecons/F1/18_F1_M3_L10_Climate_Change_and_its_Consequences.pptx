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Climate Change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global warming, greenhouse gases. At the end, you should be able to do this: learners are able to explain climate change and adopt behaviour that reduces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6: Mechanisms of Rain Formation. The question was: Draw and label the mechanism of relief rainfall on Mount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drawing shows the sea, moist wind arrows rising up the windward slope, clouds and rain on that slope, and dry descending air on the leeward slope (rain shadow).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general causes of climate change. Number 2: describe its manifestations and consequences. Number 3: propose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atmosphere contains carbon dioxide. Burning fuel gives smoke. Trees take in carbon dioxide.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Grandfather Oumarou says that when he was young, the rains in Garoua started in April and were regular. Today they start late and stop suddenly, and the heat is stronger. He asks his grandson: "What is happening to our climate, and what can we do about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grandfather does not understand why the climate of Garoua is changing and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changes the grandfather notices.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rains start late, and the heat is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phenomenon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save energy and avoid burning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climate change and how to fight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smoke from an exhaust pipe.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gas comes out when petrol or wood is burnt?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Carbon dioxide, a greenhouse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gases around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these gases warm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trap the heat of the Sun in the atmosphere, like the glass of a greenhouse.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carbon dioxide and temperature.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of the Earth as carbon dioxide increases?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rises: this is global warming.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dry, cracked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climate change affect farmers in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Rains are irregular, droughts and floods are more frequent, and harvests are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solar panel.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solar energy help to fight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gives electricity without burning fuel, so it releases no carbon dioxide.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 change and Global warming.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Causes. Climate change has the following causes. Copy the point on Burning fuels on the left, then draw the diagram on the right: smoke from burning fuel.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Deforestation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and livestock on the left, then draw the diagram on the right: cattle.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Greenhouse effect on the left, then draw the diagram on the right: the greenhouse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Causes. On this slide we have Natural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Climate change shows itself in the following ways. Copy the point on Rising temperatures on the left, then draw the diagram on the right: carbon dioxide and temperature.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Irregular rains.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Droughts and floods on the left, then draw the diagram on the right: drought.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Melting ice on the left, then draw the diagram on the right: a melting glacier.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Climate change has the following consequences. On this slide we have Poor harvests and Water shortage.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Diseases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People adapt to climate change in the following ways. On this slide we have Resistant seeds.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Water storage on the left, then draw the diagram on the right: irrigation canals.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On this slide we have New farming calendar.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Mitigation. People reduce climate change in the following ways. Copy the point on Planting trees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Clean energy on the left, then draw the diagram on the right: a solar panel.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Mitigation. On this slide we have Saving energy and Stopping bush fires and waste burning.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climate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burning fuels and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mitigation and adaptation.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mitigation reduces the causes; adaptation adjusts to the effects.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warming; number 2, greenhouse;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actions your family can take against climate change.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CLIMATE CHANGE AND ITS CONSEQUENCES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Climate Change and its Consequences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Climate Change and its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warming, greenhouse gases.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General causes; manifestations; consequences; adaptation;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6: Mechanisms of Rain Formation):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and label the mechanism of relief rainfall on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drawing shows the sea, moist wind arrows rising up the windward slope, clouds and rain on that slope, and dry descending air on the leeward slope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general causes of climate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atmosphere contains carbon dioxide.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 gives smoke.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Trees take in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Grandfather Oumarou says that when he was young, the rains in Garoua started in April and were regular. Today they start late and stop suddenly, and the heat is stronger. He asks his grandson: "What is happening to our climate, and what can we do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grandfather does not understand why the climate of Garoua is changing and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changes the grandfather notices.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rains start late, and the heat is stronger.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phenomenon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save energy and avoid burning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climate change and how to fight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xhau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Smoke from an exhaust pipe.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comes out when petrol or wood is burnt?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Carbon dioxide, a greenhouse gas.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reenho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Gases around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these gases warm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trap the heat of the Sun in the atmosphere, like the glass of a greenhouse.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Carbon dioxide and temperature.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of the Earth as carbon dioxide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rises: this is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Dry, cracked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climate change affect farmers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are irregular, droughts and floods are more frequent, and harvests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solar panel.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help to fight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electricity without burning fuel, so it releases no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Climate Change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warming: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rise of the average temperature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and methane, that trap heat in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change has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Burning fuels: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Burning petrol, coal, gas and wood releases carbon dioxide.</a:t>
            </a:r>
            <a:endParaRPr lang="en-US" sz="3600" dirty="0"/>
          </a:p>
        </p:txBody>
      </p:sp>
      <p:pic>
        <p:nvPicPr>
          <p:cNvPr id="5" name="Image 0" descr="/home/claude/f4/img/v2/f4_exhau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smoke from burning fuel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Cutting trees leaves fewer plants to absorb carbon dioxide.</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and 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Cattle and rice fields release methane, another greenhouse gas.</a:t>
            </a:r>
            <a:endParaRPr lang="en-US" sz="3600" dirty="0"/>
          </a:p>
        </p:txBody>
      </p:sp>
      <p:pic>
        <p:nvPicPr>
          <p:cNvPr id="5" name="Image 0" descr="/home/claude/f4/img/v2/f2t_cattl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cattle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Greenhouse effect: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These gases trap the heat of the Sun and warm the Earth.</a:t>
            </a:r>
            <a:endParaRPr lang="en-US" sz="3600" dirty="0"/>
          </a:p>
        </p:txBody>
      </p:sp>
      <p:pic>
        <p:nvPicPr>
          <p:cNvPr id="5" name="Image 0" descr="/home/claude/f4/img/v2/greenhou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greenhouse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eruptions and changes in the Sun also change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 change shows itself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Rising temperatures: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average temperature of the Earth is rising.</a:t>
            </a:r>
            <a:endParaRPr lang="en-US" sz="3600" dirty="0"/>
          </a:p>
        </p:txBody>
      </p:sp>
      <p:pic>
        <p:nvPicPr>
          <p:cNvPr id="5" name="Image 0" descr="/home/claude/f4/img/v2/co2_tem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carbon dioxide and temperature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Irregular rains: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Rains start late, stop early or fall too heavily.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Droughts and floods: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Long dry periods and violent floods are more frequent.</a:t>
            </a:r>
            <a:endParaRPr lang="en-US" sz="3600" dirty="0"/>
          </a:p>
        </p:txBody>
      </p:sp>
      <p:pic>
        <p:nvPicPr>
          <p:cNvPr id="5" name="Image 0" descr="/home/claude/f4/img/v2/f2t_drough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drought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Melting ice: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Glaciers and polar ice melt, and the sea level rises.</a:t>
            </a:r>
            <a:endParaRPr lang="en-US" sz="3600" dirty="0"/>
          </a:p>
        </p:txBody>
      </p:sp>
      <p:pic>
        <p:nvPicPr>
          <p:cNvPr id="5" name="Image 0" descr="/home/claude/f4/img/v2/usa_glacier.jpg">    </p:cNvPr>
          <p:cNvPicPr>
            <a:picLocks noChangeAspect="1"/>
          </p:cNvPicPr>
          <p:nvPr/>
        </p:nvPicPr>
        <p:blipFill>
          <a:blip r:embed="rId1"/>
          <a:stretch>
            <a:fillRect/>
          </a:stretch>
        </p:blipFill>
        <p:spPr>
          <a:xfrm>
            <a:off x="5349240" y="2070172"/>
            <a:ext cx="6659575" cy="36960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melting glacier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 change has the following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Poor harvests: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fail because of drought, floods and heat.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shortage: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such as Lake Chad and wells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floods increase malaria, cholera and meningitis.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people leave their land to find water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adapt to climate change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Resistant seeds: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crops that resist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Water storage: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dig wells and store rain water for dry periods.</a:t>
            </a:r>
            <a:endParaRPr lang="en-US" sz="3600" dirty="0"/>
          </a:p>
        </p:txBody>
      </p:sp>
      <p:pic>
        <p:nvPicPr>
          <p:cNvPr id="5" name="Image 0" descr="/home/claude/f4/img/v2/usa_irrig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 canals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farming calendar: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change the dates of planting according to the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reduce climate change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Planting trees: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Trees absorb carbon dioxide.</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Clean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Solar, wind and water energy replace fuels that give smoke.</a:t>
            </a:r>
            <a:endParaRPr lang="en-US" sz="3600" dirty="0"/>
          </a:p>
        </p:txBody>
      </p:sp>
      <p:pic>
        <p:nvPicPr>
          <p:cNvPr id="5" name="Image 0" descr="/home/claude/f4/img/v2/f4_sol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solar panel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Mitigation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switch off lights and use improved stoves that need less wood.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Stopping bush fires and waste burning: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burning means less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fuels and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mitigation and adaptation.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Mitigation reduces the causes; adaptation adjusts to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rise of the Earth's temperature is global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Carbon dioxide is a ______ gas.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trees is a ______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actions your family can take against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Global warming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réchauffement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Climate Change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general causes of climate change. Describe its manifestations and consequences. Propose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climate change and adopt behaviour that reduces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General Causes; Manifestations; Consequences; Adaptation;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actions your family can take against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sources of smoke in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with a closed car in the sun.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rising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farmers' children.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actions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“image replaced (thanks Anne :) )” by why 137, CC BY 2.0, via Flickr (https://www.flickr.com/photos/78752351@N03/8464430910)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(Deforestation):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and livestock): “Fulani cattle breed of West Africa” by International Livestock Research Institute, CC BY-NC-SA 2.0, via Flickr (https://www.flickr.com/photos/7155605@N03/48125675226)</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(Melting ice): “Glaciers and Sea Level Rise” by NASA Goddard Photo and Video, CC BY 2.0, via nasa (https://www.flickr.com/photos/24662369@N07/8742463970)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(Water storage):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(Planting trees):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2026-09-28T16:51:26Z</dcterms:created>
  <dcterms:modified xsi:type="dcterms:W3CDTF">2026-09-28T16:51:26Z</dcterms:modified>
</cp:coreProperties>
</file>