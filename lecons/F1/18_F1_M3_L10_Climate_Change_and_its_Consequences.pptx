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Climate Change and its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3: Protection from the Wrath of Nature.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Protection against the Wrath of Nature, and the sub-topic is Climatic Disturbances. The key notions we shall use today are: global warming, greenhouse gases. At the end, you should be able to do this: learners are able to explain climate change and adopt behaviour that reduces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6: Mechanisms of Rain Formation. The question was: Draw and label the mechanism of relief rainfall on Mount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drawing shows the sea, moist wind arrows rising up the windward slope, clouds and rain on that slope, and dry descending air on the leeward slope (rain shadow).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give the general causes of climate change. Number 2: describe its manifestations and consequences. Number 3: propose adaptation and mitigation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atmosphere contains carbon dioxide. Burning fuel gives smoke. Trees take in carbon dioxide.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Grandfather Oumarou says that when he was young, the rains in Garoua started in April and were regular. Today they start late and stop suddenly, and the heat is stronger. He asks his grandson: "What is happening to our climate, and what can we do about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grandfather does not understand why the climate of Garoua is changing and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two changes the grandfather notices.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rains start late, and the heat is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this phenomenon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Climate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save energy and avoid burning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climate change and how to fight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smoke from an exhaust pipe.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gas comes out when petrol or wood is burnt?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Carbon dioxide, a greenhouse 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gases around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 these gases warm the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trap the heat of the Sun in the atmosphere, like the glass of a greenhouse.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carbon dioxide and temperature.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the temperature of the Earth as carbon dioxide increases?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temperature rises: this is global warming.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dry, cracked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climate change affect farmers in the north?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Rains are irregular, droughts and floods are more frequent, and harvests are poor.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solar panel.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solar energy help to fight climate change?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gives electricity without burning fuel, so it releases no carbon dioxide.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Climate change and Global warming.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Greenhouse gases.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Causes. Climate change has the following causes. Copy the point on Burning fuels on the left, then draw the diagram on the right: smoke from burning fuel.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Deforestation on the left, then draw the diagram on the right: a cleared forest.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Farming and livestock on the left, then draw the diagram on the right: cattle.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Greenhouse effect on the left, then draw the diagram on the right: the greenhouse effect.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Causes. On this slide we have Natural causes.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Manifestations. Climate change shows itself in the following ways. Copy the point on Rising temperatures on the left, then draw the diagram on the right: carbon dioxide and temperature.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Manifestations. On this slide we have Irregular rains.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Droughts and floods on the left, then draw the diagram on the right: drought.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Melting ice on the left, then draw the diagram on the right: a melting glacier.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Climate change has the following consequences. On this slide we have Poor harvests and Water shortage.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On this slide we have Diseases and Migration.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 People adapt to climate change in the following ways. On this slide we have Resistant seeds.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Water storage on the left, then draw the diagram on the right: irrigation canals.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On this slide we have New farming calendar.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Mitigation. People reduce climate change in the following ways. Copy the point on Planting trees on the left, then draw the diagram on the right: planting a tree.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Clean energy on the left, then draw the diagram on the right: a solar panel.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Mitigation. On this slide we have Saving energy and Stopping bush fires and waste burning.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causes of climate change.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burning fuels and deforestation.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mitigation and adaptation.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mitigation reduces the causes; adaptation adjusts to the effects.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warming; number 2, greenhouse; number 3,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Propose three actions your family can take against climate change.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The Internal Structure of the Earth.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10: CLIMATE CHANGE AND ITS CONSEQUENCES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Climate Change and its Consequences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Protection from the Wrath of Nature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Protection against the Wrath of Nature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Climatic Disturbances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Climate Change and its Consequences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warming, greenhouse gases.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General causes; manifestations; consequences; adaptation; mitigation.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climate change and adopt behaviour that reduces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6: Mechanisms of Rain Formation):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and label the mechanism of relief rainfall on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drawing shows the sea, moist wind arrows rising up the windward slope, clouds and rain on that slope, and dry descending air on the leeward slope (rain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general causes of climate change.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manifestations and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adaptation and mitigation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atmosphere contains carbon dioxide.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Burning fuel gives smoke.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Trees take in carbon dioxide.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Grandfather Oumarou says that when he was young, the rains in Garoua started in April and were regular. Today they start late and stop suddenly, and the heat is stronger. He asks his grandson: "What is happening to our climate, and what can we do about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grandfather does not understand why the climate of Garoua is changing and what to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changes the grandfather notices.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rains start late, and the heat is stronger.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phenomenon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save energy and avoid burning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climate change and how to fight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exhaus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Smoke from an exhaust pipe.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gas comes out when petrol or wood is burnt?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Carbon dioxide, a greenhouse gas.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reenho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Gases around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these gases warm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trap the heat of the Sun in the atmosphere, like the glass of a greenhouse.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o2_tem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Carbon dioxide and temperature.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temperature of the Earth as carbon dioxide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temperature rises: this is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Dry, cracked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climate change affect farmers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Rains are irregular, droughts and floods are more frequent, and harvests are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MITIGATION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solar panel.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solar energy help to fight climate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electricity without burning fuel, so it releases no carbon dioxide.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Protection against the Wrath of Nature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Climatic Disturbances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Climate Change and its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change: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long-term change in the average climate of a place or of the world.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Global warming: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rise of the average temperature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Greenhouse 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gases, such as carbon dioxide and methane, that trap heat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Causes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Climate change has the following causes: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Burning fuels: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Burning petrol, coal, gas and wood releases carbon dioxide.</a:t>
            </a:r>
            <a:endParaRPr lang="en-US" sz="3600" dirty="0"/>
          </a:p>
        </p:txBody>
      </p:sp>
      <p:pic>
        <p:nvPicPr>
          <p:cNvPr id="5" name="Image 0" descr="/home/claude/f4/img/v2/f4_exhaust.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smoke from burning fuel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Causes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Cutting trees leaves fewer plants to absorb carbon dioxide.</a:t>
            </a:r>
            <a:endParaRPr lang="en-US" sz="3600" dirty="0"/>
          </a:p>
        </p:txBody>
      </p:sp>
      <p:pic>
        <p:nvPicPr>
          <p:cNvPr id="5" name="Image 0" descr="/home/claude/f4/img/v2/usa_clearcu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cleared forest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Causes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Farming and livestock: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Cattle and rice fields release methane, another greenhouse gas.</a:t>
            </a:r>
            <a:endParaRPr lang="en-US" sz="3600" dirty="0"/>
          </a:p>
        </p:txBody>
      </p:sp>
      <p:pic>
        <p:nvPicPr>
          <p:cNvPr id="5" name="Image 0" descr="/home/claude/f4/img/v2/f2t_cattle.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cattle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Causes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Greenhouse effect: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These gases trap the heat of the Sun and warm the Earth.</a:t>
            </a:r>
            <a:endParaRPr lang="en-US" sz="3600" dirty="0"/>
          </a:p>
        </p:txBody>
      </p:sp>
      <p:pic>
        <p:nvPicPr>
          <p:cNvPr id="5" name="Image 0" descr="/home/claude/f4/img/v2/greenhous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greenhouse effect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Causes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Volcanic eruptions and changes in the Sun also change the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Climate change shows itself in the following ways: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Rising temperatures: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average temperature of the Earth is rising.</a:t>
            </a:r>
            <a:endParaRPr lang="en-US" sz="3600" dirty="0"/>
          </a:p>
        </p:txBody>
      </p:sp>
      <p:pic>
        <p:nvPicPr>
          <p:cNvPr id="5" name="Image 0" descr="/home/claude/f4/img/v2/co2_temp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carbon dioxide and temperature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Irregular rains: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Rains start late, stop early or fall too heavily.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Droughts and floods: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Long dry periods and violent floods are more frequent.</a:t>
            </a:r>
            <a:endParaRPr lang="en-US" sz="3600" dirty="0"/>
          </a:p>
        </p:txBody>
      </p:sp>
      <p:pic>
        <p:nvPicPr>
          <p:cNvPr id="5" name="Image 0" descr="/home/claude/f4/img/v2/f2t_drough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drought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Melting ice: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Glaciers and polar ice melt, and the sea level rises.</a:t>
            </a:r>
            <a:endParaRPr lang="en-US" sz="3600" dirty="0"/>
          </a:p>
        </p:txBody>
      </p:sp>
      <p:pic>
        <p:nvPicPr>
          <p:cNvPr id="5" name="Image 0" descr="/home/claude/f4/img/v2/usa_glacier.jpg">    </p:cNvPr>
          <p:cNvPicPr>
            <a:picLocks noChangeAspect="1"/>
          </p:cNvPicPr>
          <p:nvPr/>
        </p:nvPicPr>
        <p:blipFill>
          <a:blip r:embed="rId1"/>
          <a:stretch>
            <a:fillRect/>
          </a:stretch>
        </p:blipFill>
        <p:spPr>
          <a:xfrm>
            <a:off x="5349240" y="2070172"/>
            <a:ext cx="6659575" cy="36960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melting glacier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Climate change has the following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harvests: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Crops fail because of drought, floods and heat.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shortage: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lakes such as Lake Chad and wells dry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and floods increase malaria, cholera and meningitis.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people leave their land to find water and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Adaptation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adapt to climate change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Resistant seeds: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crops that resist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Adaptation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Water storage: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People dig wells and store rain water for dry periods.</a:t>
            </a:r>
            <a:endParaRPr lang="en-US" sz="3600" dirty="0"/>
          </a:p>
        </p:txBody>
      </p:sp>
      <p:pic>
        <p:nvPicPr>
          <p:cNvPr id="5" name="Image 0" descr="/home/claude/f4/img/v2/usa_irrigatio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irrigation canals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Adaptation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New farming calendar: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change the dates of planting according to the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Mitigation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People reduce climate change in the following ways: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Planting trees: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Trees absorb carbon dioxide.</a:t>
            </a:r>
            <a:endParaRPr lang="en-US" sz="3600" dirty="0"/>
          </a:p>
        </p:txBody>
      </p:sp>
      <p:pic>
        <p:nvPicPr>
          <p:cNvPr id="5" name="Image 0" descr="/home/claude/f4/img/v2/f2t_tree_planting.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planting a tree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Mitigation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Clean energy: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Solar, wind and water energy replace fuels that give smoke.</a:t>
            </a:r>
            <a:endParaRPr lang="en-US" sz="3600" dirty="0"/>
          </a:p>
        </p:txBody>
      </p:sp>
      <p:pic>
        <p:nvPicPr>
          <p:cNvPr id="5" name="Image 0" descr="/home/claude/f4/img/v2/f4_sola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solar panel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Mitigation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Saving 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switch off lights and use improved stoves that need less wood.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Stopping bush fires and waste burning: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burning means less carbon dioxide.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climate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Burning fuels and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mitigation and adaptation.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Mitigation reduces the causes; adaptation adjusts to the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rise of the Earth's temperature is global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Carbon dioxide is a ______ gas.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Planting trees is a ______ measure.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actions your family can take against climate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The Internal Structure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 change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changement climatique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Global warming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réchauffement climatique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Greenhouse gas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gaz à effet de serre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Drought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sécheresse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Mitigation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L'atténuation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Protection against the Wrath of Nature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Climate Change and its Consequences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the general causes of climate change. Describe its manifestations and consequences. Propose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climate change and adopt behaviour that reduces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General Causes; Manifestations; Consequences; Adaptation; Mitigation.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Propose three actions your family can take against climate change.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sources of smoke in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a closed car in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rising line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farmers' children.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actions for the school.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3: Protection from the Wrath of Nature.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“image replaced (thanks Anne :) )” by why 137, CC BY 2.0, via Flickr (https://www.flickr.com/photos/78752351@N03/8464430910)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(Deforestation): “Managed Destruction” by Harlz_, CC BY-NC 2.0, via Flickr (https://www.flickr.com/photos/35169553@N06/4295797661)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(Farming and livestock): “Fulani cattle breed of West Africa” by International Livestock Research Institute, CC BY-NC-SA 2.0, via Flickr (https://www.flickr.com/photos/7155605@N03/48125675226)</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(Melting ice): “Glaciers and Sea Level Rise” by NASA Goddard Photo and Video, CC BY 2.0, via nasa (https://www.flickr.com/photos/24662369@N07/8742463970)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(Water storage): “Irrigation Canals in Farah Province Afgahnistan” by USAID_IMAGES, CC BY-NC-ND 2.0, via Flickr (https://www.flickr.com/photos/46658241@N06/14784748647)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(Planting trees):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2026-09-28T17:20:22Z</dcterms:created>
  <dcterms:modified xsi:type="dcterms:W3CDTF">2026-09-28T17:20:22Z</dcterms:modified>
</cp:coreProperties>
</file>