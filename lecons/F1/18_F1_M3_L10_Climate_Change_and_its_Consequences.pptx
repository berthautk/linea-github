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Climate Change and its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global warming, greenhouse gases. At the end, you should be able to do this: learners are able to explain climate change and adopt behaviour that reduces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6: Mechanisms of Rain Formation. The question was: Give two causes of climate change.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Burning fuels and deforestation.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general causes of climate change. Number 2: describe its manifestations and consequences. Number 3: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contains carbon dioxide. Burning fuel gives smoke. Trees take in carbon dioxide.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Grandfather Oumarou says that when he was young, the rains in Garoua started in April and were regular. Today they start late and stop suddenly, and the heat is stronger. He asks his grandson: "What is happening to our climate, and what can we do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grandfather does not understand why the climate of Garoua is changing and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changes the grandfather notices.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rains start late, and the heat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phenomenon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save energy and avoid burning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climate change and how to fight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smoke from an exhaust pipe.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gas comes out when petrol or wood is burnt?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Carbon dioxide, a greenhouse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gases around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these gases warm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heat of the Sun in the atmosphere, like the glass of a greenhouse.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carbon dioxide and temperature.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temperature of the Earth as carbon dioxide increases?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temperature rises: this is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dry, cracked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climate change affect farmers in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Rains are irregular, droughts and floods are more frequent, and harvests are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solar panel.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solar energy help to fight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electricity without burning fuel, so it releases no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Climate change and Global warming.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Causes. Climate change has the following causes. Copy the point on Burning fuels on the left, then draw the diagram on the right: smoke from burning fuel.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Deforestation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and livestock on the left, then draw the diagram on the right: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Causes. On this slide we have Natural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Climate change shows itself in the following ways. Copy the point on Rising temperatures on the left, then draw the diagram on the right: carbon dioxide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Irregular rains.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Droughts and floods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Melting ice on the left, then draw the diagram on the right: a melting glacier.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Climate change has the following consequences. On this slide we have Poor harvests and Water shortage.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Diseases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People adapt to climate change in the following ways. On this slide we have Resistant seeds.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storage on the left, then draw the diagram on the right: irrigation canals.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On this slide we have New farming calendar.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Mitigation. People reduce climate change in the following ways. Copy the point on Planting trees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Clean energy on the left, then draw the diagram on the right: a solar panel.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Mitigation. On this slide we have Saving energy and Stopping bush fires and waste burning.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climate change.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burning fuels and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mitigation and adaptation.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reduces the causes; adaptation adjusts to the effects.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warming; number 2, greenhouse;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layers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CLIMATE CHANGE AND ITS CONSEQUENCES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Climate Change and its Consequences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Climate Change and its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warming, greenhouse gases.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causes; manifestations; consequences; adaptation;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climate change and adopt behaviour that reduces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6: Mechanisms of Rain Formation):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fuels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general causes of climate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contains carbon dioxide.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Burning fuel gives smoke.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take in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Grandfather Oumarou says that when he was young, the rains in Garoua started in April and were regular. Today they start late and stop suddenly, and the heat is stronger. He asks his grandson: "What is happening to our climate, and what can we do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grandfather does not understand why the climate of Garoua is changing and what to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changes the grandfather notices.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rains start late, and the heat is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phenomenon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save energy and avoid burning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climate change and how to fight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xhau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an exhaust pipe.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comes out when petrol or wood is burnt?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a greenhouse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Gases around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gases warm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heat of the Sun in the atmosphere, like the glass of a greenhouse.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Carbon dioxide and temperature.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temperature of the Earth as carbon dioxide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rises: this is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climate change affect farmers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Rains are irregular, droughts and floods are more frequent, and harvests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solar panel.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solar energy help to fight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electricity without burning fuel, so it releases no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Climate Change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long-term change in the average climate of a place or of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rise of the average temperature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and methane, that trap heat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 change has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Burning fuels: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Burning petrol, coal, gas and wood releases carbon dioxide.</a:t>
            </a:r>
            <a:endParaRPr lang="en-US" sz="3600" dirty="0"/>
          </a:p>
        </p:txBody>
      </p:sp>
      <p:pic>
        <p:nvPicPr>
          <p:cNvPr id="5" name="Image 0" descr="/home/claude/f4/img/v2/f4_exhaust.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smoke from burning fuel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Cutting trees leaves fewer plants to absorb carbon dioxide.</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and 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Cattle and rice fields release methane, another greenhouse gas.</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These gases trap the heat of the Sun and warm the Earth.</a:t>
            </a:r>
            <a:endParaRPr lang="en-US" sz="3600" dirty="0"/>
          </a:p>
        </p:txBody>
      </p:sp>
      <p:pic>
        <p:nvPicPr>
          <p:cNvPr id="5" name="Image 0" descr="/home/claude/f4/img/v2/greenhous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eruptions and changes in the Sun also change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 change shows itself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Rising temperatures: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average temperature of the Earth is rising.</a:t>
            </a:r>
            <a:endParaRPr lang="en-US" sz="3600" dirty="0"/>
          </a:p>
        </p:txBody>
      </p:sp>
      <p:pic>
        <p:nvPicPr>
          <p:cNvPr id="5" name="Image 0" descr="/home/claude/f4/img/v2/co2_temp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carbon dioxide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Rains start late, stop early or fall too heavily.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Droughts and 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dry periods and violent floods are more frequent.</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Melting ice: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Glaciers and polar ice melt, and the sea level rises.</a:t>
            </a:r>
            <a:endParaRPr lang="en-US" sz="3600" dirty="0"/>
          </a:p>
        </p:txBody>
      </p:sp>
      <p:pic>
        <p:nvPicPr>
          <p:cNvPr id="5" name="Image 0" descr="/home/claude/f4/img/v2/usa_glacier.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melting glacier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 change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harvests: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fail because of drought, floods and heat.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such as Lake Chad and wells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floods increase malaria, cholera and meningitis.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leave their land to find water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adapt to climate change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Resistant seeds: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crops that resist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 storage: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dig wells and store rain water for dry periods.</a:t>
            </a:r>
            <a:endParaRPr lang="en-US" sz="3600" dirty="0"/>
          </a:p>
        </p:txBody>
      </p:sp>
      <p:pic>
        <p:nvPicPr>
          <p:cNvPr id="5" name="Image 0" descr="/home/claude/f4/img/v2/usa_irrig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 canals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farming calendar: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change the dates of planting according to the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reduce climate change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Planting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absorb carbon dioxide.</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Clean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Solar, wind and water energy replace fuels that give smoke.</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solar panel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switch off lights and use improved stoves that need less wood.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Stopping bush fires and waste burning: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burning means less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fuels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adjusts to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of the Earth's temperature is global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Carbon dioxide is a ______ gas.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is a ______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Climate Change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general causes of climate change. Describe its manifestations and consequences.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climate change and adopt behaviour that reduces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Causes; Manifestations; Consequences; Adaptation;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sources of smoke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rising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farmers' children.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actions for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(Deforestation):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and livestock): “Fulani cattle breed of West Africa” by International Livestock Research Institute, CC BY-NC-SA 2.0, via Flickr (https://www.flickr.com/photos/7155605@N03/48125675226)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(Melting ice): “Glaciers and Sea Level Rise” by NASA Goddard Photo and Video, CC BY 2.0, via nasa (https://www.flickr.com/photos/24662369@N07/8742463970)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(Water storage):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(Planting trees):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2026-09-28T21:32:29Z</dcterms:created>
  <dcterms:modified xsi:type="dcterms:W3CDTF">2026-09-28T21:32:29Z</dcterms:modified>
</cp:coreProperties>
</file>