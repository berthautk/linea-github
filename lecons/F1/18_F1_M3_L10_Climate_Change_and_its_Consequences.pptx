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Climate Change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global warming, greenhouse gases. At the end, you should be able to do this: learners are able to explain climate change and adopt behaviour that reduces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Mechanisms of Rain Formation. The question was: Give two causes of climate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Burning fuels and deforestation.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general causes of climate change. Number 2: describe its manifestations and consequences. Number 3: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contains carbon dioxide. Burning fuel gives smoke. Trees take in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Grandfather Oumarou says that when he was young, the rains in Garoua started in April and were regular. Today they start late and stop suddenly, and the heat is stronger. He asks his grandson: "What is happening to our climate,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grandfather does not understand why the climate of Garoua is changing and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changes the grandfather notices.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start late, and the heat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phenomenon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climate change and how to fight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gas comes out when petrol or wood is burnt?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a greenhouse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gases around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these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of the Sun in the atmosphere, like the glass of a greenhouse.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carbon dioxide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of the Earth as carbon dioxide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rises: this is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climate change affect farmers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Rains are irregular, droughts and floods are more frequent, and harvests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solar panel.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solar energy help to fight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electricity without burning fuel, so it releases no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change and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Causes. Climate change has the following causes. Copy the point on Burning fuels on the left, then draw the diagram on the right: smoke from burning fuel.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Causes. On this slide we have Natural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Climate change shows itself in the following ways. Copy the point on Rising temperatures on the left, then draw the diagram on the right: carbon dioxide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Irregular 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Droughts and floods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Melting ice on the left, then draw the diagram on the right: a melting glacier.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Climate change has the following consequences. On this slide we have Poor harvests and Water shortage.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People adapt to climate change in the following ways. On this slide we have Resistant seeds.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irrigation canals.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On this slide we have New farming calendar.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Mitigation. People reduce climate change in the following ways. Copy the point on Planting trees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Clean energy on the left, then draw the diagram on the right: a solar panel.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Mitigation. On this slide we have Saving energy and Stopping bush fires and waste burning.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fuels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adjusts to the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greenhouse;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CLIMATE CHANGE AND ITS CONSEQUENCES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 Change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Climate Change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warming,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causes; manifestations; consequences;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Mechanisms of Rain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general causes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contains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 gives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take in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Grandfather Oumarou says that when he was young, the rains in Garoua started in April and were regular. Today they start late and stop suddenly, and the heat is stronger. He asks his grandson: "What is happening to our climate,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grandfather does not understand why the climate of Garoua is changing and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changes the grandfather notices.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start late, and the heat is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phenomenon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climate change and how to fight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petrol or wood is burnt?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a greenhouse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Gases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of the Sun in the atmosphere, like the glass of a greenhouse.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Carbon dioxide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of the Earth as carbon dioxide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rises: this is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climate change affect farmers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are irregular, droughts and floods are more frequent, and harvests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solar panel.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help to fight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electricity without burning fuel, so it releases no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and methane, that trap heat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Burning fuels: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Burning petrol, coal, gas and wood releases carbon dioxide.</a:t>
            </a:r>
            <a:endParaRPr lang="en-US" sz="3600" dirty="0"/>
          </a:p>
        </p:txBody>
      </p:sp>
      <p:pic>
        <p:nvPicPr>
          <p:cNvPr id="5"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smoke from burning fuel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Cutting trees leaves fewer plants to absorb carbon dioxide.</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and rice fields release methane, another greenhouse gas.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These gases trap the heat of the Sun and warm the Earth.</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eruptions and changes in the Sun also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Rising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average temperature of the Earth is rising.</a:t>
            </a:r>
            <a:endParaRPr lang="en-US" sz="3600" dirty="0"/>
          </a:p>
        </p:txBody>
      </p:sp>
      <p:pic>
        <p:nvPicPr>
          <p:cNvPr id="5" name="Image 0" descr="/home/claude/f4/img/v2/co2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carbon dioxide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start late, stop early or fall too heavily.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Droughts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and violent floods are more frequent.</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Melting ice: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Glaciers and polar ice melt, and the sea level rises.</a:t>
            </a:r>
            <a:endParaRPr lang="en-US" sz="3600" dirty="0"/>
          </a:p>
        </p:txBody>
      </p:sp>
      <p:pic>
        <p:nvPicPr>
          <p:cNvPr id="5" name="Image 0" descr="/home/claude/f4/img/v2/usa_glacier.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melting glacier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change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harvests: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fail because of drought, floods and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such as Lake Chad and wells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floods increase malaria, cholera and meningitis.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leave their land to find water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to climate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Resistant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crops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storage: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dig wells and store rain water for dry periods.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 canals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calendar: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change the dates of planting according to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climate change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absorb carbon dioxide.</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water energy replace fuels that give smoke.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solar panel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switch off lights and use improved stoves that need less 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Stopping bush fires and waste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burning means less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adjusts to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Earth's temperature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Carbon dioxide is a ______ gas.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______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Climate Change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general causes of climate change. Describe its manifestations and consequences.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Causes; Manifestations; Consequences; Adaptation;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of smoke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rising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farmers' children.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“Fulani cattle breed of West Africa” by International Livestock Research Institute, CC BY-NC-SA 2.0, via Flickr (https://www.flickr.com/photos/7155605@N03/48125675226)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(Melting ice):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(Water storage):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(Planting trees):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2026-09-29T03:11:09Z</dcterms:created>
  <dcterms:modified xsi:type="dcterms:W3CDTF">2026-09-29T03:11:09Z</dcterms:modified>
</cp:coreProperties>
</file>