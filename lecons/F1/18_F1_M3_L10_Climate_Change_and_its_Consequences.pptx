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Climate Change and its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climate change, global warming, greenhouse gases, adaptation, mitigation. At the end, you should be able to do this: learners are able to explain climate change and adopt behaviour that reduces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6: Mechanisms of Rain Formation. The question was: Draw and label the mechanism of relief rainfall on Mount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drawing shows the sea, moist wind arrows rising up the windward slope, clouds and rain on that slope, and dry descending air on the leeward slope (rain shadow).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causes of climate change. Number 2: describe its manifestations and consequences. Number 3: propose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atmosphere contains carbon dioxide. Burning fuel gives smoke. Trees take in carbon dioxide.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Grandfather Oumarou says that when he was young, the rains in Garoua started in April and were regular. Today they start late, stop suddenly and the heat is stronger. He wonders what is happening.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climate of Garoua is changing.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changes the grandfather notices.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rains start late and the heat is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phenomenon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Climate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save energy and avoid burning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climate change and how to fight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smoke from factories.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human causes of climate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Burning fuels in factories and cars, and cutting forests.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greenhouse effect.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greenhouse gases warm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trap the heat of the Sun in the atmosphere, like the glass of a greenhouse.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carbon dioxide and temperature.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temperature of the Earth as carbon dioxide increases?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temperature rises (global warming).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dry, cracked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consequences of climate change for farmers.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Irregular rains, droughts and floods, and poor harvests.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mitigation and adaptation.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mitigation and one adaptation measure.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Mitigation: plant trees or use solar energy. Adaptation: grow drought-resistant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Climate change.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Greenhouse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Climate change has the following causes. On this slide we have Burning fuels and Deforestation.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On this slide we have Natural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greenhouse effect.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Manifestations and Consequences. Climate change shows itself and affects people as follows. On this slide we have Global warming and Irregular rains.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Manifestations and Consequences. On this slide we have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People respond to climate change as follows. On this slide we have Mitigation and Adaptation.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climate change.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burning fuels and deforestation.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mitigation and adaptation.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mitigation reduces the causes; adaptation adjusts to the effects.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warming; number 2, greenhouse; number 3,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three actions your family can take against climate change.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The Internal Structure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10: CLIMATE CHANGE AND ITS CONSEQUENCES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Climate Change and its Consequences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Climate Change and its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change, global warming, greenhouse gases, adaptation,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General causes, manifestations, consequences, adaptation and mitigation of climate change.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climate change and adopt behaviour that reduces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6: Mechanisms of Rain Formation):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label the mechanism of relief rainfall on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drawing shows the sea, moist wind arrows rising up the windward slope, clouds and rain on that slope, and dry descending air on the leeward slope (rain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causes of climate change.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manifestations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atmosphere contains carbon dioxide.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Burning fuel gives smoke.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take in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Grandfather Oumarou says that when he was young, the rains in Garoua started in April and were regular. Today they start late, stop suddenly and the heat is stronger. He wonders what is happening.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of Garoua is changing.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changes the grandfather notices.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rains start late and the heat is stronger.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phenomenon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save energy and avoid burning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climate change and how to fight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xhau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Smoke from factories.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causes of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fuels in factories and cars, and cutting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reenho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greenhouse effect.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greenhouse gases warm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trap the heat of the Sun in the atmosphere, like the glass of a greenhouse.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o2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Carbon dioxide and temperature.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temperature of the Earth as carbon dioxide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temperature rises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cracked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consequences of climate change for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Irregular rains, droughts and floods, and poor harvests.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ADAPTATION AND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it_adap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Mitigation and adaptation.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mitigation and one adaptation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Mitigation: plant trees or use solar energy. Adaptation: grow drought-resistant seeds.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Climate Change and its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long-term change in the average climate of a place or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Greenhouse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gases, such as carbon dioxide, that trap heat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Climate change has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Burning fuels: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petrol, coal and wood releases carbon dioxide.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Cutting trees leaves fewer plants to absorb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eruptions and changes in the Sun also change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pic>
        <p:nvPicPr>
          <p:cNvPr id="4" name="Image 0" descr="/home/claude/f4/img/v2/greenho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greenhouse effect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and Consequences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Climate change shows itself and affects people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 warming: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average temperature of the Earth is rising.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Irregular rains: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Rains start late, stop early and bring droughts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and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Harvests fall, water becomes scarce and diseases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respond to climate change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reduce greenhouse gases by planting trees and using solar energy.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adjust by using drought-resistant seeds, storing water and changing the farming calendar.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fuels and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mitigation and adaptation.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Mitigation reduces the causes; adaptation adjusts to the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rise of the Earth's temperature is global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Carbon dioxide is a ______ gas.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is a ______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actions your family can take against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 change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changement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Global warming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réchauffement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 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 à effet de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Climate Change and its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causes of climate change. Describe its manifestations and consequences. Propose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climate change and adopt behaviour that reduces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Manifestations and Consequences; Adaptation and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three actions your family can take against climate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sources of smoke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a closed car in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rising line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farmers' children.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actions for the school.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“image replaced (thanks Anne :) )” by why 137, CC BY 2.0, via Flickr (https://www.flickr.com/photos/78752351@N03/8464430910)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2026-09-27T13:44:23Z</dcterms:created>
  <dcterms:modified xsi:type="dcterms:W3CDTF">2026-09-27T13:44:23Z</dcterms:modified>
</cp:coreProperties>
</file>