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On a map of the world in your atlas, find Cameroon, the Equator and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is in Central Africa, just north of the Equator (between about 2° N and 13° N) and east of the Greenwich Meridian (between about 8° E and 16°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forms of representation of the Earth.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She asks her father: "How can I change these 6 centimetres into the real distance in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how to change a distance on the map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north arrow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round model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round model of the Earth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Earth drawn on flat surfaces.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Compare these three world maps. Are the shapes of the continents the same?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shapes and sizes of the continents change from one map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they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round Earth is drawn on a flat surface in different ways, called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and the information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ways of writing the scale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scale "1 cm to 25 km"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centimetre on the map represents 25 kilometres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With a scale of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forms. Copy the point on The globe on the left, then draw the diagram on the right: the globe.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world map on the left, then draw the diagram on the right: a world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 projections on the left, then draw the diagram on the right: three map projections.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map has the following marginal information. On this slide we have Title.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Key (legend) on the left, then draw the diagram on the right: signs explained in a key.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Scale on the left, then draw the diagram on the right: ways of writing 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Cardinal points and north arrow on the left, then draw the diagram on the right: the cardinal points.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Grid lines, latitudes and longitudes on the left, then draw the diagram on the right: grid lines on a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Scale and Calculating Distances. We calculate a real distance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Scale and Calculating Distances. On this slide we have Step 3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the map of Cameroon in your atlas, measure the distance from Garoua to Ngaoundéré and change it into kilometres with the scale.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forms of representation of the Earth's shape (globe, world map, projections). Practical exercise: identification of the marginal information on maps (title, key, scale, cardinal points, grid lines, latitudes and longitudes, orientation). Contextualisation: read the scale of a map and calculate distances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Central Africa, just north of the Equator (between about 2° N and 13° N) and east of the Greenwich Meridian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forms of representation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She asks her father: "How can I change these 6 centimetres into the real distance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how to change a distance on the map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north arrow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round model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round model of the Earth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projections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drawn on flat surfaces.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these three world maps. Are the shapes of the continents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shapes and sizes of the continents change from one map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round Earth is drawn on a flat surface in different ways, called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and the information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of writing the scale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scale "1 cm to 25 km"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centimetre on the map represents 25 kilometres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method of drawing the round Earth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Earth is represented in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globe: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shows the true shape and sizes of the continents. However, it shows only half of the Earth at once and few details.</a:t>
            </a:r>
            <a:endParaRPr lang="en-US" sz="3400" dirty="0"/>
          </a:p>
        </p:txBody>
      </p:sp>
      <p:pic>
        <p:nvPicPr>
          <p:cNvPr id="5" name="Image 0" descr="/home/claude/f4/img/v2/glob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globe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world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whole Earth at once on a flat surface. It is easy to carry and shows many details.</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world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 projections: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projection keeps some shapes or sizes and changes others. Examples are cylindrical, equal-area and azimuthal projections.</a:t>
            </a:r>
            <a:endParaRPr lang="en-US" sz="3600" dirty="0"/>
          </a:p>
        </p:txBody>
      </p:sp>
      <p:pic>
        <p:nvPicPr>
          <p:cNvPr id="5" name="Image 0" descr="/home/claude/f4/img/v2/map_projections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map projections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the signs, lines and colours used on the map.</a:t>
            </a:r>
            <a:endParaRPr lang="en-US" sz="3600" dirty="0"/>
          </a:p>
        </p:txBody>
      </p:sp>
      <p:pic>
        <p:nvPicPr>
          <p:cNvPr id="5" name="Image 0" descr="/home/claude/f4/img/v2/sig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signs explained in a key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relation between a distance on the map and the real distance on the ground.</a:t>
            </a:r>
            <a:endParaRPr lang="en-US" sz="3600" dirty="0"/>
          </a:p>
        </p:txBody>
      </p:sp>
      <p:pic>
        <p:nvPicPr>
          <p:cNvPr id="5" name="Image 0" descr="/home/claude/f4/img/v2/scale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ways of writing a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Cardinal points and north arrow: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show the directions: north, south, east and west.</a:t>
            </a:r>
            <a:endParaRPr lang="en-US" sz="3600" dirty="0"/>
          </a:p>
        </p:txBody>
      </p:sp>
      <p:pic>
        <p:nvPicPr>
          <p:cNvPr id="5" name="Image 0" descr="/home/claude/f4/img/v2/bearing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cardinal points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Grid lines, latitudes and longitudes: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help us to locate places on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grid lines on a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between the two places on the map with a ruler.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map distance by the value of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answer in kilometres.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forms of representation of the Earth.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Reading the Scale and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the map of Cameroon in your atlas, measure the distance from Garoua to Ngaoundéré and change it into kilometres with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scale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2026-09-28T17:20:19Z</dcterms:created>
  <dcterms:modified xsi:type="dcterms:W3CDTF">2026-09-28T17:20:19Z</dcterms:modified>
</cp:coreProperties>
</file>