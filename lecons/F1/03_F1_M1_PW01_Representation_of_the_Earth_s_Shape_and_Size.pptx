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Representation of the Earth's Shape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globe, world map, projection, title, key, scale, cardinal points, grid lines. At the end, you should be able to do this: learners are able to identify the marginal information of a map and calculate distances with a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Our Planet, the Earth. The question was: On a map of the world in your atlas, find Cameroon, the Equator and the Greenwich Meridian.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is in Central Africa, just north of the Equator (between about 2° N and 13° N) and east of the Greenwich Meridian (between about 8° E and 16°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a globe from a map. Number 2: identify the marginal information on a map. Number 3: calculate real distances using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round like a ball. Maps show places on a flat surface. Latitudes and longitudes help us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Mariam wants to know how far Garoua is from Maroua. On her map, the two towns are 6 cm apart, but she does not know how to change this into kilometres.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cannot change the map distance into a real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map helps 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is written around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title, the key and the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read the title, the key and the scale before using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maps correctly and to calculate real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round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best model of the round Earth, and why do we also use flat maps?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globe is the best model; flat maps are easier to carry and show more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world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the shapes of the continents when the round Earth is drawn on a flat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Some shapes and sizes are changed (distorted), especially near the poles; the way of drawing is called a projection.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marginal information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elements written around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title, the key, the scale, the north arrow, the frame and the grid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types of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On a map of scale 1 cm to 25 km, Garoua and Maroua are 6 cm apart. What is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25 = 150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of Cameroon with grid lines.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elements help us to find directions on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arrow and the cardinal points (N, S, E,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Globe and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Representation of the Earth. The Earth is represented in the following ways. On this slide we have Globe and World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Forms of Representation of the Earth. On this slide we have Projection.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Marginal Information on Maps. A good map has the following elements. On this slide we have Title, Key and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Marginal Information on Maps. On this slide we have North arrow and grid lines.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marginal information of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Calculating Distances. We calculate a real distance as follows. On this slide we have Method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elements of the marginal information of a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title, the key, the scale and the north arrow.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On a map of 1 cm to 10 km, two towns are 4.5 cm apart. Find the real distance.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4.5 × 10 = 45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globe; number 2, key; number 3,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the map of Cameroon in your atlas, measure the distance from Garoua to Ngaoundéré and change it into kilometres with the scale.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Locate a Place on a Map.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REPRESENTATION OF THE EARTH'S SHAPE AND SIZE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Representation of the Earth's Shape and Size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Representation of the Earth's Shape and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Globe, world map, projection, title, key, scale, cardinal points, grid 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representation of the Earth's shape (globe, world map, projections); marginal information on maps; reading a scale and calculating distances.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marginal information of a map and calculate distances with a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Our Planet,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the world in your atlas, find Cameroon, the Equator and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in Central Africa, just north of the Equator (between about 2° N and 13° N) and east of the Greenwich Meridian (between about 8° E and 16°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 globe from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marginal information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real distances using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places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and longitudes help us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wants to know how far Garoua is from Maroua. On her map, the two towns are 6 cm apart, but she does not know how to change this into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cannot change the map distance into a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map helps 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is written around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and the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read the title, the key and the scale before using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maps correctly and to calculate real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round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best model of the round Earth, and why do we also use flat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globe is the best model; flat maps are easier to carry and show more details.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ntinents_ocean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world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shapes of the continents when the round Earth is drawn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shapes and sizes are changed (distorted), especially near the poles; the way of drawing is called a projection.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marginal information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elements written around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the north arrow, the frame and the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SCALE AND DISTANCE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SCALE AND DISTANCE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scale 1 cm to 25 km, Garoua and Maroua are 6 cm apart. What is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SCALE AND DISTANCE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25 = 150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SCALE AND DISTANCE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 with grid lines.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SCALE AND DISTANCE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elements help us to find directions on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SCALE AND DISTANCE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arrow and the cardinal points (N, S, E,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Representation of the Earth's Shape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round model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drawing of the Earth or part of it on a flat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Earth is represented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globe shows the true shape of the Earth but few details.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world map shows the whole Earth on a flat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Projection: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projection is a method of drawing the round Earth on a flat map, which changes some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good map has the following elements: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tells what the map shows.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explains the signs and colours used on the map.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relation between a distance on the map and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arrow and grid 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directions and help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marginal information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Calculating Distances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calculate a real distance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measure the distance on the map with a ruler and multiply it by the scale.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scale of 1 cm to 25 km, 6 cm on the map equals 6 × 25 = 150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elements of the marginal information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and the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1 cm to 10 km, two towns are 4.5 cm apart. Find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 × 10 = 45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round model of the Earth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part of a map that explains the signs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part of a map used to calculate distances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map of Cameroon in your atlas, measure the distance from Garoua to Ngaoundéré and change it into kilometres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titre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 arrow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du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Representation of the Earth's Shape and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a globe from a map. Identify the marginal information on a map. Calculate real distances using the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marginal information of a map and calculate distances with a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Forms of Representation of the Earth; Marginal Information on Maps; Calculating Distances.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the map of Cameroon in your atlas, measure the distance from Garoua to Ngaoundéré and change it into kilometres with the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 and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peel an orange and flatten the peel.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frame with these elements.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point to north in the classroom.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2026-09-27T13:44:17Z</dcterms:created>
  <dcterms:modified xsi:type="dcterms:W3CDTF">2026-09-27T13:44:17Z</dcterms:modified>
</cp:coreProperties>
</file>