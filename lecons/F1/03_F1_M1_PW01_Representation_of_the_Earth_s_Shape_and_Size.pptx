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Representation of the Earth's Shape and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globe, world map, projection, title, key, scale, cardinal points, grid lines. At the end, you should be able to do this: learners are able to identify the marginal information of a map and calculate distances with a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Our Planet, the Earth. The question was: On a map of the world in your atlas, find Cameroon, the Equator and the Greenwich Meridian.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is in Central Africa, just north of the Equator (between about 2° N and 13° N) and east of the Greenwich Meridian (between about 8° E and 16° 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forms of representation of the Earth. Number 2: identify the marginal information on a map. Number 3: calculate real distances using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round like a ball. Maps show places on a flat surface. Latitudes and longitudes help us to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Mariam wants to know how far Garoua is from Maroua. On her map, the two towns are 6 cm apart. She asks her father: "How can I change these 6 centimetres into the real distance in kilometres?"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how to change a distance on the map into a real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map helps 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is written around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title, the key, the north arrow and the grid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read the title, the key and the scale before using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maps correctly and to calculate real distances.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round model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this round model of the Earth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globe.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Earth drawn on flat surfaces.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Compare these three world maps. Are the shapes of the continents the same?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 shapes and sizes of the continents change from one map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are they different?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the round Earth is drawn on a flat surface in different ways, called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map and the information around 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elements written around this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title, the key, the scale, the north arrow, the frame and the grid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ways of writing the scale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the scale "1 cm to 25 km"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centimetre on the map represents 25 kilometres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With a scale of 1 cm to 25 km, Garoua and Maroua are 6 cm apart. What is the real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 × 25 = 150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Globe and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Projection.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Forms of Representation of the Earth. The Earth is represented in the following forms. Copy the point on The globe on the left, then draw the diagram on the right: the globe.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world map on the left, then draw the diagram on the right: a world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Map projections on the left, then draw the diagram on the right: three map projections.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Marginal Information on Maps. A map has the following marginal information. On this slide we have Title.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Key (legend) on the left, then draw the diagram on the right: signs explained in a key.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Scale on the left, then draw the diagram on the right: ways of writing a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Cardinal points and north arrow on the left, then draw the diagram on the right: the cardinal points.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Grid lines, latitudes and longitudes on the left, then draw the diagram on the right: grid lines on a map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the Scale and Calculating Distances. We calculate a real distance in the following steps. On this slide we have Step 1 and Step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Scale and Calculating Distances. On this slide we have Step 3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elements of the marginal information of a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title, the key, the scale and the north arrow.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On a map of 1 cm to 10 km, two towns are 4.5 cm apart. Find the real distance.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4.5 × 10 = 45 km.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globe; number 2, key; number 3,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the map of Cameroon in your atlas, measure the distance from Garoua to Ngaoundéré and change it into kilometres with the scale.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Locate a Place on a Map.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REPRESENTATION OF THE EARTH'S SHAPE AND SIZE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Representation of the Earth's Shape and Size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Representation of the Earth's Shape and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Globe, world map, projection, title, key, scale, cardinal points, grid lines.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forms of representation of the Earth's shape (globe, world map, projections). Practical exercise: identification of the marginal information on maps (title, key, scale, cardinal points, grid lines, latitudes and longitudes, orientation). Contextualisation: read the scale of a map and calculate distances between places.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marginal information of a map and calculate distances with a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Our Planet,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the world in your atlas, find Cameroon, the Equator and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in Central Africa, just north of the Equator (between about 2° N and 13° N) and east of the Greenwich Meridian (between about 8° E and 16°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forms of representation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marginal information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real distances using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round like a ball.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places on a flat surface.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Latitudes and longitudes help us to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wants to know how far Garoua is from Maroua. On her map, the two towns are 6 cm apart. She asks her father: "How can I change these 6 centimetres into the real distance in kilometres?"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how to change a distance on the map into a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map helps 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is written around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north arrow and the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read the title, the key and the scale before using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maps correctly and to calculate real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lob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round model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round model of the Earth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globe.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p_projections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drawn on flat surfaces.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these three world maps. Are the shapes of the continents the same?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shapes and sizes of the continents change from one map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round Earth is drawn on a flat surface in different ways, called projections.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and the information around 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elements written around this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scale, the north arrow, the frame and the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 THE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Ways of writing the scale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 THE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scale "1 cm to 25 km"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 THE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centimetre on the map represents 25 kilometres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DISTANCES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scale of 1 cm to 25 km, Garoua and Maroua are 6 cm apart. What is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25 = 150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Representation of the Earth's Shape and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round model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drawing of the Earth or part of it on a flat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Projection: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method of drawing the round Earth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Earth is represented in the following 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The globe: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shows the true shape and sizes of the continents. However, it shows only half of the Earth at once and few details.</a:t>
            </a:r>
            <a:endParaRPr lang="en-US" sz="3400" dirty="0"/>
          </a:p>
        </p:txBody>
      </p:sp>
      <p:pic>
        <p:nvPicPr>
          <p:cNvPr id="5" name="Image 0" descr="/home/claude/f4/img/v2/glob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globe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world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whole Earth at once on a flat surface. It is easy to carry and shows many details.</a:t>
            </a:r>
            <a:endParaRPr lang="en-US" sz="3600" dirty="0"/>
          </a:p>
        </p:txBody>
      </p:sp>
      <p:pic>
        <p:nvPicPr>
          <p:cNvPr id="5" name="Image 0" descr="/home/claude/f4/img/v2/continents_ocean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world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Map projections: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projection keeps some shapes or sizes and changes others. Examples are cylindrical, equal-area and azimuthal projections.</a:t>
            </a:r>
            <a:endParaRPr lang="en-US" sz="3600" dirty="0"/>
          </a:p>
        </p:txBody>
      </p:sp>
      <p:pic>
        <p:nvPicPr>
          <p:cNvPr id="5" name="Image 0" descr="/home/claude/f4/img/v2/map_projections_big.png">    </p:cNvPr>
          <p:cNvPicPr>
            <a:picLocks noChangeAspect="1"/>
          </p:cNvPicPr>
          <p:nvPr/>
        </p:nvPicPr>
        <p:blipFill>
          <a:blip r:embed="rId1"/>
          <a:stretch>
            <a:fillRect/>
          </a:stretch>
        </p:blipFill>
        <p:spPr>
          <a:xfrm>
            <a:off x="5349240" y="2565478"/>
            <a:ext cx="6659575" cy="2705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map projections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map has the following marginal information: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tells what the map shows and 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Key (legend):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explains the signs, lines and colours used on the map.</a:t>
            </a:r>
            <a:endParaRPr lang="en-US" sz="3600" dirty="0"/>
          </a:p>
        </p:txBody>
      </p:sp>
      <p:pic>
        <p:nvPicPr>
          <p:cNvPr id="5" name="Image 0" descr="/home/claude/f4/img/v2/sig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signs explained in a key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relation between a distance on the map and the real distance on the ground.</a:t>
            </a:r>
            <a:endParaRPr lang="en-US" sz="3600" dirty="0"/>
          </a:p>
        </p:txBody>
      </p:sp>
      <p:pic>
        <p:nvPicPr>
          <p:cNvPr id="5" name="Image 0" descr="/home/claude/f4/img/v2/scale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ways of writing a scale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Cardinal points and north arrow: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show the directions: north, south, east and west.</a:t>
            </a:r>
            <a:endParaRPr lang="en-US" sz="3600" dirty="0"/>
          </a:p>
        </p:txBody>
      </p:sp>
      <p:pic>
        <p:nvPicPr>
          <p:cNvPr id="5" name="Image 0" descr="/home/claude/f4/img/v2/bearing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cardinal points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Grid lines, latitudes and longitudes: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help us to locate places on the map.</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grid lines on a map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Reading the Scale and Calculating Distances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calculate a real distance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measure the distance between the two places on the map with a ruler.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multiply the map distance by the value of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Reading the Scale and Calculating Distances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answer in kilometres.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scale of 1 cm to 25 km, 6 cm on the map equals 6 × 25 = 150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elements of the marginal information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scale and the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1 cm to 10 km, two towns are 4.5 cm apart. Find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 × 10 = 45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round model of the Earth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part of a map that explains the signs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part of a map used to calculate distances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map of Cameroon in your atlas, measure the distance from Garoua to Ngaoundéré and change it into kilometres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titre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 arrow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flèche du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Representation of the Earth's Shape and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forms of representation of the Earth. Identify the marginal information on a map. Calculate real distances using the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marginal information of a map and calculate distances with a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Forms of Representation of the Earth; Marginal Information on Maps; Reading the Scale and Calculating Distances.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the map of Cameroon in your atlas, measure the distance from Garoua to Ngaoundéré and change it into kilometres with the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 or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peel an orange and flatten the peel.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frame with these elements.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scale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calculation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2026-09-28T16:51:23Z</dcterms:created>
  <dcterms:modified xsi:type="dcterms:W3CDTF">2026-09-28T16:51:23Z</dcterms:modified>
</cp:coreProperties>
</file>