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Atmospheric Circulation.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pressure, high pressure, low pressure, wind, pressure belts. At the end, you should be able to do this: learners are able to explain how differences in pressure create winds and describe the main pressure belts and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Atmosphere. The question was: Draw and label the four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From the ground: troposphere (0–12 km, weather), stratosphere (12–50 km, ozone layer), mesosphere (50–85 km), thermosphere (above 85 km).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atmospheric pressure. Number 2: distinguish high and low pressure. Number 3: describe the pressure belts and the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is made of air. The Sun heats the Earth more at the Equator. Hot air rises.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the Harmattan blows dust over Garoua from the north-east. In July, a moist wind from the south-west brings rain. Hadiza asks her teacher: "Why does the wind change its direction with the seasons?"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Hadiza does not know why the wind changes its direction with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dry wind blows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causes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Differences in air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Harmattan dust: cover your nose and drink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winds that bring rain and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an instrument of the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this instrument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pressure of the air (atmospheric pressure): it is a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hot air rises, cool air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air when it is heated?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 and rises, and the pressure below it becomes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From which type of pressure does the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high pressure towards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pressure belts and winds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winds blow from the tropics towards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dusty sky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the Harmattan bring to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 dusty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and Wind.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belt.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Pressure. There are two types of pressure. Copy the point on Low pressure on the left, then draw the diagram on the right: hot air rises.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Pressure. On this slide we have High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Measurement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Pressure Belts. The main pressure belts and winds are the following. Copy the point on Pressure belts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Winds and Pressure Belts. On this slide we have Westerlies and Polar easterlies.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a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South-west monsoon on the left, then draw the diagram on the right: monsoon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wind?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moving from high to low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winds that blow over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and the south-west monsoon.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low; number 3,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wind for three days and write its direction and whether it is dry or moist.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Atmospheric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ATMOSPHERIC CIRCULATION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Circulation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high pressure, low pressure, wind,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types of pressure (high and low pressure); winds and 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four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ground: troposphere (0–12 km, weather), stratosphere (12–50 km, ozone layer), mesosphere (50–85 km), thermosphere (above 85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high and low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pressure belts and the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is made of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heats the Earth more at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the Harmattan blows dust over Garoua from the north-east. In July, a moist wind from the south-west brings rain. Hadiza asks her teacher: "Why does the wind change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Hadiza does not know why the wind changes its direction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wind blows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Differences in air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Harmattan dust: cover your nose and drink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winds that bring rain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of the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pressure of the air (atmospheric pressure): it is a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hot air rises, cool air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air when it is heated?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HIGH AND LOW PRESSURE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 and rises, and the pressure below it becomes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which type of pressure does the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high pressure towards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Pressure belts and winds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from the tropics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Harmattan bring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 OF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dusty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 on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air moving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There are two types of pressure: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Low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where hot air rises, as at the Equator.</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air rises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where cool air sinks, as at the tropics and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Pressure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Pressure is measured with a barometer, in millibars.</a:t>
            </a:r>
            <a:endParaRPr lang="en-US" sz="3600" dirty="0"/>
          </a:p>
        </p:txBody>
      </p:sp>
      <p:pic>
        <p:nvPicPr>
          <p:cNvPr id="5" name="Image 0" descr="/home/claude/f4/img/v2/f4_barometer.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pressure belts and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belts: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Equatorial Low, the Subtropical Highs, the Temperate Lows and the Polar Highs surround the Earth.</a:t>
            </a:r>
            <a:endParaRPr lang="en-US" sz="3200" dirty="0"/>
          </a:p>
        </p:txBody>
      </p:sp>
      <p:pic>
        <p:nvPicPr>
          <p:cNvPr id="5"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blow from the Subtropical Highs towards the Equator.</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Subtropical Highs towards the Temperate 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towards the Temperate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dry, dusty wind from the Sahara that blows over the north of Cameroon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Winds and Pressure Belts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South-west monsoon: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moist wind from the Atlantic Ocean that brings rain in the rainy season.</a:t>
            </a:r>
            <a:endParaRPr lang="en-US" sz="3600" dirty="0"/>
          </a:p>
        </p:txBody>
      </p:sp>
      <p:pic>
        <p:nvPicPr>
          <p:cNvPr id="5" name="Image 0" descr="/home/claude/f4/img/v2/lsa_mons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monsoon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moving from high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winds that blow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and the south-west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rising air gives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wind for three days and write its direction and whether it is dry or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Atmospheric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poussière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Distinguish high and low pressure. Describe the pressure belts and the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differences in pressure create winds and describe the main pressure belts and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Pressure; Winds and Pressure Belts.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wind for three days and write its direction and whether it is dry or moist.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barometer.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smoke rising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air out of a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belts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(South-west monsoon): “Running in the rain” by VinothChandar, CC BY 2.0, via Flickr (https://www.flickr.com/photos/44345361@N06/10960940954)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2026-09-28T16:51:25Z</dcterms:created>
  <dcterms:modified xsi:type="dcterms:W3CDTF">2026-09-28T16:51:25Z</dcterms:modified>
</cp:coreProperties>
</file>