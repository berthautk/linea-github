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Atmospheric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pressure, high pressure, low pressure, wind, pressure belts, planetary winds. At the end, you should be able to do this: learners are able to explain how differences in pressure create winds and describe the main pressure belts and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The Atmosphere. The question was: Draw and label the four layers of the atmosphere.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From the ground: troposphere (0–12 km, weather), stratosphere (12–50 km, ozone layer), mesosphere (50–85 km), thermosphere (above 85 km).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pressure. Number 2: distinguish high and low pressure. Number 3: describe the pressure belts and the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is made of air. The Sun heats the Earth more at the Equator. Hot air rises.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the Harmattan blows dust over Garoua from the north-east. In July, a moist wind from the south-west brings rain. Hadiza asks why the wind changes direction with the seasons.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Hadiza does not know why the wind changes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dry wind blows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causes winds?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Differences in air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yourself from Harmattan dust: cover your nose and drink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winds that bring rain and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barometer.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a barometer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Atmospheric pressure, the weight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hot air rises, cool air sinks.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pressure low: where air rises or where air sinks?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Pressure is low where hot air rises and high where cool air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windsock.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Wind blows from which pressure to which pressure?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high pressure to low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pressure belts and planetary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winds blow from the tropics towards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trade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dusty sky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does the Harmattan come from, and what does it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Sahara in the north-east; it brings dry, dusty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Atmospheric pressure and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Pressure. There are two types of pressure. On this slide we have Low pressure and High pressure.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Belts and Winds. The main pressure belts and winds are the following. On this slide we have Pressure belts and Trade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Belts and Winds. On this slide we have Westerlies and Winds of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and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wind?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moving from high to low pressure.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winds that blow over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Harmattan and the south-west monsoon.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barometer; number 2, low; number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wind for three days and write its direction and whether it is dry or moist.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Atmospheric Disturbances.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ATMOSPHERIC CIRCULATION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Atmospheric Circulation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high pressure, low pressure, wind, pressure belts,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types of pressure (high and low); winds and pressure belts.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differences in pressure create winds and describe the main pressure belts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the four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ground: troposphere (0–12 km, weather), stratosphere (12–50 km, ozone layer), mesosphere (50–85 km), thermosphere (above 85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high and low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pressure belts and the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is made of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heats the Earth more at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air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the Harmattan blows dust over Garoua from the north-east. In July, a moist wind from the south-west brings rain. Hadiza asks why the wind changes direction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Hadiza does not know why the wind changes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wind blows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Differences in air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yourself from Harmattan dust: cover your nose and drink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winds that bring rain and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barometer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Atmospheric pressure, the weight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 AND LOW PRESSURE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hot air rises, cool air sinks.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 AND LOW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pressure low: where air rises or where air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 AND LOW PRESSURE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Pressure is low where hot air rises and high where cool air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blows from which pressure to which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winds blow from the tropics towards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 OF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dusty sky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Harmattan come from, and what does it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Sahara in the north-east; it brings dry, dusty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Atmospheric Circulation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 on the surface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air moving 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Pressure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types of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where hot air rises, as at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where cool air sinks, as at the tropics and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Pressure Belts and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pressure belts and winds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Low, the Sub-tropical Highs, the Temperate Lows and the Polar Highs surround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Pressure Belts and Winds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temperate 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of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Harmattan blows in the dry season and the moist south-west monsoon brings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Pressure Belts and Winds</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moving from high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winds that blow over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and the south-west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rising air gives ______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from the Sahara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for three days and write its direction and whether it is dry or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Atmospheric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Distinguish high and low pressure. Describe the pressure belts and the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differences in pressure create winds and describe the main pressure belts and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Pressure; Pressure Belts and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wind for three days and write its direction and whether it is dry or moist.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barometer.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smoke rising from a fire.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let air out of a balloon.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belts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Harmattan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2026-09-27T13:44:21Z</dcterms:created>
  <dcterms:modified xsi:type="dcterms:W3CDTF">2026-09-27T13:44:21Z</dcterms:modified>
</cp:coreProperties>
</file>