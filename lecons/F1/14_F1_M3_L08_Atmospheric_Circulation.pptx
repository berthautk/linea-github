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8: Atmospheric Circulation.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3: Protection from the Wrath of Nature.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Protection against the Wrath of Nature, and the sub-topic is Climatic Disturbances. The key notions we shall use today are: pressure, high pressure, low pressure, wind, pressure belts. At the end, you should be able to do this: learners are able to explain how differences in pressure create winds and describe the main pressure belts and winds.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7: The Atmosphere. The question was: Draw and label the four layers of the atmosphere.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From the ground: troposphere (0–12 km, weather), stratosphere (12–50 km, ozone layer), mesosphere (50–85 km), thermosphere (above 85 km).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atmospheric pressure. Number 2: distinguish high and low pressure. Number 3: describe the pressure belts and the winds.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atmosphere is made of air. The Sun heats the Earth more at the Equator. Hot air rises.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January, the Harmattan blows dust over Garoua from the north-east. In July, a moist wind from the south-west brings rain. Hadiza asks her teacher: "Why does the wind change its direction with the seasons?"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Hadiza does not know why the wind changes its direction with the seasons.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dry wind blows in January?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Harmattan.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causes winds?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Differences in air pressure.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yourself from Harmattan dust: cover your nose and drink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winds that bring rain and the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an instrument of the weather station.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does this instrument measure?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pressure of the air (atmospheric pressure): it is a barometer.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hot air rises, cool air sinks.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happens to air when it is heated?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becomes light and rises, and the pressure below it becomes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windsock.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From which type of pressure does the wind blow?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high pressure towards low pressure.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pressure belts and winds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winds blow from the tropics towards the Equator?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trade winds.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dusty sky in the dry season.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does the Harmattan bring to the north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Dry, dusty air from the Sahara.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Atmospheric pressure and Wind.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Pressure belt.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Pressure. There are two types of pressure. Copy the point on Low pressure on the left, then draw the diagram on the right: hot air rises.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Pressure. On this slide we have High pressure.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Measurement on the left, then draw the diagram on the right: a barometer.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Winds and Pressure Belts. The main pressure belts and winds are the following. Copy the point on Pressure belts on the left, then draw the diagram on the right: the pressure belts.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Trade winds on the left, then draw the diagram on the right: the planetary winds.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Winds and Pressure Belts. On this slide we have Westerlies and Polar easterlies.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Harmattan on the left, then draw the diagram on the right: a Harmattan sky.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South-west monsoon on the left, then draw the diagram on the right: monsoon rain.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wind?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air moving from high to low pressure.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two winds that blow over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Harmattan and the south-west monsoon.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barometer; number 2, low; number 3, Harmattan.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Observe the wind for three days and write its direction and whether it is dry or moist.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9: Atmospheric Disturbances.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8: ATMOSPHERIC CIRCULATION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gif"/><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Atmospheric Circulation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Protection from the Wrath of Nature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Protection against the Wrath of Nature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Climatic Disturbances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8: Atmospheric Circulation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Pressure, high pressure, low pressure, wind, pressure belts.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Pressure; types of pressure (high and low pressure); winds and pressure belts.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differences in pressure create winds and describe the main pressure belts and winds.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7: The Atmosphere):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and label the four layers of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ground: troposphere (0–12 km, weather), stratosphere (12–50 km, ozone layer), mesosphere (50–85 km), thermosphere (above 85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atmospheric pressure.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high and low pressure.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pressure belts and the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atmosphere is made of air.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Sun heats the Earth more at the Equator.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Hot air rises.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January, the Harmattan blows dust over Garoua from the north-east. In July, a moist wind from the south-west brings rain. Hadiza asks her teacher: "Why does the wind change its direction with the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Hadiza does not know why the wind changes its direction with the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dry wind blows in 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Harmattan.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causes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Differences in air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yourself from Harmattan dust: cover your nose and drink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winds that bring rain and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barometer.jpg">    </p:cNvPr>
          <p:cNvPicPr>
            <a:picLocks noChangeAspect="1"/>
          </p:cNvPicPr>
          <p:nvPr/>
        </p:nvPicPr>
        <p:blipFill>
          <a:blip r:embed="rId1"/>
          <a:stretch>
            <a:fillRect/>
          </a:stretch>
        </p:blipFill>
        <p:spPr>
          <a:xfrm>
            <a:off x="2251123" y="1783080"/>
            <a:ext cx="7689450"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instrument of the weather station.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this instrument measure?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pressure of the air (atmospheric pressure): it is a barometer.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HIGH AND LOW PRESSURE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onvec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hot air rises, cool air sinks.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HIGH AND LOW PRESSURE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air when it is heated?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HIGH AND LOW PRESSURE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becomes light and rises, and the pressure below it becomes 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WINDS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windso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windsock.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which type of pressure does the wind blow?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high pressure towards low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PRESSURE BELTS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pressure_bel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Pressure belts and winds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PRESSURE BELTS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winds blow from the tropics towards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PRESSURE BELTS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trade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WINDS OF CAMEROON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harmatta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dusty sky in the dry season.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WINDS OF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Harmattan bring to the north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WINDS OF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Dry, dusty air from the Sahara.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Protection against the Wrath of Nature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Climatic Disturbances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Atmospheric Circulation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Atmospheric pressure: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weight of the air on the surface of the Earth.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air moving from high pressure to low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Pressure belt: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zone of high or low pressure around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Pressure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There are two types of pressure:</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Low pressure: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forms where hot air rises, as at the Equator.</a:t>
            </a:r>
            <a:endParaRPr lang="en-US" sz="3600" dirty="0"/>
          </a:p>
        </p:txBody>
      </p:sp>
      <p:pic>
        <p:nvPicPr>
          <p:cNvPr id="5" name="Image 0" descr="/home/claude/f4/img/v2/convection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hot air rises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Pressure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pressure: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forms where cool air sinks, as at the tropics and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Pressure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Measurement: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Pressure is measured with a barometer, in millibars.</a:t>
            </a:r>
            <a:endParaRPr lang="en-US" sz="3600" dirty="0"/>
          </a:p>
        </p:txBody>
      </p:sp>
      <p:pic>
        <p:nvPicPr>
          <p:cNvPr id="5" name="Image 0" descr="/home/claude/f4/img/v2/f4_barometer.jpg">    </p:cNvPr>
          <p:cNvPicPr>
            <a:picLocks noChangeAspect="1"/>
          </p:cNvPicPr>
          <p:nvPr/>
        </p:nvPicPr>
        <p:blipFill>
          <a:blip r:embed="rId1"/>
          <a:stretch>
            <a:fillRect/>
          </a:stretch>
        </p:blipFill>
        <p:spPr>
          <a:xfrm>
            <a:off x="5349240" y="2069045"/>
            <a:ext cx="6659575" cy="3698319"/>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barometer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Winds and Pressure Belts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main pressure belts and winds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Pressure belts: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Equatorial Low, the Subtropical Highs, the Temperate Lows and the Polar Highs surround the Earth.</a:t>
            </a:r>
            <a:endParaRPr lang="en-US" sz="3200" dirty="0"/>
          </a:p>
        </p:txBody>
      </p:sp>
      <p:pic>
        <p:nvPicPr>
          <p:cNvPr id="5" name="Image 0" descr="/home/claude/f4/img/v2/pressure_belt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pressure belts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Winds and Pressure Belts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Trade winds: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blow from the Subtropical Highs towards the Equator.</a:t>
            </a:r>
            <a:endParaRPr lang="en-US" sz="3600" dirty="0"/>
          </a:p>
        </p:txBody>
      </p:sp>
      <p:pic>
        <p:nvPicPr>
          <p:cNvPr id="5" name="Image 0" descr="/home/claude/f4/img/v2/planetary_wind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planetary winds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Winds and Pressure Belts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Westerlies: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blow from the Subtropical Highs towards the Temperate 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Polar easterlies: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blow from the Polar Highs towards the Temperate Lows.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Winds and Pressure Belts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Harmattan: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dry, dusty wind from the Sahara that blows over the north of Cameroon in the dry season.</a:t>
            </a:r>
            <a:endParaRPr lang="en-US" sz="3600" dirty="0"/>
          </a:p>
        </p:txBody>
      </p:sp>
      <p:pic>
        <p:nvPicPr>
          <p:cNvPr id="5" name="Image 0" descr="/home/claude/f4/img/v2/f2t_harmatta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Harmattan sky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Winds and Pressure Belts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South-west monsoon: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moist wind from the Atlantic Ocean that brings rain in the rainy season.</a:t>
            </a:r>
            <a:endParaRPr lang="en-US" sz="3600" dirty="0"/>
          </a:p>
        </p:txBody>
      </p:sp>
      <p:pic>
        <p:nvPicPr>
          <p:cNvPr id="5" name="Image 0" descr="/home/claude/f4/img/v2/lsa_monsoo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monsoon rain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moving from high to low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winds that blow over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Harmattan and the south-west monsoon.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Pressure is measured with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Hot rising air gives ______ pressure.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dry wind from the Sahara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the wind for three days and write its direction and whether it is dry or moist.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Atmospheric Disturbances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Pressure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Barometer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baromètre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Trade winds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alizés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Dust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poussière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Monsoon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mousson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Protection against the Wrath of Nature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8: Atmospheric Circulation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atmospheric pressure. Distinguish high and low pressure. Describe the pressure belts and the winds.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differences in pressure create winds and describe the main pressure belts and winds.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Pressure; Winds and Pressure Belts.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Observe the wind for three days and write its direction and whether it is dry or moist.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barometer.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smoke rising from a fire.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let air out of a balloon.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belts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Harmattan season.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3: Protection from the Wrath of Nature.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“Aneroid Barometer, with dial designed by Sir Napier Shaw, 1914” by Negretti &amp; Zambra; Shaw, Sir Napier, CC BY-NC-SA 4.0, via sciencemuseum (https://collection.sciencemuseumgroup.org.uk/objects/co54459/aneroid-barometer-with-dial-designed-by-sir-napier-shaw-1914)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“Windsock” by Wajahat Mahmood, CC BY-SA 2.0, via Flickr (https://www.flickr.com/photos/26116471@N03/6613272897)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“Bamenda sob a poeira do Harmattan” by carlosoliveirareis, CC BY-NC-SA 2.0, via Flickr (https://www.flickr.com/photos/54218923@N00/387054136)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(South-west monsoon): “Running in the rain” by VinothChandar, CC BY 2.0, via Flickr (https://www.flickr.com/photos/44345361@N06/10960940954)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2026-09-28T17:20:21Z</dcterms:created>
  <dcterms:modified xsi:type="dcterms:W3CDTF">2026-09-28T17:20:21Z</dcterms:modified>
</cp:coreProperties>
</file>