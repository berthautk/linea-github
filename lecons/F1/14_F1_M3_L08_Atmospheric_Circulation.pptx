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Atmospheric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pressure, high pressure, low pressure, wind, pressure belts. At the end, you should be able to do this: learners are able to explain how differences in pressure create winds and describe the main pressure belts and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Atmosphere. The question was: Name the two types of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pressure and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Number 2: distinguish high and low pressure. Number 3: describe the pressure belts and the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made of air. The Sun heats the Earth more at the Equator. Hot air rises.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the Harmattan blows dust over Garoua from the north-east. In July, a moist wind from the south-west brings rain. Hadiza asks her teacher: "Why does the wind change its direction with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Hadiza does not know why the wind changes its direction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dry wind blows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Differences in air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Harmattan dust: cover your nose and drink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bring rain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instrument of the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pressure of the air (atmospheric pressure): it is a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air when it is heated?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 and rises, and the pressure below it becomes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From which type of pressure does the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high pressure towards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pressure belts and winds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winds blow from the tropics towards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Harmattan bring to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Pressure. The two types of pressure and their measurement are the following. Copy the point on Low pressure on the left, then draw the diagram on the right: hot air rises.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Pressure. On this slide we have High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Pressure Belts. The main pressure belts and winds are the following. Copy the point on Pressure belts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Winds and Pressure Belts. On this slide we have Westerlies and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a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South-west monsoon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moving from high to low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winds that blow over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and the south-west monsoon.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low;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atmospheric disturbances.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Atmospheric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ATMOSPHERIC CIRCULATION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Circulation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high pressure, low pressure, wind,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types of pressure (high and low pressure); winds and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pressure and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high and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 and the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made of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the Earth more at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the Harmattan blows dust over Garoua from the north-east. In July, a moist wind from the south-west brings rain. Hadiza asks her teacher: "Why does the wind change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Hadiza does not know why the wind changes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wind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Differences in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Harmattan dust: cover your nose and drink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bring rain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of the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pressure of the air (atmospheric pressure): it is a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 and rises, and the pressure below it becomes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which type of pressure does the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and winds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from the tropics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Harmattan bring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two types of pressure and their measurement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hot air rises, as at the Equator.</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air rises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cool air sinks, as at the tropics and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Pressure is measured with a barometer, in millibars.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pressure belts and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Equatorial Low, the Subtropical Highs, the Temperate Lows and the Polar Highs surround the Earth.</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dry, dusty wind from the Sahara that blows over the north of Cameroon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South-west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moist wind from the Atlantic Ocean that brings rain in the rainy season.</a:t>
            </a:r>
            <a:endParaRPr lang="en-US" sz="3600" dirty="0"/>
          </a:p>
        </p:txBody>
      </p:sp>
      <p:pic>
        <p:nvPicPr>
          <p:cNvPr id="5"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moving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winds that blow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and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rising air gives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Distinguish high and low pressure. Describe the pressure belts and the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Pressure; Winds and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barometer.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rising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belts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(South-west monsoon):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2026-10-02T05:13:05Z</dcterms:created>
  <dcterms:modified xsi:type="dcterms:W3CDTF">2026-10-02T05:13:05Z</dcterms:modified>
</cp:coreProperties>
</file>