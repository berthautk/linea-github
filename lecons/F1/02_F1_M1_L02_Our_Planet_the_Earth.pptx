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Our Planet,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1. It belongs to Module 1: The Earth in the Universe.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in the Universe, and the sub-topic is The Earth: A Planet of the Solar System. The key notions we shall use today are: universe, solar system, planet, latitude, longitude, continent, ocean. At the end, you should be able to do this: learners are able to situate the Earth in the solar system and describe its shape, size and main land and water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 Geography: Meaning, Branches, Methods and Importance. The question was: Write three physical features and three human activities that you see on your way to school.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Physical features: a hill, the River Benue, trees and grass. Human activities: trading in the market, moto-taxi transport, farming.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situate the Earth in the solar system. Number 2: describe the shape and the dimensions of the Earth and its locational references. Number 3: name the continents and the oceans.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Geography studies the Earth and its people. The Sun gives us light and heat. Maps show land and water.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During a clear night in Garoua, Aminatou sees many stars and asks her brother if the Earth is also a star. Her brother shows her a globe and says that the Earth is a planet, mostly covered by water.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Aminatou does not know what kind of body the Earth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Is the Earth a star?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 it is a planet that moves around the 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covers most of the Earth?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Water (oceans and seas).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a globe or a map to locate the continents and oceans of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place of our planet in the universe and its main land and water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Sun and the eight planets.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the position of the Earth from the Sun? How many planets are there?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Earth is the third planet from the Sun. There are eight planets.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Earth seen from space.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the shape of the Earth?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round like a ball, slightly flat at the poles (a 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main lines of latitude.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imaginary line divides the Earth into a northern and a southern half?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Equator (0° latitude).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the continents and oceans.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four continents and three oceans.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Africa, Asia, Europe, America (also Australia, Antarctica); the Pacific, the Atlantic and the Indian Ocean.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water on the Earth.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covers more of the Earth: land or water?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Water covers about 71 % of the Earth; land covers only about 29 %.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Universe and Solar system.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Earth in the Solar System. The Earth is situated as follows. On this slide we have A planet and Life.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solar system.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Shape, Dimensions and Locational References. The Earth has the following characteristics. On this slide we have Shape and Dimensions.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Shape, Dimensions and Locational References. On this slide we have Locational references.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Landmasses and Water Bodies. The surface of the Earth is shared as follows. On this slide we have Continents and Oceans.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Landmasses and Water Bodies. On this slide we have Distribution.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continents and oceans.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position of the Earth in the solar system?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the third planet from the Sun.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three continents and two oceans.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africa, Asia, Europe; the Atlantic and the Pacific Oceans.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third; number 2, Pacific; number 3,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On a map of the world in your atlas, find Cameroon, the Equator and the Greenwich Meridian.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1: Representation of the Earth's Shape and Size.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1</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 OUR PLANET, THE EARTH</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1</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Our Planet, the Earth</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1</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The Earth in the Universe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in the Universe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 Planet of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Our Planet,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Universe, solar system, planet, latitude, longitude, continent, ocean.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in the solar system; shape, dimensions and locational references; distribution of landmasses and water bodies.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situate the Earth in the solar system and describe its shape, size and main land and water areas.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 Geography: Meaning, Branches, Methods and Importance):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three physical features and three human activities that you see on your way to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Physical features: a hill, the River Benue, trees and grass. Human activities: trading in the market, moto-taxi transport,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Situate the Earth in the solar system.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shape and the dimensions of the Earth and its locational references.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continents and the oceans.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Geography studies the Earth and its people.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Sun gives us light and heat.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Maps show land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During a clear night in Garoua, Aminatou sees many stars and asks her brother if the Earth is also a star. Her brother shows her a globe and says that the Earth is a planet, mostly covered by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Aminatou does not know what kind of body the Earth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Earth a star?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it is a planet that moves around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covers most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(oceans and seas).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a globe or a map to locate the continents and oceans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place of our planet in the universe and its main land and water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EARTH IN THE SOLAR SYSTEM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olar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Sun and the eight planets.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EARTH IN THE SOLAR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position of the Earth from the Sun? How many planets are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EARTH IN THE SOLAR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is the third planet from the Sun. There are eight planets.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 AND DIMENSIONS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earth_space.jp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Earth seen from space.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 AND DIMENSIONS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shape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 AND DIMENSIONS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round like a ball, slightly flat at the poles (a 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LOCATIONAL REFERENCES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atitud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lines of latitude.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LOCATIONAL 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imaginary line divides the Earth into a northern and a southern half?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LOCATIONAL 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Equator (0° latitude).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LANDMASSES AND WATER BODIES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ontinents_oceans_big.png">    </p:cNvPr>
          <p:cNvPicPr>
            <a:picLocks noChangeAspect="1"/>
          </p:cNvPicPr>
          <p:nvPr/>
        </p:nvPicPr>
        <p:blipFill>
          <a:blip r:embed="rId1"/>
          <a:stretch>
            <a:fillRect/>
          </a:stretch>
        </p:blipFill>
        <p:spPr>
          <a:xfrm>
            <a:off x="1034813" y="1783080"/>
            <a:ext cx="1012206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continents and oceans.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LANDMASSES AND WATER BODIES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continents and three oceans.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LANDMASSES AND WATER BODIES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Africa, Asia, Europe, America (also Australia, Antarctica); the Pacific, the Atlantic and the Indian Ocean.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LANDMASSES AND WATER BODIES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world_wat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Water on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LANDMASSES AND WATER BODIES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covers more of the Earth: land or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LANDMASSES AND WATER BODIES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covers about 71 % of the Earth; land covers only about 29 %.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 in the Universe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Earth: A Planet of the Solar System</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Our Planet,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Universe: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all of space and everything in it: stars, planets and galaxies.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Solar system: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Sun and the eight planets that move around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Earth in the Solar System</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Earth is situated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 planet: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is the third of eight planets that move around the Sun.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Life: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is the only planet known to have life, water and air to breathe.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Earth in the Solar System</a:t>
            </a:r>
            <a:endParaRPr lang="en-US" sz="3600" dirty="0"/>
          </a:p>
        </p:txBody>
      </p:sp>
      <p:pic>
        <p:nvPicPr>
          <p:cNvPr id="4" name="Image 0" descr="/home/claude/f4/img/v2/solar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solar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Shape, Dimensions and Locational 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Earth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Shape: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is a sphere slightly flattened at the poles.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Dimensions: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distance around the Equator is about 40,000 km and the diameter is about 12,700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Shape, Dimensions and Locational 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Locational references: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Lines of latitude and longitude help us to locate any place on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Landmasses and Water Bodies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surface of the Earth is shared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Continents: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seven continents are Africa, Asia, Europe, North America, South America, Australia and Antarctica.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Oceans: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main oceans are the Pacific, the Atlantic, the Indian and the Arctic Oceans.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Landmasses and Water Bodies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Distribution: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covers about 71 % of the Earth and land covers about 29 %.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Landmasses and Water Bodies</a:t>
            </a:r>
            <a:endParaRPr lang="en-US" sz="3600" dirty="0"/>
          </a:p>
        </p:txBody>
      </p:sp>
      <p:pic>
        <p:nvPicPr>
          <p:cNvPr id="4" name="Image 0" descr="/home/claude/f4/img/v2/continents_oceans_big.png">    </p:cNvPr>
          <p:cNvPicPr>
            <a:picLocks noChangeAspect="1"/>
          </p:cNvPicPr>
          <p:nvPr/>
        </p:nvPicPr>
        <p:blipFill>
          <a:blip r:embed="rId1"/>
          <a:stretch>
            <a:fillRect/>
          </a:stretch>
        </p:blipFill>
        <p:spPr>
          <a:xfrm>
            <a:off x="1034813" y="1783080"/>
            <a:ext cx="1012206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continents and oceans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position of the Earth in the solar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third planet from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continents and two oceans.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Africa, Asia, Europe; the Atlantic and the Pacific Oceans.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Earth is the ______ planet from the Sun.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largest ocean is the ______ Ocean.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Cameroon is on the continent of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of the world in your atlas, find Cameroon, the Equator and the Greenwich Meridian.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1: Representation of the Earth's Shape and Size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planète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Solar system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système solaire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Continent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continent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Ocean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L'océan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Equator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L'équateur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Globe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globe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in the Universe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Our Planet, the Earth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Situate the Earth in the solar system. Describe the shape and the dimensions of the Earth and its locational references. Name the continents and the oceans.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situate the Earth in the solar system and describe its shape, size and main land and water areas.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Earth in the Solar System; Shape, Dimensions and Locational References; Landmasses and Water Bodies.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On a map of the world in your atlas, find Cameroon, the Equator and the Greenwich Meridian.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Sun and eight circles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a ball or an orange.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circle with the Equator.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show a world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shade a circle: 7 parts water, 3 parts land.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1, Module 1: The Earth in the Universe.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“Blue Marble, Eastern Hemisphere March 2014” by NASA Goddard Photo and Video, CC BY 2.0, via nasa (https://www.flickr.com/photos/24662369@N07/14990033062)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2026-09-27T13:44:17Z</dcterms:created>
  <dcterms:modified xsi:type="dcterms:W3CDTF">2026-09-27T13:44:17Z</dcterms:modified>
</cp:coreProperties>
</file>