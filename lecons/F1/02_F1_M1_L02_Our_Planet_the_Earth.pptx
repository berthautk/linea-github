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Name the eight planets of the solar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Mercury, Venus, the Earth, Mars, Jupiter, Saturn, Uranus and Neptune.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ways of representing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eight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Mercury, Venus, the Earth, Mars, Jupiter, Saturn, Uranus and Neptune.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representing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ways of representing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2026-09-28T21:32:26Z</dcterms:created>
  <dcterms:modified xsi:type="dcterms:W3CDTF">2026-09-28T21:32:26Z</dcterms:modified>
</cp:coreProperties>
</file>