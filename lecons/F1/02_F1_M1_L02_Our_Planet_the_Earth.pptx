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Our Planet,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universe, solar system, geographical coordinates, latitudes, longitudes. At the end, you should be able to do this: learners are able to situate the Earth in the solar system and describe its shape, size and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Geography: Meaning, Branches, Methods and Importance. The question was: Name the eight planets of the solar system.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Mercury, Venus, the Earth, Mars, Jupiter, Saturn, Uranus and Neptune.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situate the Earth in the solar system. Number 2: describe the shape, the dimensions and the locational references of the Earth. Number 3: describe the distribution of the landmasses and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Sun gives us light and heat. Maps show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clear night in Garoua, Aminatou sees many stars in the sky. She asks her brother: "Is the Earth also a star, and what does it look like from space?" Her brother does not know how to answer 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what kind of body the Earth is and what it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Earth a star?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 planet that moves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(oceans and seas).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globe or a map to locate the continents and oceans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place of our planet in the universe and its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 and the planets.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planets move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planets move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position of the Earth from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the third planet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shape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 slightly flat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imaginary lines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imaginary line divides the Earth into a northern half and a southern half?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 (latitude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land and water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continent on which Cameroon is found and two oceans around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the Atlantic Ocean and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water and land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covers more of the Earth: land or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covers about 71 % of the Earth, and land covers only about 29 %.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Solar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Earth in the Solar System. The Earth is situated in the solar system as follows. Copy the point on The Sun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planets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Earth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 and Dimensions. Copy the point on Shape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 and Dimensions. On this slide we have Circumference, Diameter and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Locational References. Copy the point on Lines of latitude on the left, then draw the diagram on the right: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longitude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Geographical coordinates on the left, then draw the diagram on the right: the coordinates of a place.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Landmasses and Water Bodies. Land and water are distributed as follows. Copy the point on Continents on the left, then draw the diagram on the right: the continents and oceans.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Oceans.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Share of land and water on the left, then draw the diagram on the right: water and land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position of the Earth in the solar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third planet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continents and two oceans.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africa, Asia, Europe; the Atlantic and the Pacific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third; number 2, Pacific; number 3,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ways of representing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Representation of the Earth's Shape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OUR PLANET,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Our Planet,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solar system, geographical coordinates, latitudes,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solar system; shape, dimensions and locational references; distribution of the landmasses and water bodies.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Geography: Meaning, Branches, Methods and Importance):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eight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Mercury, Venus, the Earth, Mars, Jupiter, Saturn, Uranus and Neptune.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the Earth in the solar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the dimensions and the locational references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landmasses and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gives us light and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clear night in Garoua, Aminatou sees many stars in the sky. She asks her brother: "Is the Earth also a star, and what does it look like from space?" Her brother does not know how to answer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what kind of body the Earth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planet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(oceans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globe or a map to locate the continents and oceans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place of our planet in the universe and its main land and water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lar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and the planets.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 slightly flat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Imaginary lines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imaginary line divides the Earth into a northern half and a southern half?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(latitude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inents_ocean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land and water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continent on which Cameroon is found and two oceans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the Atlantic Ocean and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nd_water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and land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covers more of the Earth: land 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covers about 71 % of the Earth, and land covers only about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and galaxies.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Sun and the planets and other bodies that move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Earth is situated in the solar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star at the centre of the solar system. It gives light and heat to the planets.</a:t>
            </a:r>
            <a:endParaRPr lang="en-US" sz="3600" dirty="0"/>
          </a:p>
        </p:txBody>
      </p:sp>
      <p:pic>
        <p:nvPicPr>
          <p:cNvPr id="5" name="Image 0" descr="/home/claude/f4/img/v2/lsa_s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planets: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Eight planets move around the Sun: Mercury, Venus, Earth, Mars, Jupiter, Saturn, Uranus and Neptune.</a:t>
            </a:r>
            <a:endParaRPr lang="en-US" sz="3600" dirty="0"/>
          </a:p>
        </p:txBody>
      </p:sp>
      <p:pic>
        <p:nvPicPr>
          <p:cNvPr id="5"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third planet from the Sun. It is the only planet known to have life, water and air.</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Shape and Dimensions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a sphere, wider at the Equator and slightly flattened at the poles.</a:t>
            </a:r>
            <a:endParaRPr lang="en-US" sz="3600" dirty="0"/>
          </a:p>
        </p:txBody>
      </p:sp>
      <p:pic>
        <p:nvPicPr>
          <p:cNvPr id="6"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Shape and Dimensions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at the Equator is about 40,000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through the centre of the Earth is about 12,700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circles drawn around the Earth parallel to the Equator. The Equator is latitude 0°.</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longitude: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lines drawn from the North Pole to the South Pole. The Greenwich Meridian is longitude 0°.</a:t>
            </a:r>
            <a:endParaRPr lang="en-US" sz="36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latitude and the longitude of a place give its exact position on the Earth.</a:t>
            </a:r>
            <a:endParaRPr lang="en-US" sz="3600" dirty="0"/>
          </a:p>
        </p:txBody>
      </p:sp>
      <p:pic>
        <p:nvPicPr>
          <p:cNvPr id="6"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coordinates of a place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water are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seven continents are Asia, Africa, North America, South America, Antarctica, Europe and Australia.</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continents and oceans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five oceans are the Pacific, the Atlantic, the Indian, the Southern and the Arctic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Share of land and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covers about 71 % of the Earth, and land covers about 29 %.</a:t>
            </a:r>
            <a:endParaRPr lang="en-US" sz="3600" dirty="0"/>
          </a:p>
        </p:txBody>
      </p:sp>
      <p:pic>
        <p:nvPicPr>
          <p:cNvPr id="5" name="Image 0" descr="/home/claude/f4/img/v2/land_water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and land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the land is in the Northern Hemisphere, and most of the water is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in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continents and two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Asia, Europe; the Atlantic and the Pacific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the ______ planet from the Sun.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ocean is the ______ Ocean.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continent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representing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Our Planet,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Situate the Earth in the solar system. Describe the shape, the dimensions and the locational references of the Earth. Describe the distribution of the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Earth in the Solar System; Shape and Dimensions; Locational References; Distribution of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ways of representing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eight circles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ball or an orange.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circle with the Equator.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shade a circle: 7 parts water, 3 parts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Sun):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2026-09-29T03:10:51Z</dcterms:created>
  <dcterms:modified xsi:type="dcterms:W3CDTF">2026-09-29T03:10:51Z</dcterms:modified>
</cp:coreProperties>
</file>