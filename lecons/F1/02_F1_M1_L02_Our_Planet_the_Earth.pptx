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notesMasterIdLst>
    <p:notesMasterId r:id="rId6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Our Planet,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1: The Earth in the Universe.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in the Universe, and the sub-topic is The Earth: A Planet of the Solar System. The key notions we shall use today are: universe, solar system, geographical coordinates, latitudes, longitudes. At the end, you should be able to do this: learners are able to situate the Earth in the solar system and describe its shape, size and main land and water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Geography: Meaning, Branches, Methods and Importance. The question was: Name the eight planets of the solar system.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Mercury, Venus, the Earth, Mars, Jupiter, Saturn, Uranus and Neptune.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situate the Earth in the solar system. Number 2: describe the shape, the dimensions and the locational references of the Earth. Number 3: describe the distribution of the landmasses and water bodies.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Geography studies the Earth and its people. The Sun gives us light and heat. Maps show land and water.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During a clear night in Garoua, Aminatou sees many stars in the sky. She asks her brother: "Is the Earth also a star, and what does it look like from space?" Her brother does not know how to answer her.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Aminatou does not know what kind of body the Earth is and what it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Is the Earth a star?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it is a planet that moves around the Sun.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covers most of the Earth?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Water (oceans and seas).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a globe or a map to locate the continents and oceans of the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place of our planet in the universe and its main land and water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Sun and the planets.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many planets move around the Sun?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Eight planets move around the Sun.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What is the position of the Earth from the Sun?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Earth is the third planet from the Sun.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Earth seen from space.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the shape of the Earth?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round like a ball, slightly flat at the poles.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imaginary lines on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imaginary line divides the Earth into a northern half and a southern half?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Equator (latitude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land and water of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the continent on which Cameroon is found and two oceans around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Africa; the Atlantic Ocean and the Indian Ocean.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water and land on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covers more of the Earth: land or water?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Water covers about 71 % of the Earth, and land covers only about 29 %.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Universe and Solar system.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Planet.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Earth in the Solar System. The Earth is situated in the solar system as follows. Copy the point on The Sun on the left, then draw the diagram on the right: the Sun.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planets on the left, then draw the diagram on the right: the solar 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Earth on the left, then draw the diagram on the right: the Earth seen from space.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Shape and Dimensions. Copy the point on Shape on the left, then draw the diagram on the right: the shape of the Earth.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Shape and Dimensions. On this slide we have Circumference, Diameter and Surface area.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Locational References. Copy the point on Lines of latitude on the left, then draw the diagram on the right: lines of latitude.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Lines of longitude on the left, then draw the diagram on the right: lines of longitude.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Geographical coordinates on the left, then draw the diagram on the right: the coordinates of a place.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Distribution of Landmasses and Water Bodies. Land and water are distributed as follows. Copy the point on Continents on the left, then draw the diagram on the right: the continents and oceans.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Distribution of Landmasses and Water Bodies. On this slide we have Oceans.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Share of land and water on the left, then draw the diagram on the right: water and land on the Earth.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Distribution of Landmasses and Water Bodies. On this slide we have Hemispheres.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position of the Earth in the solar system?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the third planet from the Sun.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three continents and two oceans.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africa, Asia, Europe; the Atlantic and the Pacific Oceans.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third; number 2, Pacific; number 3,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three ways of representing the Earth.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1: Representation of the Earth's Shape and Size.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 OUR PLANET, THE EARTH</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Our Planet, the Earth</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The Earth in the Universe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in the Universe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 Planet of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Our Planet,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Universe, solar system, geographical coordinates, latitudes, longitudes.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in the solar system; shape, dimensions and locational references; distribution of the landmasses and water bodies.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situate the Earth in the solar system and describe its shape, size and main land and water areas.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Geography: Meaning, Branches, Methods and Importance):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eight planets of the solar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Mercury, Venus, the Earth, Mars, Jupiter, Saturn, Uranus and Neptune.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Situate the Earth in the solar system.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shape, the dimensions and the locational references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distribution of the landmasses and water bodies.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Geography studies the Earth and its people.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Sun gives us light and heat.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Maps show land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a clear night in Garoua, Aminatou sees many stars in the sky. She asks her brother: "Is the Earth also a star, and what does it look like from space?" Her brother does not know how to answer 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Aminatou does not know what kind of body the Earth is and what it looks like.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Earth a star?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it is a planet that moves around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covers most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(oceans and seas).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a globe or a map to locate the continents and oceans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place of our planet in the universe and its main land and water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EARTH IN THE SOLAR SYSTEM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olar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Sun and the planets.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EARTH IN THE SOLAR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planets move around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EARTH IN THE SOLAR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Eight planets move around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EARTH IN THE SOLAR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position of the Earth from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EARTH IN THE SOLAR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Earth is the third planet from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SHAPE AND DIMENSIONS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earth_space.jp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Earth seen from space.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SHAPE AND DIMENSIONS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shape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SHAPE AND DIMENSIONS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round like a ball, slightly flat at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LOCATIONAL REFERENCES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atitud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Imaginary lines on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LOCATIONAL 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imaginary line divides the Earth into a northern half and a southern half?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LOCATIONAL 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Equator (latitude 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LANDMASSES AND WATER BODIES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ontinents_oceans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land and water of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LANDMASSES AND WATER BODIES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continent on which Cameroon is found and two oceans around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LANDMASSES AND WATER BODIES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Africa; the Atlantic Ocean and the Indian Ocean.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LANDMASSES AND WATER BODIES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and_water_big.png">    </p:cNvPr>
          <p:cNvPicPr>
            <a:picLocks noChangeAspect="1"/>
          </p:cNvPicPr>
          <p:nvPr/>
        </p:nvPicPr>
        <p:blipFill>
          <a:blip r:embed="rId1"/>
          <a:stretch>
            <a:fillRect/>
          </a:stretch>
        </p:blipFill>
        <p:spPr>
          <a:xfrm>
            <a:off x="840158" y="1783080"/>
            <a:ext cx="10511380"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Water and land on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LANDMASSES AND WATER BODIES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covers more of the Earth: land or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LANDMASSES AND WATER BODIES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covers about 71 % of the Earth, and land covers only about 29 %.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 in the Universe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Earth: A Planet of the Solar System</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Our Planet,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Universe: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all of space and everything in it: stars, planets and galaxies.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Solar system: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Sun and the planets and other bodies that move around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Planet: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large round body that moves around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Earth in the Solar System</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Earth is situated in the solar system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Sun: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star at the centre of the solar system. It gives light and heat to the planets.</a:t>
            </a:r>
            <a:endParaRPr lang="en-US" sz="3600" dirty="0"/>
          </a:p>
        </p:txBody>
      </p:sp>
      <p:pic>
        <p:nvPicPr>
          <p:cNvPr id="5" name="Image 0" descr="/home/claude/f4/img/v2/lsa_su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Sun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Earth in the Solar System</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planets: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Eight planets move around the Sun: Mercury, Venus, Earth, Mars, Jupiter, Saturn, Uranus and Neptune.</a:t>
            </a:r>
            <a:endParaRPr lang="en-US" sz="3600" dirty="0"/>
          </a:p>
        </p:txBody>
      </p:sp>
      <p:pic>
        <p:nvPicPr>
          <p:cNvPr id="5" name="Image 0" descr="/home/claude/f4/img/v2/solar_system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solar system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Earth in the Solar System</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Earth: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third planet from the Sun. It is the only planet known to have life, water and air.</a:t>
            </a:r>
            <a:endParaRPr lang="en-US" sz="3600" dirty="0"/>
          </a:p>
        </p:txBody>
      </p:sp>
      <p:pic>
        <p:nvPicPr>
          <p:cNvPr id="5" name="Image 0" descr="/home/claude/f4/img/v2/f4_earth_space.jpg">    </p:cNvPr>
          <p:cNvPicPr>
            <a:picLocks noChangeAspect="1"/>
          </p:cNvPicPr>
          <p:nvPr/>
        </p:nvPicPr>
        <p:blipFill>
          <a:blip r:embed="rId1"/>
          <a:stretch>
            <a:fillRect/>
          </a:stretch>
        </p:blipFill>
        <p:spPr>
          <a:xfrm>
            <a:off x="5349240" y="2045198"/>
            <a:ext cx="6659575" cy="374601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Earth seen from space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Shape, Dimensions and Locational References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Shape and Dimensions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Shape: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Earth is a sphere, wider at the Equator and slightly flattened at the poles.</a:t>
            </a:r>
            <a:endParaRPr lang="en-US" sz="3600" dirty="0"/>
          </a:p>
        </p:txBody>
      </p:sp>
      <p:pic>
        <p:nvPicPr>
          <p:cNvPr id="6" name="Image 0" descr="/home/claude/f4/img/v2/earth_shape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shape of the Earth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Shape, Dimensions and Locational References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Shape and Dimensions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Circumference: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distance around the Earth at the Equator is about 40,000 km.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Diameter: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distance through the centre of the Earth is about 12,700 km.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Surface area: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surface of the Earth is about 510 million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Shape, Dimensions and Locational References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Locational References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Lines of latitude: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imaginary circles drawn around the Earth parallel to the Equator. The Equator is latitude 0°.</a:t>
            </a:r>
            <a:endParaRPr lang="en-US" sz="3600" dirty="0"/>
          </a:p>
        </p:txBody>
      </p:sp>
      <p:pic>
        <p:nvPicPr>
          <p:cNvPr id="6" name="Image 0" descr="/home/claude/f4/img/v2/latitude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lines of latitude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Shape, Dimensions and Locational References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Locational References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Lines of longitude: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imaginary lines drawn from the North Pole to the South Pole. The Greenwich Meridian is longitude 0°.</a:t>
            </a:r>
            <a:endParaRPr lang="en-US" sz="3600" dirty="0"/>
          </a:p>
        </p:txBody>
      </p:sp>
      <p:pic>
        <p:nvPicPr>
          <p:cNvPr id="6" name="Image 0" descr="/home/claude/f4/img/v2/longitude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lines of longitude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Shape, Dimensions and Locational References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Locational References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Geographical coordinates: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latitude and the longitude of a place give its exact position on the Earth.</a:t>
            </a:r>
            <a:endParaRPr lang="en-US" sz="3600" dirty="0"/>
          </a:p>
        </p:txBody>
      </p:sp>
      <p:pic>
        <p:nvPicPr>
          <p:cNvPr id="6" name="Image 0" descr="/home/claude/f4/img/v2/coordinates_last.png">    </p:cNvPr>
          <p:cNvPicPr>
            <a:picLocks noChangeAspect="1"/>
          </p:cNvPicPr>
          <p:nvPr/>
        </p:nvPicPr>
        <p:blipFill>
          <a:blip r:embed="rId1"/>
          <a:stretch>
            <a:fillRect/>
          </a:stretch>
        </p:blipFill>
        <p:spPr>
          <a:xfrm>
            <a:off x="5349240" y="2045198"/>
            <a:ext cx="6659575" cy="3746011"/>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coordinates of a place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Distribution of Landmasses and Water Bodies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Land and water are distributed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Continents: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seven continents are Asia, Africa, North America, South America, Antarctica, Europe and Australia.</a:t>
            </a:r>
            <a:endParaRPr lang="en-US" sz="3600" dirty="0"/>
          </a:p>
        </p:txBody>
      </p:sp>
      <p:pic>
        <p:nvPicPr>
          <p:cNvPr id="5" name="Image 0" descr="/home/claude/f4/img/v2/continents_oceans_big.png">    </p:cNvPr>
          <p:cNvPicPr>
            <a:picLocks noChangeAspect="1"/>
          </p:cNvPicPr>
          <p:nvPr/>
        </p:nvPicPr>
        <p:blipFill>
          <a:blip r:embed="rId1"/>
          <a:stretch>
            <a:fillRect/>
          </a:stretch>
        </p:blipFill>
        <p:spPr>
          <a:xfrm>
            <a:off x="5349240" y="2513450"/>
            <a:ext cx="6659575" cy="280950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continents and oceans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Distribution of Landmasses and Water Bodies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Oceans: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five oceans are the Pacific, the Atlantic, the Indian, the Southern and the Arctic Oceans.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Distribution of Landmasses and Water Bodies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Share of land and water: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Water covers about 71 % of the Earth, and land covers about 29 %.</a:t>
            </a:r>
            <a:endParaRPr lang="en-US" sz="3600" dirty="0"/>
          </a:p>
        </p:txBody>
      </p:sp>
      <p:pic>
        <p:nvPicPr>
          <p:cNvPr id="5" name="Image 0" descr="/home/claude/f4/img/v2/land_water_big.png">    </p:cNvPr>
          <p:cNvPicPr>
            <a:picLocks noChangeAspect="1"/>
          </p:cNvPicPr>
          <p:nvPr/>
        </p:nvPicPr>
        <p:blipFill>
          <a:blip r:embed="rId1"/>
          <a:stretch>
            <a:fillRect/>
          </a:stretch>
        </p:blipFill>
        <p:spPr>
          <a:xfrm>
            <a:off x="5349240" y="2565478"/>
            <a:ext cx="6659575" cy="2705452"/>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water and land on the Earth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Distribution of Landmasses and Water Bodies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Hemispheres: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of the land is in the Northern Hemisphere, and most of the water is in the Southern Hemisphere.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position of the Earth in the solar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third planet from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continents and two oceans.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Africa, Asia, Europe; the Atlantic and the Pacific Oceans.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Earth is the ______ planet from the Sun.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largest ocean is the ______ Ocean.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Cameroon is on the continent of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ways of representing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Representation of the Earth's Shape and Size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Planet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planète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Solar system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système solaire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Continent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continent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Ocean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L'océan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Equator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L'équateur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Globe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globe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in the Universe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Our Planet,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Situate the Earth in the solar system. Describe the shape, the dimensions and the locational references of the Earth. Describe the distribution of the landmasses and water bodies.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situate the Earth in the solar system and describe its shape, size and main land and water areas.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Earth in the Solar System; Shape and Dimensions; Locational References; Distribution of Landmasses and Water Bodies.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three ways of representing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Sun and eight circles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a ball or an orange.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circle with the Equator.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show a world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shade a circle: 7 parts water, 3 parts land.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1: The Earth in the Universe.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“Blue Marble, Eastern Hemisphere March 2014” by NASA Goddard Photo and Video, CC BY 2.0, via nasa (https://www.flickr.com/photos/24662369@N07/14990033062)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(The Sun): “Scientists Propose Mechanism to Describe Solar Eruptions of All Sizes” by NASA's Marshall Space Flight Center, CC BY-NC 2.0, via nasa (https://www.flickr.com/photos/28634332@N05/36084784530)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62</Slides>
  <Notes>62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62</vt:i4>
      </vt:variant>
    </vt:vector>
  </HeadingPairs>
  <TitlesOfParts>
    <vt:vector size="6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2026-10-02T05:12:56Z</dcterms:created>
  <dcterms:modified xsi:type="dcterms:W3CDTF">2026-10-02T05:12:56Z</dcterms:modified>
</cp:coreProperties>
</file>