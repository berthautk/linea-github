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Our Planet,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universe, solar system, geographical coordinates, latitudes, longitudes. At the end, you should be able to do this: learners are able to situate the Earth in the solar system and describe its shape, size and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Geography: Meaning, Branches, Methods and Importance. The question was: Write three physical features and three human activities that you see on your way to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Physical features: a hill, the River Benue, trees and grass. Human activities: trading in the market, moto-taxi transport, farming.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situate the Earth in the solar system. Number 2: describe the shape, the dimensions and the locational references of the Earth. Number 3: describe the distribution of the landmasses and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Sun gives us light and heat. Maps show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clear night in Garoua, Aminatou sees many stars in the sky. She asks her brother: "Is the Earth also a star, and what does it look like from space?" Her brother does not know how to answer 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what kind of body the Earth is and what it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Earth a star?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 planet that moves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covers most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(oceans and seas).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globe or a map to locate the continents and oceans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place of our planet in the universe and its main land and water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 and the planets.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planets move around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Eight planets move around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position of the Earth from the Sun?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the third planet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shape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 slightly flat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imaginary lines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imaginary line divides the Earth into a northern half and a southern half?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 (latitude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land and water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continent on which Cameroon is found and two oceans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the Atlantic Ocean and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water and land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covers more of the Earth: land or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covers about 71 % of the Earth, and land covers only about 29 %.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Solar system.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Planet.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Earth in the Solar System. The Earth is situated in the solar system as follows. Copy the point on The Sun on the left, then draw the diagram on the right: the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planets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Earth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Shape and Dimensions. Copy the point on Shape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Shape and Dimensions. On this slide we have Circumference, Diameter and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Locational References. Copy the point on Lines of latitude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Lines of longitude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Geographical coordinates on the left, then draw the diagram on the right: the coordinates of a place.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of Landmasses and Water Bodies. Land and water are distributed as follows. Copy the point on Continents on the left, then draw the diagram on the right: the continents and oceans.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Oceans.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Share of land and water on the left, then draw the diagram on the right: water and land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of Landmasses and Water Bodies. On this slide we have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position of the Earth in the solar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third planet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continents and two oceans.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africa, Asia, Europe; the Atlantic and the Pacific Oceans.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third; number 2, Pacific; number 3,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the world in your atlas, find Cameroon, the Equator and the Greenwich Meridian.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Representation of the Earth's Shape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OUR PLANET,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Our Planet,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solar system, geographical coordinates, latitudes,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solar system; shape, dimensions and locational references; distribution of the landmasses and water bodies.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Geography: Meaning, Branches, Methods and Importance):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features: a hill, the River Benue, trees and grass. Human activities: trading in the market, moto-taxi transport,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Situate the Earth in the solar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shape, the dimensions and the locational references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landmasses and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gives us light and heat.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clear night in Garoua, Aminatou sees many stars in the sky. She asks her brother: "Is the Earth also a star, and what does it look like from space?" Her brother does not know how to answer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what kind of body the Earth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 planet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most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(oceans and seas).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globe or a map to locate the continents and oceans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place of our planet in the universe and its main land and water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lar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and the planets.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Eight planets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EARTH IN THE SOLAR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AND DIMENSIONS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 slightly flat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Imaginary lines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imaginary line divides the Earth into a northern half and a southern half?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LOCATIONAL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 (latitude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inents_ocean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land and water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continent on which Cameroon is found and two oceans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the Atlantic Ocean and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and_water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and land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covers more of the Earth: land or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LANDMASSES AND WATER BODIES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covers about 71 % of the Earth, and land covers only about 29 %.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and galaxies.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Sun and the planets and other bodies that move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Earth is situated in the solar system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star at the centre of the solar system. It gives light and heat to the planets.</a:t>
            </a:r>
            <a:endParaRPr lang="en-US" sz="3600" dirty="0"/>
          </a:p>
        </p:txBody>
      </p:sp>
      <p:pic>
        <p:nvPicPr>
          <p:cNvPr id="5" name="Image 0" descr="/home/claude/f4/img/v2/lsa_su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planets: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Eight planets move around the Sun: Mercury, Venus, Earth, Mars, Jupiter, Saturn, Uranus and Neptune.</a:t>
            </a:r>
            <a:endParaRPr lang="en-US" sz="3600" dirty="0"/>
          </a:p>
        </p:txBody>
      </p:sp>
      <p:pic>
        <p:nvPicPr>
          <p:cNvPr id="5"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Earth in the Solar System</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Earth: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third planet from the Sun. It is the only planet known to have life, water and air.</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Shape and Dimensions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a sphere, wider at the Equator and slightly flattened at the poles.</a:t>
            </a:r>
            <a:endParaRPr lang="en-US" sz="3600" dirty="0"/>
          </a:p>
        </p:txBody>
      </p:sp>
      <p:pic>
        <p:nvPicPr>
          <p:cNvPr id="6"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Shape and Dimensions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at the Equator is about 40,000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through the centre of the Earth is about 12,700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latitude: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circles drawn around the Earth parallel to the Equator. The Equator is latitude 0°.</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Lines of longitude: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imaginary lines drawn from the North Pole to the South Pole. The Greenwich Meridian is longitude 0°.</a:t>
            </a:r>
            <a:endParaRPr lang="en-US" sz="36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Shape, Dimensions and Locational References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Locational References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latitude and the longitude of a place give its exact position on the Earth.</a:t>
            </a:r>
            <a:endParaRPr lang="en-US" sz="3600" dirty="0"/>
          </a:p>
        </p:txBody>
      </p:sp>
      <p:pic>
        <p:nvPicPr>
          <p:cNvPr id="6" name="Image 0" descr="/home/claude/f4/img/v2/coordinates_last.png">    </p:cNvPr>
          <p:cNvPicPr>
            <a:picLocks noChangeAspect="1"/>
          </p:cNvPicPr>
          <p:nvPr/>
        </p:nvPicPr>
        <p:blipFill>
          <a:blip r:embed="rId1"/>
          <a:stretch>
            <a:fillRect/>
          </a:stretch>
        </p:blipFill>
        <p:spPr>
          <a:xfrm>
            <a:off x="5349240" y="2045198"/>
            <a:ext cx="6659575" cy="3746011"/>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coordinates of a place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water are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seven continents are Asia, Africa, North America, South America, Antarctica, Europe and Australia.</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continents and oceans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five oceans are the Pacific, the Atlantic, the Indian, the Southern and the Arctic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Share of land and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covers about 71 % of the Earth, and land covers about 29 %.</a:t>
            </a:r>
            <a:endParaRPr lang="en-US" sz="3600" dirty="0"/>
          </a:p>
        </p:txBody>
      </p:sp>
      <p:pic>
        <p:nvPicPr>
          <p:cNvPr id="5" name="Image 0" descr="/home/claude/f4/img/v2/land_water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and land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Distribution of Landmasses and Water Bodies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in the Northern Hemisphere, and most of the water is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position of the Earth in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third planet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continents and two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Asia, Europe; the Atlantic and the Pacific Oceans.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the ______ planet from the Sun.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ocean is the ______ Ocean.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continent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Our Planet,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Situate the Earth in the solar system. Describe the shape, the dimensions and the locational references of the Earth. Describe the distribution of the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situate the Earth in the solar system and describe its shape, size and main land and water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Earth in the Solar System; Shape and Dimensions; Locational References; Distribution of Landmasses and Water Bodies.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the world in your atlas, find Cameroon, the Equator and the Greenwich Meridian.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eight circles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ball or an orange.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circle with the Equator.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shade a circle: 7 parts water, 3 parts land.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Sun):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2026-09-28T21:13:49Z</dcterms:created>
  <dcterms:modified xsi:type="dcterms:W3CDTF">2026-09-28T21:13:49Z</dcterms:modified>
</cp:coreProperties>
</file>