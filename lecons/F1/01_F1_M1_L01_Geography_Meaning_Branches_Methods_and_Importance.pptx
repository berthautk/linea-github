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Geography: Meaning, Branches, Methods and Importance.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1: The Earth in the Universe.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in the Universe, and the sub-topic is Introduction to Geography. The key notions we shall use today are: geography, physical geography, human geography, practical geography, fieldwork. At the end, you should be able to do this: learners are able to explain what geography studies and why it is useful in daily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geography. Number 2: identify the branches and sub-branches of geography. Number 3: describe the methods and the importance of geography.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We live on the Earth, with land, water and air around us. People live in villages and towns and do different jobs. Maps show where places are.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his first day in Form 1, Ibrahim sees "Geography" on his timetable. His elder sister says that it is only about drawing maps, but his father says that it helps farmers, drivers and even the Mayor of Garoua. Ibrahim is confused and asks his teacher: "What does geography really study, and why is it useful?"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Ibrahim does not know what geography studies and why it is useful.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his sister think geography is?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She thinks it is only about drawing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Who uses geography, according to his father?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Farmers, drivers and the Mayor of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observe the land, the weather and the activities of people around you like a geographer.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what geography studies and why it is useful for our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Earth seen from space.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The word geography comes from the Greek words "geo" and "graphein". What do these words mean?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"Geo" means the Earth, and "graphein" means to describe.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So, what is geography?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Geography is the study and description of the Earth and of the people who live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mount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branch of geography studies mountains, rivers, climate and soils?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Physical geography.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busy market in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branch of geography studies people, markets, towns and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Human geography.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geographer using a map in the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a geographer collect information about a place?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observing and measuring in the field, and by asking people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cotton farm in the North.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geography help this farmer?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helps him to know the seasons, the rainfall and the soils, so that he chooses the right crops and the right time to 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Geography.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Branch of geography.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Branches and Sub-branches of Geography. Geography has three main branches. Copy the point on Physical geography on the left, then draw the diagram on the right: mount Cameroon, a physical feature.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Human geography on the left, then draw the diagram on the right: a market, a human activity.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Practical geography on the left, then draw the diagram on the right: map reading in the field.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Methods of Geography. Geographers use the following methods. Copy the point on Observation and fieldwork on the left, then draw the diagram on the right: the steps of fieldwork.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Interviews and questionnaires on the left, then draw the diagram on the right: a questionnaire.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Maps and photographs on the left, then draw the diagram on the right: a satellite image is taken from space.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Statistics and graphs on the left, then draw the diagram on the right: types of graphs.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of Geography. Geography is important for the following reasons. On this slide we have Daily life and Farming.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of Geography. On this slide we have Planning and Environment.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geography.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the study of the Earth, its physical features and the activities of people on it.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the three branches of geography.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physical, human and practical geography.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Earth; number 2, physical; number 3, human.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Write three physical features and three human activities that you see on your way to school.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Our Planet, the Earth.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 GEOGRAPHY: MEANING, BRANCHES, METHODS AND IMPORTANCE</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Geography: Meaning, Branches, Methods and Importance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The Earth in the Universe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in the Universe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Introduction to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Geography: Meaning, Branches, Methods and Importance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physical geography, human geography, practical geography, fieldwork.</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of geography; branches and sub-branches; methods; importance.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what geography studies and why it is useful in daily life.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geography.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branches and sub-branches of geography.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methods and the importance of geography.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 live on the Earth, with land, water and air around us.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live in villages and towns and do different jobs.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Maps show where places 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his first day in Form 1, Ibrahim sees "Geography" on his timetable.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His elder sister says that it is only about drawing maps, but his father says that it helps farmers, drivers and even the Mayor of Garoua.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 does not know what geography studies and why it is useful.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his sister think geography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 thinks it is only about drawing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uses geography, according to his father?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drivers and the Mayor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the land, the weather and the activities of people around you like a geographer.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what geography studies and why it is useful for our lives.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GEOGRAPHY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earth_space.jp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Earth seen from space.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word geography comes from the Greek words "geo" and "graphein". What do these words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"Geo" means the Earth, and "graphein" means to describe.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 what is geography?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Geography is the study and description of the Earth and of the people who live on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BRANCHES OF GEOGRAPHY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mtcamero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Mount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BRANCHES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branch of geography studies mountains, rivers, climate and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BRANCHES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Physical geography.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BRANCHES OF GEOGRAPHY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busy market in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BRANCHES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branch of geography studies people, markets, towns and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BRANCHES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Human geography.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METHODS OF GEOGRAPHY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topomap.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geographer using a map in the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METHODS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 geographer collect information about a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METHODS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observing and measuring in the field, and by asking people questions.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IMPORTANCE OF GEOGRAPHY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cotton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cotton farm in the North.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IMPORTANCE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geography help this farmer?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IMPORTANCE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helps him to know the seasons, the rainfall and the soils, so that he chooses the right crops and the right time to plant.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in the Universe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Introduction to Geography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Geography: Meaning, Branches, Methods and Importance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Geography: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study of the Earth, its physical features and the activities of the people who live on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Branch of geography: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main part of geography that studies one group of subjects.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Branches and Sub-branches of Geography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Geography has three main branches: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Physical geography: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It studies natural features such as relief, climate, rivers, soils and vegetation. Its sub-branches include geomorphology, climatology, hydrology, pedology and biogeography.</a:t>
            </a:r>
            <a:endParaRPr lang="en-US" sz="2800" dirty="0"/>
          </a:p>
        </p:txBody>
      </p:sp>
      <p:pic>
        <p:nvPicPr>
          <p:cNvPr id="5" name="Image 0" descr="/home/claude/f4/img/v2/lsa_mtcameroo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Mount Cameroon, a physical feature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Branches and Sub-branches of Geography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Human geography: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studies people and their activities. Its sub-branches include population, settlement, economic and political geography.</a:t>
            </a:r>
            <a:endParaRPr lang="en-US" sz="3600" dirty="0"/>
          </a:p>
        </p:txBody>
      </p:sp>
      <p:pic>
        <p:nvPicPr>
          <p:cNvPr id="5" name="Image 0" descr="/home/claude/f4/img/v2/f2t_marke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market, a human activity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Branches and Sub-branches of Geography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Practical geography: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studies the tools of the geographer. Its sub-branches include map reading, statistics, fieldwork and remote sensing.</a:t>
            </a:r>
            <a:endParaRPr lang="en-US" sz="3600" dirty="0"/>
          </a:p>
        </p:txBody>
      </p:sp>
      <p:pic>
        <p:nvPicPr>
          <p:cNvPr id="5" name="Image 0" descr="/home/claude/f4/img/v2/usa_topomap.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map reading in the field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Geography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Geographers use the following methods: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Observation and fieldwork: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Geographers go to the field to observe, measure and record what they see.</a:t>
            </a:r>
            <a:endParaRPr lang="en-US" sz="3600" dirty="0"/>
          </a:p>
        </p:txBody>
      </p:sp>
      <p:pic>
        <p:nvPicPr>
          <p:cNvPr id="5" name="Image 0" descr="/home/claude/f4/img/v2/fieldwork_step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steps of fieldwork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Geography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Interviews and questionnaires: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Geographers ask people questions to collect information on their lives and activities.</a:t>
            </a:r>
            <a:endParaRPr lang="en-US" sz="3600" dirty="0"/>
          </a:p>
        </p:txBody>
      </p:sp>
      <p:pic>
        <p:nvPicPr>
          <p:cNvPr id="5" name="Image 0" descr="/home/claude/f4/img/v2/questionnair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questionnaire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Geography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Maps and photographs: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Geographers use maps, photographs and satellite images to show and study places.</a:t>
            </a:r>
            <a:endParaRPr lang="en-US" sz="3600" dirty="0"/>
          </a:p>
        </p:txBody>
      </p:sp>
      <p:pic>
        <p:nvPicPr>
          <p:cNvPr id="5" name="Image 0" descr="/home/claude/f4/img/v2/remote_sensing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satellite image is taken from space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Geography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Statistics and graphs: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Geographers use numbers, tables and graphs to compare places and changes.</a:t>
            </a:r>
            <a:endParaRPr lang="en-US" sz="3600" dirty="0"/>
          </a:p>
        </p:txBody>
      </p:sp>
      <p:pic>
        <p:nvPicPr>
          <p:cNvPr id="5" name="Image 0" descr="/home/claude/f4/img/v2/graph_choic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types of graphs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Importance of Geography</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Geography is important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Daily 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helps us to find places, read maps and understand the weather.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helps farmers to know the seasons, the soils and the right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Importance of Geography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helps the government and councils to plan roads, schools and towns.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teaches us to protect the land, water and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geography.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study of the Earth, its physical features and the activities of people on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branches of geography.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Physical, human and practical geography.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"Geo" means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study of relief and climate is ______ geography.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study of population and towns is ______ geography.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three physical features and three human activities that you see on your way to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Our Planet,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Geography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géographie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Branch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branche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Fieldwork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travail de terrain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in the Universe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Geography: Meaning, Branches, Methods and Importance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geography. Identify the branches and sub-branches of geography. Describe the methods and the importance of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what geography studies and why it is useful in daily life.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Branches and Sub-branches of Geography; Methods of Geography; Importance of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Write three physical features and three human activities that you see on your way to school.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"geo" + "graphein"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mountains and rivers of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market of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show a map of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ask learners how their parents choose when to plant.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1: The Earth in the Universe.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“Blue Marble, Eastern Hemisphere March 2014” by NASA Goddard Photo and Video, CC BY 2.0, via nasa (https://www.flickr.com/photos/24662369@N07/14990033062)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“Mount Cameroon” by John &amp; Mel Kots, CC BY-NC-ND 2.0, via Flickr (https://www.flickr.com/photos/26745817@N00/2347261849)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“Harvey Butchart's hiking map” by brewbooks, CC BY-SA 2.0, via Flickr (https://www.flickr.com/photos/93452909@N00/5289678354)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“Cotton Fields, U.S. 65, Tensas Parish, Louisiana (4)” by Ken Lund, CC BY-SA 2.0, via Flickr (https://www.flickr.com/photos/75683070@N00/3934873451)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2026-09-28T16:51:22Z</dcterms:created>
  <dcterms:modified xsi:type="dcterms:W3CDTF">2026-09-28T16:51:22Z</dcterms:modified>
</cp:coreProperties>
</file>