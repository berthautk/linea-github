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Geography: Meaning, Branches, Methods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Introduction to Geography. The key notions we shall use today are: geography, physical geography, human geography, practical geography, fieldwork. At the end, you should be able to do this: learners are able to explain what geography studies and why it is useful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geography. Number 2: identify the branches and sub-branches of geography. Number 3: describe the methods and the importance of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live on the Earth, with land, water and air around us. People live in villages and towns and do different jobs. Maps show where places are.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his first day in Form 1, Ibrahim sees "Geography" on his timetable. His elder sister says it is only about drawing maps, but his father says it helps farmers, drivers and even the Mayor of Garoua. Ibrahim wants to know who is right.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what geography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his sister think geography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drawing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uses geography, according to his father?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drivers and the Mayor.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land, the weather and the activities of people around you like a geographer.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geography studies and why it is useful for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Geography comes from two Greek words: "geo" (the Earth) and "graphein" (to describe). What does geography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Geography is the study and description of the Earth and of the people who live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branch of geography studies mountains, rivers, climate and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branch of geography studies people, markets, towns and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Human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map used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ways a geographer collects and shows information.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Observation and fieldwork, maps and photographs, and graphs and statistics (also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branches of geography.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geography is useful in our daily lives.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farmers to choose seasons and crops and helps people to find their way with maps (also to protect the environment and plan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Geography. Geography is defined as follows. On this slide we have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Branches of Geography. Geography has the following branches. On this slide we have Physical geography and Human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Branches of Geography. On this slide we have Practical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branches of geography.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Geography. Geographers work with the following methods. On this slide we have Observation and fieldwork and Maps and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Geography. On this slide we have Graphs and statistics.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Geography. Geography is important for the following reasons. On this slide we have Daily life and 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Geography.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the Earth, its physical features and the activities of people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branches of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human and practical geography.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 number 2, physical; number 3,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physical features and three human activities that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Our Planet,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GEOGRAPHY: MEANING, BRANCHES, METHODS AND IMPORTANCE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Geography: Meaning, Branches, Methods and Importance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physical geography, human geography, practical geography, fieldwork.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geography; its branches and sub-branches; its methods; its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branches and sub-branches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and the importance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Earth, with land, water and air around 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 and do different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where places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his first day in Form 1, Ibrahim sees "Geography" on his timetable. His elder sister says it is only about drawing maps, but his father says it helps farmers, drivers and even the Mayor of Garoua. Ibrahim wants to know who is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what geography studies.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sister think geography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drawing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uses geography, according to his father?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drivers and the Mayor.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land, the weather and the activities of people around you like a geographer.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geography studies and why it is useful for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comes from two Greek words: "geo" (the Earth) and "graphein" (to describe). What does geography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is the study and description of the Earth and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mountains, rivers,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people, markets, towns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used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a geographer collects and shows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Observation and fieldwork, maps and photographs, and graphs and statistics (also interviews).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graphy_branch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branches of geography.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geography is useful in our daily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to choose seasons and crops and helps people to find their way with maps (also to protect the environment and plan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to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Geography: Meaning, Branches, Methods and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Geography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Branches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has the following branches: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natural features such as relief, climate, rivers, soils and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people and their activities such as population, settlements, farming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Branches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Practical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the tools of the geographer such as maps, graphs, statistics and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Branches of Geography</a:t>
            </a:r>
            <a:endParaRPr lang="en-US" sz="3600" dirty="0"/>
          </a:p>
        </p:txBody>
      </p:sp>
      <p:pic>
        <p:nvPicPr>
          <p:cNvPr id="4" name="Image 0" descr="/home/claude/f4/img/v2/geography_branch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branches of geography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Geography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Geographers work with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Observation and fieldwork: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Geographers observe, measure and question people in the field.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Maps and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Geographers use maps, photographs and satellite images to show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Graphs and statistics: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Geographers use numbers and graphs to compare places and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Importance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us to find places, read maps and understand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drivers, traders and planners in their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Importance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teaches us to protect the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people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practical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"Geo" means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relief and climate is ______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and towns is ______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geography. Identify the branches and sub-branches of geography. Describe the methods and the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Geography; Branches of Geography; Methods of Geography;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physical features and three human activities that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"geo" + "graphein"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mountains and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branches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2026-09-27T13:44:16Z</dcterms:created>
  <dcterms:modified xsi:type="dcterms:W3CDTF">2026-09-27T13:44:16Z</dcterms:modified>
</cp:coreProperties>
</file>