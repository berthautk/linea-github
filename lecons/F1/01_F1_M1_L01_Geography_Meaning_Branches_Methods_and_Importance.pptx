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Geography: Meaning, Branches, Methods and Importance.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1: The Earth in the Universe.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The Earth in the Universe, and the sub-topic is Introduction to Geography. The key notions we shall use today are: geography, physical geography, human geography, practical geography, fieldwork. At the end, you should be able to do this: learners are able to explain what geography studies and why it is useful in daily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geography. Number 2: identify the branches and sub-branches of geography. Number 3: describe the methods and the importance of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 live on the Earth, with land, water and air around us. People live in villages and towns and do different jobs. Maps show where places are.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On his first day in Form 1, Ibrahim sees "Geography" on his timetable. His elder sister says that it is only about drawing maps, but his father says that it helps farmers, drivers and even the Mayor of Garoua. Ibrahim is confused and asks his teacher: "What does geography really study, and why is it useful?"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Ibrahim does not know what geography studies and why it is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What does his sister think geography is?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She thinks it is only about drawing maps.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Who uses geography, according to his father?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Farmers, drivers and the Mayor of Garoua.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observe the land, the weather and the activities of people around you like a geographer.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what geography studies and why it is useful for our lives.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Earth seen from space.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The word geography comes from the Greek words "geo" and "graphein". What do these words mean?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 means the Earth, and "graphein" means to describe.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next question: So, what is geography?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Geography is the study and description of the Earth and of the people who live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mount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branch of geography studies mountains, rivers, climate and soils?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Physical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busy market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branch of geography studies people, markets, towns and farming?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Human geography.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geographer using a map in the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does a geographer collect information about a place?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observing and measuring in the field, and by asking people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cotton farm in the North.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How can geography help this farmer?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helps him to know the seasons, the rainfall and the soils, so that he chooses the right crops and the right time to plant.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Geography.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definitions. On this slide we have Branch of geography.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Branches and Sub-branches of Geography. Geography has three main branches. Copy the point on Physical geography on the left, then draw the diagram on the right: mount Cameroon, a physical feature.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Human geography on the left, then draw the diagram on the right: a market, a human activity.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Practical geography on the left, then draw the diagram on the right: map reading in the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Methods of Geography. Geographers use the following methods. Copy the point on Observation and fieldwork on the left, then draw the diagram on the right: the steps of fieldwork.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Interviews and questionnaires on the left, then draw the diagram on the right: a questionnaire.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Maps and photographs on the left, then draw the diagram on the right: a satellite image is taken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Statistics and graphs on the left, then draw the diagram on the right: types of graphs.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Geography. Geography is important for the following reasons. On this slide we have Daily life and Farming.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Geography. On this slide we have Planning and Environment.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it is the study of the Earth, its physical features and the activities of people on it.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Name the three branches of geography.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physical, human and practical geography.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Earth; number 2, physical; number 3, human.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eight planets of the solar system.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Our Planet, the Earth.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1: GEOGRAPHY: MEANING, BRANCHES, METHODS AND IMPORTANCE</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jp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Geography: Meaning, Branches, Methods and Importance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1: The Earth in the Universe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Earth in the Universe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Introduction to Geography</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Geography, physical geography, human geography, practical geography, fieldwork.</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of geography; branches and sub-branches; methods; importance.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branches and sub-branches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methods and the importance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live on the Earth, with land, water and air around us.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live in villages and towns and do different jobs.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Maps show where places are.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 his first day in Form 1, Ibrahim sees "Geography" on his timetable.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elder sister says that it is only about drawing maps, but his father says that it helps farmers, drivers and even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is confused and asks his teacher: "What does geography really study, and why is it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Ibrahim does not know what geography studies and why it is useful.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his sister think geography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She thinks it is only about drawing maps.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Who uses geography, according to his father?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Farmers, drivers and the Mayor of Garoua.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Observe the land, the weather and the activities of people around you like a geographer.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what geography studies and why it is useful for our lives.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earth_space.jpg">    </p:cNvPr>
          <p:cNvPicPr>
            <a:picLocks noChangeAspect="1"/>
          </p:cNvPicPr>
          <p:nvPr/>
        </p:nvPicPr>
        <p:blipFill>
          <a:blip r:embed="rId1"/>
          <a:stretch>
            <a:fillRect/>
          </a:stretch>
        </p:blipFill>
        <p:spPr>
          <a:xfrm>
            <a:off x="2300072" y="1783080"/>
            <a:ext cx="7591552"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Earth seen from space.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word geography comes from the Greek words "geo" and "graphein". What do these words mean?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 means the Earth, and "graphein" means to describe.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 what is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Geography is the study and description of the Earth and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lsa_mtcameroon.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Mount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mountains, rivers, climate and soils?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2t_marke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busy market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branch of geography studies people, markets, towns and farming?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BRANCHES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Human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topomap.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geographer using a map in the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does a geographer collect information about a place?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METHODS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observing and measuring in the field, and by asking people questions.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cotton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cotton farm in the North.</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geography help this farmer?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IMPORTANCE OF GEOGRAPHY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him to know the seasons, the rainfall and the soils, so that he chooses the right crops and the right time to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The Earth in the Universe</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Introduction to Geography</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1: Geography: Meaning, Branches, Methods and Importance</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the people who live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Branch of geography: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main part of geography that studies one group of subjects.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2800" i="1" dirty="0">
                <a:solidFill>
                  <a:srgbClr val="111111"/>
                </a:solidFill>
                <a:latin typeface="Times New Roman" pitchFamily="34" charset="0"/>
                <a:ea typeface="Times New Roman" pitchFamily="34" charset="-122"/>
                <a:cs typeface="Times New Roman" pitchFamily="34" charset="-120"/>
              </a:rPr>
              <a:t>Geography has three main branches:</a:t>
            </a:r>
            <a:endParaRPr lang="en-US" sz="2800" dirty="0"/>
          </a:p>
          <a:p>
            <a:pPr algn="l" indent="0" marL="0">
              <a:spcAft>
                <a:spcPts val="800"/>
              </a:spcAft>
              <a:buNone/>
            </a:pPr>
            <a:r>
              <a:rPr lang="en-US" sz="2800" b="1" dirty="0">
                <a:solidFill>
                  <a:srgbClr val="111111"/>
                </a:solidFill>
                <a:latin typeface="Times New Roman" pitchFamily="34" charset="0"/>
                <a:ea typeface="Times New Roman" pitchFamily="34" charset="-122"/>
                <a:cs typeface="Times New Roman" pitchFamily="34" charset="-120"/>
              </a:rPr>
              <a:t>Physical geography: </a:t>
            </a:r>
            <a:pPr algn="l" indent="0" marL="0">
              <a:spcAft>
                <a:spcPts val="800"/>
              </a:spcAft>
              <a:buNone/>
            </a:pPr>
            <a:r>
              <a:rPr lang="en-US" sz="2800" dirty="0">
                <a:solidFill>
                  <a:srgbClr val="111111"/>
                </a:solidFill>
                <a:latin typeface="Times New Roman" pitchFamily="34" charset="0"/>
                <a:ea typeface="Times New Roman" pitchFamily="34" charset="-122"/>
                <a:cs typeface="Times New Roman" pitchFamily="34" charset="-120"/>
              </a:rPr>
              <a:t>It studies natural features such as relief, climate, rivers, soils and vegetation. Its sub-branches include geomorphology, climatology, hydrology, pedology and biogeography.</a:t>
            </a:r>
            <a:endParaRPr lang="en-US" sz="2800" dirty="0"/>
          </a:p>
        </p:txBody>
      </p:sp>
      <p:pic>
        <p:nvPicPr>
          <p:cNvPr id="5" name="Image 0" descr="/home/claude/f4/img/v2/lsa_mtcameroon.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Mount Cameroon, a physical feature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Human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people and their activities. Its sub-branches include population, settlement, economic and political geography.</a:t>
            </a:r>
            <a:endParaRPr lang="en-US" sz="3600" dirty="0"/>
          </a:p>
        </p:txBody>
      </p:sp>
      <p:pic>
        <p:nvPicPr>
          <p:cNvPr id="5" name="Image 0" descr="/home/claude/f4/img/v2/f2t_market.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market, a human activity</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Branches and Sub-branches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Practical geography: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studies the tools of the geographer. Its sub-branches include map reading, statistics, fieldwork and remote sensing.</a:t>
            </a:r>
            <a:endParaRPr lang="en-US" sz="3600" dirty="0"/>
          </a:p>
        </p:txBody>
      </p:sp>
      <p:pic>
        <p:nvPicPr>
          <p:cNvPr id="5" name="Image 0" descr="/home/claude/f4/img/v2/usa_topomap.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map reading in the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Geographers use the following methods: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Observation and fieldwork: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go to the field to observe, measure and record what they see.</a:t>
            </a:r>
            <a:endParaRPr lang="en-US" sz="3600" dirty="0"/>
          </a:p>
        </p:txBody>
      </p:sp>
      <p:pic>
        <p:nvPicPr>
          <p:cNvPr id="5" name="Image 0" descr="/home/claude/f4/img/v2/fieldwork_steps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steps of fieldwork</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Interviews and questionnaires: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ask people questions to collect information on their lives and activities.</a:t>
            </a:r>
            <a:endParaRPr lang="en-US" sz="3600" dirty="0"/>
          </a:p>
        </p:txBody>
      </p:sp>
      <p:pic>
        <p:nvPicPr>
          <p:cNvPr id="5" name="Image 0" descr="/home/claude/f4/img/v2/questionnair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questionnaire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Maps and photographs: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maps, photographs and satellite images to show and study places.</a:t>
            </a:r>
            <a:endParaRPr lang="en-US" sz="3600" dirty="0"/>
          </a:p>
        </p:txBody>
      </p:sp>
      <p:pic>
        <p:nvPicPr>
          <p:cNvPr id="5" name="Image 0" descr="/home/claude/f4/img/v2/remote_sensing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satellite image is taken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Methods of Geography</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Statistics and graphs: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Geographers use numbers, tables and graphs to compare places and changes.</a:t>
            </a:r>
            <a:endParaRPr lang="en-US" sz="3600" dirty="0"/>
          </a:p>
        </p:txBody>
      </p:sp>
      <p:pic>
        <p:nvPicPr>
          <p:cNvPr id="5" name="Image 0" descr="/home/claude/f4/img/v2/graph_choic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types of graphs</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Geography is important for the following reasons: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Daily life: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us to find places, read maps and understand the weather.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Farming: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farmers to know the seasons, the soils and the right crops.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Geography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Planning: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helps the government and councils to plan roads, schools and towns.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Environment: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teaches us to protect the land, water and forests.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study of the Earth, its physical features and the activities of people on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three branches of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Physical, human and practical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"Geo" means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relief and climate is ______ geography.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population and towns is ______ geography.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eight planets of the solar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Our Planet,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Geography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géographie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Branch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branche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Map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carte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Fieldwork</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travail de terrain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relief</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population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The Earth in the Universe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Geography: Meaning, Branches, Methods and Importance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geography. Identify the branches and sub-branches of geography. Describe the methods and the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explain what geography studies and why it is useful in daily life.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Branches and Sub-branches of Geography; Methods of Geography; Importance of Geography.</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eight planets of the solar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write "geo" + "graphein"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name mountains and rivers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the market of Garoua.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show a map of Cameroon.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ask learners how their parents choose when to plant.</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1: The Earth in the Universe.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“Blue Marble, Eastern Hemisphere March 2014” by NASA Goddard Photo and Video, CC BY 2.0, via nasa (https://www.flickr.com/photos/24662369@N07/14990033062)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“Mount Cameroon” by John &amp; Mel Kots, CC BY-NC-ND 2.0, via Flickr (https://www.flickr.com/photos/26745817@N00/2347261849)</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“Sandga Market in Douala, Cameroon” by The Advocacy Project, CC BY-NC-SA 2.0, via Flickr (https://www.flickr.com/photos/42487558@N00/3636438732)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“Harvey Butchart's hiking map” by brewbooks, CC BY-SA 2.0, via Flickr (https://www.flickr.com/photos/93452909@N00/5289678354)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“Cotton Fields, U.S. 65, Tensas Parish, Louisiana (4)” by Ken Lund, CC BY-SA 2.0, via Flickr (https://www.flickr.com/photos/75683070@N00/3934873451)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2026-09-29T03:10:49Z</dcterms:created>
  <dcterms:modified xsi:type="dcterms:W3CDTF">2026-09-29T03:10:49Z</dcterms:modified>
</cp:coreProperties>
</file>