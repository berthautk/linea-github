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6: Mechanisms of Rain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Climatic Disturbances. The key notions we shall use today are: rainfall, evaporation, condensation, precipitation, relief (orographic) rainfall, windward, leeward. At the end, you should be able to do this: learners are able to draw and explain step by step how rain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Atmospheric Disturbances in Cameroon. The question was: Ask an elder about a flood or a violent storm in your town and write what happened.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in 2012 the Benue flooded quarters of Garoua; houses and farms were destroyed and families moved to schools.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rainfall. Number 2: draw step by step the general mechanism of rain formation. Number 3: draw the mechanism of relief rainfall on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Sun heats water. Clouds are made of water drops. Mount Cameroon is very high.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Debundscha, at the foot of Mount Cameroon, is one of the wettest places in the world, while places on the other side of the mountain receive much less rain. The class wants to explain this.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must explain why one side of the mountain is so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moist wind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sea (Atlantic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air that rises up a mountain?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cools and forms clouds and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draw neat labelled diagrams with arrows showing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understand and draw how rain is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rain falling.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rainfall?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water that falls from clouds as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evaporation, condensation and rain.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the three main steps of rain formation.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condensation into clouds, and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convectional rain.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rising air form clouds?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cools as it rises, and the water vapour condenses into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types of rainfall.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side of a mountain receives more rain: the windward or the leeward 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windward side, facing the wind; the leeward side is dry (rain shadow).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Explain why Debundscha is very wet.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Moist sea winds are forced up Mount Cameroon, cool and give heavy rain on the windward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Rainfall and Condensation.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Mechanism of Rain Formation. Rain forms in the following steps. On this slide we have Step 1 – Evaporation and Step 2 – Rising and cooling.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Mechanism of Rain Formation. On this slide we have Step 3 – Condensation and Step 4 – Precipitation.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formation of rain.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(Orographic) Rainfall. Relief rainfall on Mount Cameroon forms as follows. On this slide we have Windward side.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(Orographic) Rainfall. On this slide we have Leeward side.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four steps of rain formation.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evaporation, rising and cooling, condensation, precipitation.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windward side of Mount Cameroon wet?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moist air is forced up, cools and gives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evaporation; number 2, condensation; number 3, leeward.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and label the mechanism of relief rainfall on Mount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Climate Change and its Consequences.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6: MECHANISMS OF RAIN FORMATION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Mechanisms of Rain Formation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6: Mechanisms of Rain 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Rainfall, evaporation, condensation, precipitation, relief (orographic) rainfall, windward, leeward.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rainfall; drawing step by step the general mechanism of rainfall formation; drawing the mechanism of orographic rainfall (Mount Cameroon area).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explain step by step how rain 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Atmospheric Disturbances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about a flood or a violent storm in your town and write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in 2012 the Benue flooded quarters of Garoua; houses and farms were destroyed and families moved to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rainfall.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step by step the general mechanism of rain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mechanism of relief rainfall on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Sun heats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are made of water drops.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very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Debundscha, at the foot of Mount Cameroon, is one of the wettest places in the world, while places on the other side of the mountain receive much less rain. The class wants to explain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must explain why one side of the mountain is so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moist wind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sea (Atlantic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air that rises up a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cools and forms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neat labelled diagrams with arrows showing each step.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understand and draw how rain is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 falling.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water that falls from clouds as 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MECHANISM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evaporation, condensation and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MECHANISM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three main steps of rain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MECHANISM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condensation into clouds, and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MECHANISM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convectional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MECHANISM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rising air form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MECHANISM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cools as it rises, and the water vapour condenses into 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side of a mountain receives more rain: the windward or the leeward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windward side, facing the wind; the leeward side is dry (rain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MOUNT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MOUNT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Debundscha is very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MOUNT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sea winds are forced up Mount Cameroon, cool and give heavy rain on the windward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Climatic Disturbances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6: Mechanisms of Rain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water that falls from clouds as drops.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water vapour into water drops when air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Mechanism of Rain Formation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Rain forms in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 Evaporation: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heats water from seas, rivers and plants and turns it into vapour.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 Rising and cooling: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warm moist air rises and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Mechanism of Rain Formation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 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vapour condenses into tiny drops that form clouds.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 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drops join, become heavy and fall as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Mechanism of Rain Formation</a:t>
            </a:r>
            <a:endParaRPr lang="en-US" sz="3600" dirty="0"/>
          </a:p>
        </p:txBody>
      </p:sp>
      <p:pic>
        <p:nvPicPr>
          <p:cNvPr id="4" name="Image 0" descr="/home/claude/f4/img/v2/water_cycl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formation of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(Orographic) Rainfall</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rainfall on Mount Cameroon forms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Windward side: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winds from the sea are forced up the mountain, cool and give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(Orographic) Rainfall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Leeward side: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descends on the other side, warms up and gives little rain (rain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(Orographic) Rainfall</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four steps of rain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rising and cooling, condensation,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windward side of Mount Cameroon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air is forced up, cools and gives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turning into vapour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Vapour turning into drops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side of a mountain is the ______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and label the mechanism of relief rainfall on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Climate Change and its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6: Mechanisms of Rain 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rainfall. Draw step by step the general mechanism of rain formation. Draw the mechanism of relief rainfall on Mount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explain step by step how rain 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General Mechanism of Rain Formation; Relief (Orographic)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and label the mechanism of relief rainfall on Mount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2 and 3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boil water and hold a cold plate above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arrows rising above hot ground.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mountain with the wind.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Mount Cameroon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2026-09-27T13:44:22Z</dcterms:created>
  <dcterms:modified xsi:type="dcterms:W3CDTF">2026-09-27T13:44:22Z</dcterms:modified>
</cp:coreProperties>
</file>