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Mechanisms of Rain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rainfall, evaporation, condensation, precipitation, relief (orographic) rainfall, windward, leeward. At the end, you should be able to do this: learners are able to draw and explain step by step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Atmospheric Disturbances in Cameroon. The question was: Ask an elder about a flood or a violent storm in your town and write what happened.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2012 the Benue flooded quarters of Garoua; houses and farms were destroyed and families moved to schools.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rainfall. Number 2: draw step by step the general mechanism of rain formation. Number 3: draw the mechanism of relief rainfall on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Sun heats water. Clouds are made of water drops. Mount Cameroon is very high.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Debundscha, at the foot of Mount Cameroon, is one of the wettest places in the world, while places on the other side of the mountain receive much less rain. The class asks the teacher: "How is rain formed, and why does one side of the mountain get so much of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rain forms and why one side of Mount Cameroon is so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moist wind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air that rises up a mountain?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cools and forms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labelled diagrams with arrows showing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and draw how rain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rain falling.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of the rain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seas, rivers, lakes and plants, heated by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turns into vapour and rises into the air: this is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vapour form clouds high in the sky?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as it rises, and the vapour changes into tiny drops: this is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wind blowing over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side facing the wind (the windward side); the other side is dry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Debundscha so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Moist sea winds are forced up Mount Cameroon, cool and give heavy rain on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Rainfall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Mechanism of Rain Formation. Rain forms in the following steps. Copy the point on Step 1, evaporation on the left, then draw the diagram on the right: the formation of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Mechanism of Rain Formation. On this slide we have Step 2, rising and cooling, Step 3, condensation and Step 4,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(Orographic) Rainfall on Mount Cameroon. Relief rainfall forms in the following steps. Copy the point on Step 1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3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four steps of rain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rising and cooling, condensation, precipitation.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windward side of Mount Cameroon wet?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moist air is forced up, cools and gives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condensation; number 3, leeward.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mechanism of relief rainfall on Mount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Climate Change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MECHANISMS OF RAIN FORMATION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Mechanisms of Rain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Mechanisms of Rain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Rainfall, evaporation, condensation, precipitation, relief (orographic) rainfall,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rainfall; describe the general mechanism of rainfall formation. Practical exercise: draw step by step the general mechanism of rainfall formation. Contextualisation: draw step by step the mechanism of orographic rainfall (Mount Cameroon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Atmospheric Disturbances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about a flood or a violent storm in your town and write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2012 the Benue flooded quarters of Garoua; houses and farms were destroyed and families moved to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rainfall.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step by step the general mechanism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at the foot of Mount Cameroon, is one of the wettest places in the world, while places on the other side of the mountain receive much less rain. The class asks the teacher: "How is rain formed, and why does one side of the mountain get so much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rain forms and why one side of Mount Cameroon is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 wind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that rises up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and forms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labelled diagrams with arrows showing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and draw how rain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falling.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rain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seas, rivers, lakes and plants,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turns into vapour and rises into the air: this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vapour form clouds high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as it rises, and the vapour changes into tiny drops: this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blowing over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facing the wind (the windward side); the other side is dry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Debundscha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winds are forced up Mount Cameroon, cool and give heavy rain on 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drops.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into vapour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water drops when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evaporation: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water from seas, rivers and plants and turns it into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rising and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moist air rises and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into tiny drops that form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drops join, become heavy and fall as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rainfall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winds blow from the Atlantic Ocean towards Mount Cameroon.</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forces the air to rise, and the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vapour condenses and gives heavy rain on the windward side, as at Debundscha.</a:t>
            </a:r>
            <a:endParaRPr lang="en-US" sz="36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descends on the leeward side, becomes warm and dry, and gives little rain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windward side of Mount Cameroon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cools and gives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turning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Vapour turning into drops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Mechanisms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rainfall. Draw step by step the general mechanism of rain formation. Draw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Mechanism of Rain Formation; Relief (Orographic)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boil water and hold a cold plate above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drops on the cold plate.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mountain with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Mount Cameroon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2026-09-28T16:51:26Z</dcterms:created>
  <dcterms:modified xsi:type="dcterms:W3CDTF">2026-09-28T16:51:26Z</dcterms:modified>
</cp:coreProperties>
</file>