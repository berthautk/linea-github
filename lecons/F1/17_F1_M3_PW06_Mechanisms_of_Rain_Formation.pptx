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Mechanisms of Rain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rainfall, evaporation, condensation, precipitation, relief (orographic) rainfall, windward, leeward. At the end, you should be able to do this: learners are able to draw and explain step by step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Atmospheric Disturbances in Cameroon. The question was: Ask an elder about a flood or a violent storm in your town and write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2012 the Benue flooded quarters of Garoua; houses and farms were destroyed and families moved to schools.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rainfall. Number 2: draw step by step the general mechanism of rain formation. Number 3: draw the mechanism of relief rainfall on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heats water. Clouds are made of water drops. Mount Cameroon is very high.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is one of the wettest places in the world, while places on the other side of the mountain receive much less rain. The class asks the teacher: "How is rain formed, and why does one side of the mountain get so much of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rain forms and why one side of Mount Cameroon is so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moist wind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air that rises up a mountain?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labelled diagrams with arrows showing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and draw how rain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rain falling.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of the rain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seas, rivers, lakes and plants, heated by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turns into vapour and rises into the air: this is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vapour form clouds high in the sky?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as it rises, and the vapour changes into tiny drops: this is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wind blowing over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side facing the wind (the windward side); the other side is dry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Debundscha so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Moist sea winds are forced up Mount Cameroon, cool and give heavy rain on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Rainfall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Mechanism of Rain Formation. Rain forms in the following steps. Copy the point on Step 1, evaporation on the left, then draw the diagram on the right: the formation of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Mechanism of Rain Formation. On this slide we have Step 2, rising and cooling, Step 3, condensation and Step 4,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(Orographic) Rainfall on Mount Cameroon. Relief rainfall forms in the following steps. Copy the point on Step 1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3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four steps of rain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rising and cooling, condensation, precipitation.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windward side of Mount Cameroon wet?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moist air is forced up, cools and gives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condensation; number 3, leeward.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mechanism of relief rainfall on Mount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Climate Change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MECHANISMS OF RAIN FORMATION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Mechanisms of Rain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Mechanisms of Rain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Rainfall, evaporation, condensation, precipitation, relief (orographic) rainfall,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rainfall; describe the general mechanism of rainfall formation. Practical exercise: draw step by step the general mechanism of rainfall formation. Contextualisation: draw step by step the mechanism of orographic rainfall (Mount Cameroon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Atmospheric Disturbances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about a flood or a violent storm in your town and write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2012 the Benue flooded quarters of Garoua; houses and farms were destroyed and families moved to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step by step the general mechanism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is one of the wettest places in the world, while places on the other side of the mountain receive much less rain. The class asks the teacher: "How is rain formed, and why does one side of the mountain get so much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rain forms and why one side of Mount Cameroon is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 wind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that rises up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labelled diagrams with arrows showing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and draw how rain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falling.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rain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seas, rivers, lakes and plants,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into vapour and rises into the air: this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vapour form clouds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as it rises, and the vapour changes into tiny drops: this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blowing over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wind (the windward side); the other side is dry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winds are forced up Mount Cameroon, cool and give heavy rain on 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drops.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into vapour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water drops when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evaporation: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water from seas, rivers and plants and turns it into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rising and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moist air rises and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into tiny drops that form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drops join, become heavy and fall as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rainfall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winds blow from the Atlantic Ocean towards Mount Cameroon.</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the air to rise, and the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vapour condenses and gives heavy rain on the windward side, as at Debundscha.</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descends on the leeward side, becomes warm and dry, and gives little rain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windward side of Mount Cameroon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cools and gives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turning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Vapour turning into drops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Mechanisms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rainfall. Draw step by step the general mechanism of rain formation. Draw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Mechanism of Rain Formation; Relief (Orographic)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boil water and hold a cold plate above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drops on the cold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mountain with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Mount Cameroon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2026-09-28T21:13:56Z</dcterms:created>
  <dcterms:modified xsi:type="dcterms:W3CDTF">2026-09-28T21:13:56Z</dcterms:modified>
</cp:coreProperties>
</file>