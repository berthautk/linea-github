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Practical Work 6: Mechanisms of Rain Formation.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1. It belongs to Module 3: Protection from the Wrath of Nature.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Protection against the Wrath of Nature, and the sub-topic is Climatic Disturbances. The key notions we shall use today are: rainfall, evaporation, condensation, precipitation, relief (orographic) rainfall, windward, leeward. At the end, you should be able to do this: learners are able to draw and explain step by step how rain forms.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Further Study 1: Atmospheric Disturbances in Cameroon. The question was: Ask an elder about a flood or a violent storm in your town and write what happened.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Answers vary. Example: in 2012 the Benue flooded quarters of Garoua; houses and farms were destroyed and families moved to schools.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rainfall. Number 2: draw step by step the general mechanism of rain formation. Number 3: draw the mechanism of relief rainfall on Mount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Sun heats water. Clouds are made of water drops. Mount Cameroon is very high.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Debundscha, at the foot of Mount Cameroon, is one of the wettest places in the world, while places on the other side of the mountain receive much less rain. The class asks the teacher: "How is rain formed, and why does one side of the mountain get so much of it?"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class does not know how rain forms and why one side of Mount Cameroon is so wet.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Where does the moist wind come from?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From the Atlantic Ocean.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happens to air that rises up a mountain?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cools and forms clouds and 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draw neat labelled diagrams with arrows showing each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practical work helps us to understand and draw how rain is formed.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rain falling.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Where does the water of the rain come from?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From seas, rivers, lakes and plants, heated by the Sun.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animation: animation: water goes up and comes down.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happens to water heated by the Sun?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turns into vapour and rises into the air: this is evaporation.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animation: animation: water goes up and comes down.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does the vapour form clouds high in the sky?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air cools as it rises, and the vapour changes into tiny drops: this is condensation.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wind blowing over a mountain.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Which side of a mountain receives more rain?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side facing the wind (the windward side); the other side is dry (leeward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mount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is Debundscha so wet?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Moist sea winds are forced up Mount Cameroon, cool and give heavy rain on the windward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Rainfall and Evaporation.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Condensation.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General Mechanism of Rain Formation. Rain forms in the following steps. Copy the point on Step 1, evaporation on the left, then draw the diagram on the right: the formation of rain.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General Mechanism of Rain Formation. On this slide we have Step 2, rising and cooling, Step 3, condensation and Step 4, precipitation.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Relief (Orographic) Rainfall on Mount Cameroon. Relief rainfall forms in the following steps. Copy the point on Step 1 on the left, then draw the diagram on the right: mount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Relief (Orographic) Rainfall on Mount Cameroon. On this slide we have Step 2.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Step 3 on the left, then draw the diagram on the right: relief rainfall.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Relief (Orographic) Rainfall on Mount Cameroon. On this slide we have Step 4.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the four steps of rain formation.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evaporation, rising and cooling, condensation, precipitation.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is the windward side of Mount Cameroon wet?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moist air is forced up, cools and gives rain.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evaporation; number 2, condensation; number 3, leeward.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and label the mechanism of relief rainfall on Mount Cameroon.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10: Climate Change and its Consequences.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1</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PRACTICAL WORK 6: MECHANISMS OF RAIN FORMATION</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gif"/><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gif"/><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1</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Practical Work 6</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Mechanisms of Rain Formation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1</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Protection from the Wrath of Nature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Protection against the Wrath of Nature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Climatic Disturbances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Practical Work 6: Mechanisms of Rain Formation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Rainfall, evaporation, condensation, precipitation, relief (orographic) rainfall, windward, leeward.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Theoretical basis: define rainfall; describe the general mechanism of rainfall formation. Practical exercise: draw step by step the general mechanism of rainfall formation. Contextualisation: draw step by step the mechanism of orographic rainfall (Mount Cameroon area).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draw and explain step by step how rain forms.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(Further Study 1: Atmospheric Disturbances in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Ask an elder about a flood or a violent storm in your town and write what happened.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Answers vary. Example: in 2012 the Benue flooded quarters of Garoua; houses and farms were destroyed and families moved to schools.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rainfall.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Draw step by step the general mechanism of rain formation.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Draw the mechanism of relief rainfall on Mount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Sun heats water.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Clouds are made of water drops.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Mount Cameroon is very high.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Debundscha, at the foot of Mount Cameroon, is one of the wettest places in the world, while places on the other side of the mountain receive much less rain. The class asks the teacher: "How is rain formed, and why does one side of the mountain get so much of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class does not know how rain forms and why one side of Mount Cameroon is so wet.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does the moist wind come from?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the Atlantic Ocean.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air that rises up a mountain?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cools and forms clouds and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neat labelled diagrams with arrows showing each step.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practical work helps us to understand and draw how rain is formed.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GENERAL MECHANISM</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heavyrai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Rain falling.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GENERAL MECHANISM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does the water of the rain come from?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GENERAL MECHANISM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seas, rivers, lakes and plants, heated by the Sun.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GENERAL MECHANISM</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water_cycle.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water goes up and comes down.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GENERAL MECHANISM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water heated by the Sun?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GENERAL MECHANISM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turns into vapour and rises into the air: this is evaporation.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GENERAL MECHANISM</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water_cycle.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water goes up and comes down.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GENERAL MECHANISM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the vapour form clouds high in the sky?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GENERAL MECHANISM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air cools as it rises, and the vapour changes into tiny drops: this is condensation.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RELIEF RAINFALL</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rainfall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Wind blowing over a mountain.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RELIEF RAINFALL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side of a mountain receives more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RELIEF RAINFALL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side facing the wind (the windward side); the other side is dry (leeward side).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MOUNT CAMEROON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mtcameroo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Mount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MOUNT CAMEROON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Debundscha so wet?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MOUNT CAMEROON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Moist sea winds are forced up Mount Cameroon, cool and give heavy rain on the windward side.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Protection against the Wrath of Nature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Climatic Disturbances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6: Mechanisms of Rain Formation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Rainfall: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water that falls from clouds as drops.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Evaporation: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change of water into vapour when it is heated.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Condensation: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change of water vapour into water drops when air cools.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General Mechanism of Rain Formation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Rain forms in the following steps: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Step 1, evaporation: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Sun heats water from seas, rivers and plants and turns it into vapour.</a:t>
            </a:r>
            <a:endParaRPr lang="en-US" sz="3600" dirty="0"/>
          </a:p>
        </p:txBody>
      </p:sp>
      <p:pic>
        <p:nvPicPr>
          <p:cNvPr id="5" name="Image 0" descr="/home/claude/f4/img/v2/water_cycle_last.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formation of rain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General Mechanism of Rain Formation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Step 2, rising and cooling: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warm moist air rises and cools.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Step 3, condensation: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vapour condenses into tiny drops that form clouds.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Step 4, precipitation: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drops join, become heavy and fall as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Relief (Orographic) Rainfall on Mount Cameroon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Relief rainfall forms in the following steps: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Step 1: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Moist winds blow from the Atlantic Ocean towards Mount Cameroon.</a:t>
            </a:r>
            <a:endParaRPr lang="en-US" sz="3600" dirty="0"/>
          </a:p>
        </p:txBody>
      </p:sp>
      <p:pic>
        <p:nvPicPr>
          <p:cNvPr id="5" name="Image 0" descr="/home/claude/f4/img/v2/lsa_mtcameroon.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Mount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Relief (Orographic) Rainfall on Mount Cameroon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Step 2: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mountain forces the air to rise, and the air cools.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Relief (Orographic) Rainfall on Mount Cameroon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Step 3: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vapour condenses and gives heavy rain on the windward side, as at Debundscha.</a:t>
            </a:r>
            <a:endParaRPr lang="en-US" sz="3600" dirty="0"/>
          </a:p>
        </p:txBody>
      </p:sp>
      <p:pic>
        <p:nvPicPr>
          <p:cNvPr id="5" name="Image 0" descr="/home/claude/f4/img/v2/rainfall_types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relief rainfall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Relief (Orographic) Rainfall on Mount Cameroon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Step 4: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air descends on the leeward side, becomes warm and dry, and gives little rain (rain shadow).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the four steps of rain formation.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Evaporation, rising and cooling, condensation, precipitation.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windward side of Mount Cameroon wet?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Moist air is forced up, cools and gives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Water turning into vapour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Vapour turning into drops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dry side of a mountain is the ______ side.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and label the mechanism of relief rainfall on Mount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10: Climate Change and its Consequences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pluie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Evaporation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L'évaporation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Condensation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condensation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Mountain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montagne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Windward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Au vent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Leeward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Sous le vent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Protection against the Wrath of Nature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Practical Work 6: Mechanisms of Rain Formation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rainfall. Draw step by step the general mechanism of rain formation. Draw the mechanism of relief rainfall on Mount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draw and explain step by step how rain forms.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General Mechanism of Rain Formation; Relief (Orographic) Rainfall on Mount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and label the mechanism of relief rainfall on Mount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Activities 2 and 3 are animations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rain.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boil water and hold a cold plate above it.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look at the drops on the cold plate.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draw a mountain with the wind.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show Mount Cameroon on the map.</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1, Module 3: Protection from the Wrath of Nature.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“Heavy rain. Johannesburg, South Africa” by varfolomeev, CC BY-NC 2.0, via Flickr (https://www.flickr.com/photos/45427632@N02/49745935146)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“Mount Cameroon” by John &amp; Mel Kots, CC BY-NC-ND 2.0, via Flickr (https://www.flickr.com/photos/26745817@N00/2347261849)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2026-09-28T17:20:22Z</dcterms:created>
  <dcterms:modified xsi:type="dcterms:W3CDTF">2026-09-28T17:20:22Z</dcterms:modified>
</cp:coreProperties>
</file>