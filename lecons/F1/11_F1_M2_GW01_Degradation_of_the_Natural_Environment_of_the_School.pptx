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Guided Work 1: Degradation of the Natural Environment of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human aggression, degradation, observation, field visit, solution. At the end, you should be able to do this: learners are able to observe and describe the degradation of their school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Forms of Degradation of the Natural Regions of Cameroon. The question was: Observe your school surroundings and write two examples of damage to the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trees cut for firewood, bare soil with small gullies, plastic bags and rubbish thrown around, burnt grass.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types of human aggression on natural regions. Number 2: observe and describe the degradation around the school. Number 3: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Deforestation, bush fires, erosion and pollution damage the environment. People cause most of these problems. Trees and good waste management protect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principal of DGCAST notices rubbish, bare soil and cut trees around the school. He asks Form 1: "Which places of our school are damaged, what caused the damage, and what can we do to repair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environment is damaged, and the class must find the causes and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 class do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Walk around the school and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they give at the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Solutions to protect the school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school clean and green: plant trees, protect the grass and use the dustbins.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guided work helps us to observe our own environment and act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damage shown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have been cut and burnt: it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rubbish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write in your notebook for each damaged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it is, what the damage is, what caused it and a possible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bare soil and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around a school do we often find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paths and bare slopes where people walk and the rain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burnt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grass burnt around some schools?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burn rubbish or grass to clear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our class do to protect the school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and grass, use dustbins and walk on the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Human aggression.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Human Aggression on the Environment. People damage the natural environment in the following ways. Copy the point on Deforestation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rubbish.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degradation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of the Field Visit. The field visit is carried out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of the Field Visit.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for the School. The school environment can be protected by the following actions. Copy the point on Planting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for the School. On this slide we have Protecting the soil and Good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forms of degradation observed around the school.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rubbish on the ground and bare, eroded soil (also cut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Propose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put dustbins.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pollution; number 3,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report (five lines) on the damage you observed around the school and your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Solid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GUIDED WORK 1: DEGRADATION OF THE NATURAL ENVIRONMENT OF THE SCHOOL</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Guided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Degradation of the Natural Environment of the School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aggression, degradation, observation, field visit, solution.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(in class): recall the different types of human aggression on natural regions. Practical exercise (outdoor activity): visit the school surroundings; observe, identify, describe and explain the aggressions; identify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Forms of Degradation of the Natural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trees cut for firewood, bare soil with small gullies, plastic bags and rubbish thrown around, burnt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types of human aggression on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describe the degradation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bush fires, erosion and pollution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cause most of these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and good waste management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principal of DGCAST notices rubbish, bare soil and cut trees around the school. He asks Form 1: "Which places of our school are damaged, what caused the damage, and what can we do to repair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environment is damaged, and the class must find the causes and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 class do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Walk around the school and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give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Solutions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school clean and green: plant trees, protect the grass and use the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guided work helps us to observe our own environment and act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damage shown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have been cut and burnt: it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write in your notebook for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it is, what the damage is, what caused it and a possible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Bare soil and 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around a school do we often find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paths and bare slopes where people walk and the rain runs.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grass burnt around some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burn rubbish or grass to clear the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our class do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use dustbins and walk on the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aggression: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human action that damages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damage the natural environment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for wood, building or space.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Grass and rubbish are burnt and leave the soil bare.</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plastics and smoke make the environment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rubbish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degradation: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 is trampled and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field visit is carried out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walk around the school in groups with a notebook.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observe and identify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damage and explain its 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propose a practical solution for each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school environment can be protected by the following actions: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plant trees and grass on bare areas.</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dustbins and sort the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the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paths and make small barriers against running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stop burning rubbish and grass and remind others to keep the school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degradation observed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on the ground and bare, eroded soil (also cut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put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on the ground is a form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protects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(five lines) on the damage you observed around the school and your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dommage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types of human aggression on natural regions. Observe and describe the degradation around the school.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Human Aggression on the Environment; Method of the Field Visit; Solutions for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report (five lines) on the damage you observed around the school and your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types of damage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prepare a table with four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playground.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a class action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2026-09-28T16:51:24Z</dcterms:created>
  <dcterms:modified xsi:type="dcterms:W3CDTF">2026-09-28T16:51:24Z</dcterms:modified>
</cp:coreProperties>
</file>