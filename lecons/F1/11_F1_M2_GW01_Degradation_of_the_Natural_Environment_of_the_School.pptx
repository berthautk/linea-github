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Guided Work 1: Degradation of the Natural Environment of the School.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2: Preservation of the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Let's Preserve our Environment, and the sub-topic is Natural Regions (Bio-climatic Zones) and their Degradation. The key notions we shall use today are: human aggression, degradation, observation, field visit, solution. At the end, you should be able to do this: learners are able to observe and describe the degradation of their school environment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Forms of Degradation of the Natural Regions of Cameroon. The question was: Observe your school surroundings and write two examples of damage to the environment.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trees cut for firewood, bare soil with small gullies, plastic bags and rubbish thrown around, burnt grass.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recall the types of human aggression on natural regions. Number 2: observe and describe the degradation around the school. Number 3: propose practical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Deforestation, bush fires, erosion and pollution damage the environment. People cause most of these problems. Trees and good waste management protect the environment.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principal of DGCAST wants a cleaner and greener school. He asks Form 1 to walk around the school, find the places that are damaged and propose what to do.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school environment is damaged and needs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must the class do first?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Walk around the school and observe.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must they give at the end?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Solutions to protect the school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keep the school clean and green: plant trees, protect the grass and use the dustbins.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guided work helps us to observe our own environment and act to protect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cut trees.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Recall four types of human aggression on the environment.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Cutting trees, bush fires, dumping rubbish and digging or trampling the soil (also poaching).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rubbish on the ground.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should you write in your notebook for each damaged place you observe?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Where it is, what the damage is, what caused it and a possible 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bare soil and a gully.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around a school do we often find soil erosion?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paths and bare slopes where people walk and the rain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burnt grass.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Explain why these damages happen around the school.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People throw rubbish, cut trees, walk on the grass and burn grass or waste.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planting a young tree.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three solutions for the school.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Plant trees and grass, put dustbins and sort waste, and make paths to protect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Theoretical Basis. People damage the natural environment in the following ways. On this slide we have Deforestation and Pollution.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Theoretical Basis. On this slide we have Soil degradation.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Method of the Field Visit. The field visit is carried out in the following steps. On this slide we have Step 1 and Step 2.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Method of the Field Visit. On this slide we have Step 3 and Step 4.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for the School. The school environment can be protected by the following actions. On this slide we have Planting and Waste management.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for the School. On this slide we have Good behaviour.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two forms of degradation observed around the school.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rubbish on the ground and bare, eroded soil (also cut trees).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Propose two solutions.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plant trees and put dustbins.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deforestation; number 2, pollution; number 3,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Write a short report (five lines) on the damage you observed around the school and your solutions.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5: Solid Waste Management.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GUIDED WORK 1: DEGRADATION OF THE NATURAL ENVIRONMENT OF THE SCHOOL</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Guided Work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Degradation of the Natural Environment of the School</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Preservation of the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Let's Preserve our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 (Bio-climatic Zones) and their Degradation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Guided Work 1: Degradation of the Natural Environment of the School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Human aggression, degradation, observation, field visit, solution.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Outdoor activity: visit the school surroundings; observe, identify, describe and explain the human aggressions on the environment; propose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observe and describe the degradation of their school environment and propose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Forms of Degradation of the Natural Regions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your school surroundings and write two examples of damage to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trees cut for firewood, bare soil with small gullies, plastic bags and rubbish thrown around, burnt grass.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Recall the types of human aggression on natural regions.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Observe and describe the degradation around the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practical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Deforestation, bush fires, erosion and pollution damage the environment.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cause most of these problems.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Trees and good waste management protect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principal of DGCAST wants a cleaner and greener school. He asks Form 1 to walk around the school, find the places that are damaged and propose what to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school environment is damaged and needs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the class do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Walk around the school and observe.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they give at the end?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Solutions to protect the school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Keep the school clean and green: plant trees, protect the grass and use the dustbins.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guided work helps us to observe our own environment and act to protect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clear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Cut trees.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Recall four types of human aggression on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Cutting trees, bush fires, dumping rubbish and digging or trampling the soil (also poaching).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OBSERVATION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lit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Rubbish on the ground.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OBSERVATION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should you write in your notebook for each damaged place you observe?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OBSERVATION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it is, what the damage is, what caused it and a possible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OBSERVATION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gull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Bare soil and a gully.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OBSERVATION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around a school do we often find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OBSERVATION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paths and bare slopes where people walk and the rain runs.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bushfi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Burnt grass.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these damages happen around the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throw rubbish, cut trees, walk on the grass and burn grass or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ee_plant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Planting a young tree.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solutions for the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and grass, put dustbins and sort waste, and make paths to protect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Let's Preserve our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Natural Regions (Bio-climatic Zones) and their Degradation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Guided Work 1: Degradation of the Natural Environment of the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Theoretical Basis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damage the natural environment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Deforestation: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are cut for wood, building or space.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Rubbish, plastics and smoke make the environment dirty.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Theoretical Basis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degradation: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Bare soil is trampled and washed away by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 of the Field Visit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field visit is carried out in the following steps: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1: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walk around the school in groups with a notebook.</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2: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observe and identify each damaged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 of the Field Visit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3: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describe the damage and explain its cause.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4: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propose a practical solution for each problem.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 for the School</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school environment can be protected by the following actions: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plant trees and grass on bare areas.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Waste management: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put dustbins and sort the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 for the School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Good behaviour: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use paths and stop burning rubbish and grass.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forms of degradation observed around the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Rubbish on the ground and bare, eroded soil (also cut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Propose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and put dustbins.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Cutting trees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Rubbish on the ground is a form of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Planting trees protects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a short report (five lines) on the damage you observed around the school and your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5: Solid Waste Management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Observation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L'observation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Damage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dommage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rapport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Dustbin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poubelle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L'arbre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Let's Preserve our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Guided Work 1: Degradation of the Natural Environment of the School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Recall the types of human aggression on natural regions. Observe and describe the degradation around the school. Propose practical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observe and describe the degradation of their school environment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Theoretical Basis; Method of the Field Visit; Solutions for the School.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Write a short report (five lines) on the damage you observed around the school and your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them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prepare a table with four columns.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look at the playground.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in groups.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write a class action plan.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2: Preservation of the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“Slash and burn agriculture in the Amazon” by Matt-Zimmerman, CC BY 2.0, via Flickr (https://www.flickr.com/photos/16725630@N00/1524189000)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“Do the evolution” by Marco Bellucci, CC BY 2.0, via Flickr (https://www.flickr.com/photos/50451886@N00/3382099741)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“Soil erosion in the central Mexican Highlands” by CIMMYT, CC BY-NC-SA 2.0, via Flickr (https://www.flickr.com/photos/44760652@N05/6244930288)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“20111216-NRCS-LSC-0355” by USDAgov, CC BY 2.0, via Flickr (https://www.flickr.com/photos/41284017@N08/6551564351)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“Haitian Students Breathe New Life into Depleted Pine Forest” by United Nations Photo, CC BY-NC-ND 2.0, via Flickr (https://www.flickr.com/photos/35483578@N03/5860275159)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2026-09-27T13:44:20Z</dcterms:created>
  <dcterms:modified xsi:type="dcterms:W3CDTF">2026-09-27T13:44:20Z</dcterms:modified>
</cp:coreProperties>
</file>