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Guided Work 1: Degradation of the Natural Environment of the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2: Preservation of the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Let's Preserve our Environment, and the sub-topic is Natural Regions (Bio-climatic Zones) and their Degradation. The key notions we shall use today are: human aggression, degradation, observation, field visit, solution. At the end, you should be able to do this: learners are able to observe and describe the degradation of their school environment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Forms of Degradation of the Natural Regions of Cameroon. The question was: Give two forms of damage to the environment of a school.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Waste on the ground and cut trees (also soil erosion).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recall the types of human aggression on natural regions. Number 2: observe and describe the degradation around the school. Number 3: propose practical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Deforestation, bush fires, erosion and pollution damage the environment. People cause most of these problems. Trees and good waste management protect the environment.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principal of DGCAST notices rubbish, bare soil and cut trees around the school. He asks Form 1: "Which places of our school are damaged, what caused the damage, and what can we do to repair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school environment is damaged, and the class must find the causes and the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must the class do first?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Walk around the school and observe.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must they give at the end?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Solutions to protect the school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the school clean and green: plant trees, protect the grass and use the dustbins.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guided work helps us to observe our own environment and act to protect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cut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damage shown in this picture?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Trees have been cut and burnt: it is deforestation.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rubbish on the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should you write in your notebook for each damaged place?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Where it is, what the damage is, what caused it and a possible 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bare soil and a gully.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around a school do we often find soil erosion?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paths and bare slopes where people walk and the rain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burnt grass.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grass burnt around some schools?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People burn rubbish or grass to clear the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a young tree.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can our class do to protect the school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Plant trees and grass, use dustbins and walk on the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Human aggression.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Human Aggression on the Environment. People damage the natural environment in the following ways. Copy the point on Deforestation on the left, then draw the diagram on the right: cut trees.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Bush fires on the left, then draw the diagram on the right: burnt grass.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Pollution on the left, then draw the diagram on the right: rubbish.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Soil degradation on the left, then draw the diagram on the right: a gully.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 of the Field Visit. The field visit is carried out in the following steps. On this slide we have Step 1 and Step 2.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 of the Field Visit. On this slide we have Step 3 and Step 4.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for the School. The school environment can be protected by the following actions. Copy the point on Planting on the left, then draw the diagram on the right: planting a tree.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Waste management on the left, then draw the diagram on the right: sorting waste.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for the School. On this slide we have Protecting the soil and Good behaviour.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forms of degradation observed around the school.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rubbish on the ground and bare, eroded soil (also cut trees).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Propose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 trees and put dustbins.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deforestation; number 2, pollution; number 3,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types of solid waste.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5: Solid Waste Management.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GUIDED WORK 1: DEGRADATION OF THE NATURAL ENVIRONMENT OF THE SCHOOL</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Guided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Degradation of the Natural Environment of the School</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Preservation of the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Let's Preserve our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 (Bio-climatic Zones) and their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Guided Work 1: Degradation of the Natural Environment of the School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Human aggression, degradation, observation, field visit, solution.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(in class): recall the different types of human aggression on natural regions. Practical exercise (outdoor activity): visit the school surroundings; observe, identify, describe and explain the aggressions; identify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observe and describe the degradation of their school environment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Forms of Degradation of the Natural Regions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forms of damage to the environment of a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Waste on the ground and cut trees (also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Recall the types of human aggression on natural regions.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Observe and describe the degradation around the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practical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Deforestation, bush fires, erosion and pollution damage the environment.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cause most of these problems.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Trees and good waste management protect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principal of DGCAST notices rubbish, bare soil and cut trees around the school. He asks Form 1: "Which places of our school are damaged, what caused the damage, and what can we do to repair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school environment is damaged, and the class must find the causes and the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the class do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Walk around the school and observe.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they give at the 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Solutions to protect the school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the school clean and green: plant trees, protect the grass and use the dustbins.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guided work helps us to observe our own environment and act to protect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Cut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damage shown in this picture?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have been cut and burnt: it is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Rubbish on the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should you write in your notebook for each damaged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it is, what the damage is, what caused it and a possible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Bare soil and a gully.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around a school do we often find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paths and bare slopes where people walk and the rain runs.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Burnt grass.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grass burnt around some schools?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burn rubbish or grass to clear the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a young tree.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our class do to protect the school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grass, use dustbins and walk on the paths.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Let's Preserve our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 (Bio-climatic Zones) and their Degradation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Guided Work 1: Degradation of the Natural Environment of the School</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aggression: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 human action that damages the natural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Human Aggression on the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damage the natural environment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Deforestation: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Trees are cut for wood, building or space.</a:t>
            </a:r>
            <a:endParaRPr lang="en-US" sz="3600" dirty="0"/>
          </a:p>
        </p:txBody>
      </p:sp>
      <p:pic>
        <p:nvPicPr>
          <p:cNvPr id="5" name="Image 0" descr="/home/claude/f4/img/v2/f2t_clear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cut trees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Human Aggression on the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Bush fires: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Grass and rubbish are burnt and leave the soil bare.</a:t>
            </a:r>
            <a:endParaRPr lang="en-US" sz="3600" dirty="0"/>
          </a:p>
        </p:txBody>
      </p:sp>
      <p:pic>
        <p:nvPicPr>
          <p:cNvPr id="5" name="Image 0" descr="/home/claude/f4/img/v2/f2t_bushfir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burnt grass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Human Aggression on the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Rubbish, plastics and smoke make the environment dirty.</a:t>
            </a:r>
            <a:endParaRPr lang="en-US" sz="3600" dirty="0"/>
          </a:p>
        </p:txBody>
      </p:sp>
      <p:pic>
        <p:nvPicPr>
          <p:cNvPr id="5" name="Image 0" descr="/home/claude/f4/img/v2/usa_litte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rubbish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Human Aggression on the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 degradation: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Bare soil is trampled and washed away by rain.</a:t>
            </a:r>
            <a:endParaRPr lang="en-US" sz="3600" dirty="0"/>
          </a:p>
        </p:txBody>
      </p:sp>
      <p:pic>
        <p:nvPicPr>
          <p:cNvPr id="5" name="Image 0" descr="/home/claude/f4/img/v2/f4_gull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gully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 of the Field Visit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field visit is carried out in the following steps: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walk around the school in groups with a notebook.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observe and identify each damaged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 of the Field Visit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describe the damage and explain its cause.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propose a practical solution for each problem.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for the School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school environment can be protected by the following actions: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Planting: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plant trees and grass on bare areas.</a:t>
            </a:r>
            <a:endParaRPr lang="en-US" sz="3600" dirty="0"/>
          </a:p>
        </p:txBody>
      </p:sp>
      <p:pic>
        <p:nvPicPr>
          <p:cNvPr id="5" name="Image 0" descr="/home/claude/f4/img/v2/f2t_tree_plant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planting a tree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for the School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Waste management: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put dustbins and sort the waste.</a:t>
            </a:r>
            <a:endParaRPr lang="en-US" sz="3600" dirty="0"/>
          </a:p>
        </p:txBody>
      </p:sp>
      <p:pic>
        <p:nvPicPr>
          <p:cNvPr id="5" name="Image 0" descr="/home/claude/f4/img/v2/waste_sort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sorting waste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for the School</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Protecting the 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use paths and make small barriers against running water.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Good behaviour: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stop burning rubbish and grass and remind others to keep the school clean.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forms of degradation observed around the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Rubbish on the ground and bare, eroded soil (also cut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put dustbins.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Cutting trees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Rubbish on the ground is a form of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Planting trees protects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types of solid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5: Solid Waste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Observation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L'observation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dommage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rapport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Dustbin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poubelle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Let's Preserve our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Guided Work 1: Degradation of the Natural Environment of the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Recall the types of human aggression on natural regions. Observe and describe the degradation around the school. Propose practical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observe and describe the degradation of their school environment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Human Aggression on the Environment; Method of the Field Visit; Solutions for the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types of solid waste.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the types of damage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prepare a table with four columns.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look at the playground.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in groups.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a class action plan.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2: Preservation of the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“Do the evolution” by Marco Bellucci, CC BY 2.0, via Flickr (https://www.flickr.com/photos/50451886@N00/3382099741)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2026-09-28T21:32:27Z</dcterms:created>
  <dcterms:modified xsi:type="dcterms:W3CDTF">2026-09-28T21:32:27Z</dcterms:modified>
</cp:coreProperties>
</file>