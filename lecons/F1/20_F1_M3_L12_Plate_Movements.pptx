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Plate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lithosphere, plate motion, tectonic movements. At the end, you should be able to do this: learners are able to identify the plates on a world map and describe how they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Internal Structure of the Earth. The question was: Draw and label the internal structure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circle with, from the outside: crust (thin), mantle (thick), outer core (liquid) and inner core (solid) in the centre.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plate and plate movements. Number 2: identify the types of plates and the major plates on a world map. Number 3: describe the types of plate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has a crust, a mantle and a core. The mantle is very hot. Earthquakes shake the 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 sees on a map that the coasts of Africa and South America fit together like pieces of a puzzle. She asks her teacher: "Were these continents once joined, and can the crust of the Earth move?"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does not know why the continents fit together and whether the crust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pieces of the crust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Do the plates move quickly?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very slowly, a few centimetres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earthquake and volcano zones on a map of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movements of the Earth's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continents fit like a puzzle.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the fitting coasts of Africa and South America suggest?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That the continents were once joined and have moved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crust broken into pieces.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On which plate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African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crust broken into pieces.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plate lies mostly under an ocean?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Pacific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two plates moving.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ways can two plates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can move apart, move towards each other or slide past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long crack in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movement formed this long crack?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plates sliding past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and Plate movement.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Plate boundary.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Plates. The types of plates, the major plates and the plate of Cameroon are the following. Copy the point on Continental plates on the left, then draw the diagram on the right: the major plates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Plates. On this slide we have Oceanic plates, Major plates and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Plate Movements. Plate movements and their cause are the following. Copy the point on Divergent movement on the left, then draw the diagram on the right: plates moving apart and together.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Convergent movement on the left, then draw the diagram on the right: one plate sinks under the other.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Transform movement on the left, then draw the diagram on the right: plates sliding past each other.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Cause on the left, then draw the diagram on the right: heat currents in the mantle.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plate?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large piece of the lithosphere that moves slowly.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types of plate movements.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divergent, convergent and transform.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African; number 2, divergent; number 3,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world map, draw the major plates and write their names.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Consequences of the Instability of the Earth's Crust.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PLATE MOVEMENTS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Plate Movements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Plate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Lithosphere, plate motion, tectonic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of plates; types of plate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plates on a world map and describe how they move.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circle with, from the outside: crust (thin), mantle (thick), outer core (liquid) and inner core (solid)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plate and plate movements.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plates and the major plates on a world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a crust, a mantle and a core.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Earthquakes shake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sees on a map that the coasts of Africa and South America fit together like pieces of a puzzle. She asks her teacher: "Were these continents once joined, and can the crust of the Earth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does not know why the continents fit together and whether the crust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pieces of the crust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 the plates move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very slowly, a few centimetres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earthquake and volcano zones on a map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movements of the Earth's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continents fit like a puzzle.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fitting coasts of Africa and South America suggest?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That the continents were once joined and have moved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crust broken into pieces.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crust broken into pieces.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plate lies mostly under 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Pacific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two plates moving.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ways can two plates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can move apart, move towards each other or slide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anandrea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long crack in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formed this long crack?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plates sliding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piece of the lithosphere that moves slowly on the mantle.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movement of plates, a few centimetres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boundary: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line where two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Plates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types of plates, the major plates and the plate of Cameroon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Continental plates: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carry continents, like the African and Eurasian Plates.</a:t>
            </a:r>
            <a:endParaRPr lang="en-US" sz="3600" dirty="0"/>
          </a:p>
        </p:txBody>
      </p:sp>
      <p:pic>
        <p:nvPicPr>
          <p:cNvPr id="5" name="Image 0" descr="/home/claude/f4/img/v2/plat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major plates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Plates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Oceanic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under the oceans, like the Pacific Plate.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Major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seven major plates are the African, Eurasian, North American, South American, Pacific, Indo-Australian and Antarctic Plates.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Plate movements and their cause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Divergent movement: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move apart, and new crust forms between them.</a:t>
            </a:r>
            <a:endParaRPr lang="en-US" sz="3600" dirty="0"/>
          </a:p>
        </p:txBody>
      </p:sp>
      <p:pic>
        <p:nvPicPr>
          <p:cNvPr id="5" name="Image 0" descr="/home/claude/f4/img/v2/margins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plates moving apart and together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Convergent movement: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move towards each other, and one may sink under the other.</a:t>
            </a:r>
            <a:endParaRPr lang="en-US" sz="3600" dirty="0"/>
          </a:p>
        </p:txBody>
      </p:sp>
      <p:pic>
        <p:nvPicPr>
          <p:cNvPr id="5" name="Image 0" descr="/home/claude/f4/img/v2/subductio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one plate sinks under the other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Transform movement: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slide past each other.</a:t>
            </a:r>
            <a:endParaRPr lang="en-US" sz="3600" dirty="0"/>
          </a:p>
        </p:txBody>
      </p:sp>
      <p:pic>
        <p:nvPicPr>
          <p:cNvPr id="5" name="Image 0" descr="/home/claude/f4/img/v2/f4_sanandrea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plates sliding past each other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Heat currents in the mantle move the plates.</a:t>
            </a:r>
            <a:endParaRPr lang="en-US" sz="3600" dirty="0"/>
          </a:p>
        </p:txBody>
      </p:sp>
      <p:pic>
        <p:nvPicPr>
          <p:cNvPr id="5" name="Image 0" descr="/home/claude/f4/img/v2/mantle_convec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heat currents in the mantle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piece of the lithosphere that moves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Divergent, convergent and transform.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______ Plate.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moving apart is a ______ movement.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are moved by heat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draw the major plates and write their names.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Consequences of the Instability of the Earth's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Movement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mouvement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Boundary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Plate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plate and plate movements. Identify the types of plates and the major plates on a world map. Describe the types of plate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plates on a world map and describe how they move.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Plates; Types of Plate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world map, draw the major plates and write their names.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out a paper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plates on a world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an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move two books on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crack in the ground.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“faultfind_48” by dsearls, CC BY-SA 2.0, via Flickr (https://www.flickr.com/photos/52614599@N00/15392616)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2026-09-28T21:13:58Z</dcterms:created>
  <dcterms:modified xsi:type="dcterms:W3CDTF">2026-09-28T21:13:58Z</dcterms:modified>
</cp:coreProperties>
</file>