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Name the two types of plates.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 plates and oceanic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and plate movements. Number 2: identify the types of plates and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She asks her teacher: "Were these continents once joined, and can the crust of the Earth move?"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why the continents fit together and whether the crust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plate lies mostly under an ocean?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two plates moving.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ways can two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move apart, move towards each other or slide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long crack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formed this long crack?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The types of plates, the major plates and the plate of Cameroon are the following. Copy the point on Continental plates on the left, then draw the diagram on the right: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Plates. On this slide we have Oceanic plates, Major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 movements and their cause are the following. Copy the point on Divergent movement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Convergent movement on the left, then draw the diagram on the right: one plate sinks under the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Transform movement on the left, then draw the diagram on the right: plates sliding past each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heat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lithosphere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consequence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plates and oceanic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 and plate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plates and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She asks her teacher: "Were these continents once joined, and can the crust of the Earth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why the continents fit together and whether the crust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 lies mostly under 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two plates moving.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ways can two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move apart, move towards each other or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crack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formed this long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lithosphere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plates,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types of plates, the major plates and the plate of Cameroon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seven major plates are the African, Eurasian, North American, South American, Pacific, Indo-Australian and Antarctic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 movements and their cause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apart, and new crust forms between them.</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36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one plate sinks under the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sliding past each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lithosphere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and plate movements. Identify the types of plates and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consequence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2026-09-29T03:11:13Z</dcterms:created>
  <dcterms:modified xsi:type="dcterms:W3CDTF">2026-09-29T03:11:13Z</dcterms:modified>
</cp:coreProperties>
</file>