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lithosphere, plate motion, tectonic movements. At the end, you should be able to do this: learners are able to identify the plates on a world map and describe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Internal Structure of the Earth. The question was: Draw and label the internal structure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circle with, from the outside: crust (thin), mantle (thick), outer core (liquid) and inner core (solid) in the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plate and plate movements. Number 2: identify the types of plates and the major plates on a world map. Number 3: describe the types of plate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has a crust, a mantle and a core. The mantle is very hot. Earthquakes shake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sees on a map that the coasts of Africa and South America fit together like pieces of a puzzle. She asks her teacher: "Were these continents once joined, and can the crust of the Earth move?"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why the continents fit together and whether the crust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pieces of the crust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Do the plates move quickly?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very slowly, a few centimetres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earthquake and volcano zones on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movements of the Earth's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continents fit like a puzzle.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the fitting coasts of Africa and South America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the continents were once joined and have moved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crust broken into pieces.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plate lies mostly under an ocean?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Pacific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two plates moving.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ways can two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can move apart, move towards each other or slide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long crack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formed this long crack?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Two plates sliding past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and Plate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boundary.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Plates. Plates are classified as follows. Copy the point on Continental plates on the left, then draw the diagram on the right: the major plates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Plates. On this slide we have Oceanic plates, Major plates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Plate Movements. Plates move in the following ways. Copy the point on Divergent movement on the left, then draw the diagram on the right: plates moving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Convergent movement on the left, then draw the diagram on the right: one plate sinks under the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Transform movement on the left, then draw the diagram on the right: plates sliding past each other.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Cause on the left, then draw the diagram on the right: heat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lithosphere that moves slowly.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plate movements.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divergent, convergent and transform.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divergent; number 3,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world map, draw the major plates and write their names.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Consequences of the Instability of the Earth's Crust.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PLATE MOVEMENTS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Lithosphere, plate motion, tectonic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types of plates; types of plate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circle with, from the outside: crust (thin), mantle (thick), outer core (liquid) and inner core (solid)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plate and plate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of plates and the major plates on a world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a crust, a mantle and a core.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sees on a map that the coasts of Africa and South America fit together like pieces of a puzzle. She asks her teacher: "Were these continents once joined, and can the crust of the Earth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why the continents fit together and whether the crust moves.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pieces of the crust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 the plates move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very slowly,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earthquake and volcano zones on a map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movements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like a puzzle.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fitting coasts of Africa and South America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the continents were once joined and have moved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crust broken into pieces.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plate lies mostly under 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PLATES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Pacific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two plates moving.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ways can two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can move apart, move towards each other or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anandrea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crack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formed this long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TYPES OF MOVEMENTS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sliding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piece of the lithosphere that moves slowly on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movement of plates, a few centimetres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boundary: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line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Plates are classified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Continental plates: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carry continents, like the African and Eurasian Plates.</a:t>
            </a:r>
            <a:endParaRPr lang="en-US" sz="36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Plates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under the oceans, like the Pacific Plate.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seven major plates are the African, Eurasian, North American, South American, Pacific, Indo-Australian and Antarctic Plates.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Plates move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apart, and new crust forms between them.</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moving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Convergent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towards each other, and one may sink under the other.</a:t>
            </a:r>
            <a:endParaRPr lang="en-US" sz="3600" dirty="0"/>
          </a:p>
        </p:txBody>
      </p:sp>
      <p:pic>
        <p:nvPicPr>
          <p:cNvPr id="5" name="Image 0" descr="/home/claude/f4/img/v2/subduct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one plate sinks under the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Transform movement: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slide past each other.</a:t>
            </a:r>
            <a:endParaRPr lang="en-US" sz="3600" dirty="0"/>
          </a:p>
        </p:txBody>
      </p:sp>
      <p:pic>
        <p:nvPicPr>
          <p:cNvPr id="5" name="Image 0" descr="/home/claude/f4/img/v2/f4_sanandrea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sliding past each other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Plate Movements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Heat currents in the mantle move the plates.</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lithosphere that moves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Divergent, convergent and transform.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moving apart is a ______ movement.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Plates are moved by heat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draw the major plates and write their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Consequences of the Instability of the Earth's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Boundary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plate and plate movements. Identify the types of plates and the major plates on a world map. Describe the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plates on a world map and describe how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Plates; Types of Plate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world map, draw the major plates and write their names.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out a paper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plates on a world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use an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move two books on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crack in the ground.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“faultfind_48” by dsearls, CC BY-SA 2.0, via Flickr (https://www.flickr.com/photos/52614599@N00/15392616)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2026-09-28T16:51:26Z</dcterms:created>
  <dcterms:modified xsi:type="dcterms:W3CDTF">2026-09-28T16:51:26Z</dcterms:modified>
</cp:coreProperties>
</file>