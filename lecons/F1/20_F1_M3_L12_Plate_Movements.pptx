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Draw and label the internal structure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circle with, from the outside: crust (thin), mantle (thick), outer core (liquid) and inner core (solid) in the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and plate movements. Number 2: identify the types of plates and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She asks her teacher: "Were these continents once joined, and can the crust of the Earth move?"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why the continents fit together and whether the crust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plate lies mostly under an ocean?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two plates moving.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ways can two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move apart, move towards each other or slide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long crack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formed this long crack?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Plates are classified as follows. Copy the point on Continental plates on the left, then draw the diagram on the right: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Plates. On this slide we have Oceanic plates, Major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Plates move in the following ways. Copy the point on Divergent movement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Convergent movement on the left, then draw the diagram on the right: one plate sinks under the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Transform movement on the left, then draw the diagram on the right: plates sliding past each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heat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lithosphere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world map, draw the major plates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circle with, from the outside: crust (thin), mantle (thick), outer core (liquid) and inner core (solid)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 and plate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plates and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She asks her teacher: "Were these continents once joined, and can the crust of the Earth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why the continents fit together and whether the crust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 lies mostly under 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two plates moving.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ways can two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move apart, move towards each other or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crack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formed this long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lithosphere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plates,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Plates are classified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seven major plates are the African, Eurasian, North American, South American, Pacific, Indo-Australian and Antarctic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Plates move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apart, and new crust forms between them.</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36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one plate sinks under the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sliding past each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lithosphere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and plate movements. Identify the types of plates and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world map, draw the major plates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2026-09-28T17:20:22Z</dcterms:created>
  <dcterms:modified xsi:type="dcterms:W3CDTF">2026-09-28T17:20:22Z</dcterms:modified>
</cp:coreProperties>
</file>