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Plate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plate, tectonic movement, plate boundary. At the end, you should be able to do this: learners are able to identify the plates on a world map and describe how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Internal Structure of the Earth. The question was: Draw and label the internal structure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circle with, from the outside: crust (thin), mantle (thick), outer core (liquid) and inner core (solid) in the centre.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plate. Number 2: identify the major plates on a world map. Number 3: describe the types of plate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has a crust, a mantle and a core. The mantle is very hot. Earthquakes shake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sees on a map that the coasts of Africa and South America fit together like pieces of a puzzle. Her teacher says that the crust is broken into pieces that move slowly.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wants to know why the continents fit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pieces of the crust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Do the plates move quickly?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very slowly, a few centimetres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earthquake and volcano zones on a map of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movements of the Earth's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continents fit like a puzzle.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the fitting coasts of Africa and South America suggest?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That the continents were once joined and have moved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major plates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oceanic and continental plates.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other major plates.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Pacific Plate and the Eurasian Plate (also North American, South American, Indo-Australian, Antarctic).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plates moving apart, together and side by side.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three types of plate movements.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Moving apart (divergent), moving together (convergent) and sliding past (transform).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San Andreas Fault.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type of movement forms this fault?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Plates sliding past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and Plate boundary.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Plates. Plates are classified as follows. On this slide we have Continental plates, Oceanic plates and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major plates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Plate Movements. Plates move in the following ways. On this slide we have Divergent movement and Convergent movement.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Plate Movements. On this slide we have Transform movement and Cause.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plate?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large piece of the crust that moves slowly.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types of plate movements.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divergent, convergent and transform.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divergent; number 3,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world map, draw the major plates and write their names.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Consequences of the Instability of the Earth's Crust.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PLATE MOVEMENTS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Plate Movements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Plate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Plate, tectonic movement, plate boundary.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of plates; types of plate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plates on a world map and describe how they move.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circle with, from the outside: crust (thin), mantle (thick), outer core (liquid) and inner core (solid)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major plates on a world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a crust, a mantle and a core.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shake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sees on a map that the coasts of Africa and South America fit together like pieces of a puzzle. Her teacher says that the crust is broken into pieces that move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wants to know why the continents fit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pieces of the crust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 the plates move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very slowly, a few centimetres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earthquake and volcano zones on a map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movements of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continents fit like a puzzle.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fitting coasts of Africa and South America suggest?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That the continents were once joined and have moved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major plates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Oceanic and continental plates.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other major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Pacific Plate and the Eurasian Plate (also North American, South American, Indo-Australian, Antarctic).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plates moving apart, together and side by 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Moving apart (divergent), moving together (convergent) and sliding past (transform).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 Andreas Fault.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movement forms this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sliding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piece of the Earth's crust that moves slowly on the mantle.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boundary: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line where two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Plates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Plates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continents, like the African and Eurasian Plates.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Oceanic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under the oceans, like the Pacific Plate.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Plates</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major plates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Plates move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Divergent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apart and new crust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Convergent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towards each other and one may sink under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Transform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slide past each 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currents in the mantle move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piece of the crust that moves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Divergent, convergent and transform.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moving apart is a ______ movement.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are moved by heat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draw the major plates and write their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Consequences of the Instability of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Movement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mouvement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Boundary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plate. Identify the major plates on a world map. Describe the types of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plates on a world map and describe how they move.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Plates; Types of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world map, draw the major plates and write their names.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out a paper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plates on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an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move two books on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crack in the ground.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2026-09-27T13:44:23Z</dcterms:created>
  <dcterms:modified xsi:type="dcterms:W3CDTF">2026-09-27T13:44:23Z</dcterms:modified>
</cp:coreProperties>
</file>