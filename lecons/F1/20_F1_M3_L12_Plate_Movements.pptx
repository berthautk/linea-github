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12: Plate Movements.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3: Protection from the Wrath of Nature.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Protection against the Wrath of Nature, and the sub-topic is Movements of the Earth's Crust. The key notions we shall use today are: lithosphere, plate motion, tectonic movements. At the end, you should be able to do this: learners are able to identify the plates on a world map and describe how they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11: The Internal Structure of the Earth. The question was: Name the two types of plates.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Continental plates and oceanic plates.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plate and plate movements. Number 2: identify the types of plates and the major plates on a world map. Number 3: describe the types of plate movements.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has a crust, a mantle and a core. The mantle is very hot. Earthquakes shake the ground.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Aïssatou sees on a map that the coasts of Africa and South America fit together like pieces of a puzzle. She asks her teacher: "Were these continents once joined, and can the crust of the Earth move?"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Aïssatou does not know why the continents fit together and whether the crust 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are the pieces of the crust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Do the plates move quickly?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very slowly, a few centimetres per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locate earthquake and volcano zones on a map of plates.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movements of the Earth's crust.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continents fit like a puzzle.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 the fitting coasts of Africa and South America suggest?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That the continents were once joined and have moved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crust broken into pieces.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On which plate is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African 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crust broken into pieces.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plate lies mostly under an ocean?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Pacific 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animation: animation: two plates moving.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In which ways can two plates move?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can move apart, move towards each other or slide past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long crack in the ground.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movement formed this long crack?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Two plates sliding past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Plate and Plate movement.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Plate boundary.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Plates. The types of plates, the major plates and the plate of Cameroon are the following. Copy the point on Continental plates on the left, then draw the diagram on the right: the major plates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Plates. On this slide we have Oceanic plates, Major plates and Cameroon.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Plate Movements. Plate movements and their cause are the following. Copy the point on Divergent movement on the left, then draw the diagram on the right: plates moving apart and together.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Convergent movement on the left, then draw the diagram on the right: one plate sinks under the other.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Transform movement on the left, then draw the diagram on the right: plates sliding past each other.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Cause on the left, then draw the diagram on the right: heat currents in the mantle.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plate?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large piece of the lithosphere that moves slowly.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three types of plate movements.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divergent, convergent and transform.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African; number 2, divergent; number 3, mantle.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one consequence of an earthquake.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13: Consequences of the Instability of the Earth's Crust.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12: PLATE MOVEMENTS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gif"/><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Plate Movements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Protection from the Wrath of Nature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Protection against the Wrath of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Movements of the Earth's Crust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12: Plate Movements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Lithosphere, plate motion, tectonic movements.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types of plates; types of plate movements.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the plates on a world map and describe how they move.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11: The Internal Structure of the Earth):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types of 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Continental plates and oceanic 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plate and plate movements.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types of plates and the major plates on a world map.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types of plate movements.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has a crust, a mantle and a core.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mantle is very hot.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Earthquakes shake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Aïssatou sees on a map that the coasts of Africa and South America fit together like pieces of a puzzle. She asks her teacher: "Were these continents once joined, and can the crust of the Earth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Aïssatou does not know why the continents fit together and whether the crust moves.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pieces of the crust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 the plates move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very slowly, a few centimetres per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Locate earthquake and volcano zones on a map of 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movements of the Earth's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jigsaw.gif">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continents fit like a puzzle.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the fitting coasts of Africa and South America suggest?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That the continents were once joined and have moved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PLATES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lat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crust broken into pieces.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PLATES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plate is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PLATES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African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PLATES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lat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crust broken into pieces.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PLATES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plate lies mostly under an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PLATES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Pacific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 OF MOVEMENTS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margins.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two plates moving.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 OF MOVEMENTS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ways can two plates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 OF MOVEMENTS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can move apart, move towards each other or slide past each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 OF MOVEMENTS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sanandrea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long crack in the ground.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 OF MOVEMENTS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movement formed this long crack?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 OF MOVEMENTS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Two plates sliding past each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Protection against the Wrath of Nature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Movements of the Earth's Crust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Plate Movements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piece of the lithosphere that moves slowly on the mantle.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Plate movement: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slow movement of plates, a few centimetres per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Plate boundary: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line where two plates meet.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Plates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types of plates, the major plates and the plate of Cameroon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Continental plates: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carry continents, like the African and Eurasian Plates.</a:t>
            </a:r>
            <a:endParaRPr lang="en-US" sz="3600" dirty="0"/>
          </a:p>
        </p:txBody>
      </p:sp>
      <p:pic>
        <p:nvPicPr>
          <p:cNvPr id="5" name="Image 0" descr="/home/claude/f4/img/v2/plates_big.png">    </p:cNvPr>
          <p:cNvPicPr>
            <a:picLocks noChangeAspect="1"/>
          </p:cNvPicPr>
          <p:nvPr/>
        </p:nvPicPr>
        <p:blipFill>
          <a:blip r:embed="rId1"/>
          <a:stretch>
            <a:fillRect/>
          </a:stretch>
        </p:blipFill>
        <p:spPr>
          <a:xfrm>
            <a:off x="5349240" y="2513450"/>
            <a:ext cx="6659575" cy="280950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major plates of the world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Plates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Oceanic plates: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lie under the oceans, like the Pacific Plate.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Major plates: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seven major plates are the African, Eurasian, North American, South American, Pacific, Indo-Australian and Antarctic Plates.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Cameroon: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is on the African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Plate Movements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Plate movements and their cause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Divergent movement: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Plates move apart, and new crust forms between them.</a:t>
            </a:r>
            <a:endParaRPr lang="en-US" sz="3600" dirty="0"/>
          </a:p>
        </p:txBody>
      </p:sp>
      <p:pic>
        <p:nvPicPr>
          <p:cNvPr id="5" name="Image 0" descr="/home/claude/f4/img/v2/margins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plates moving apart and together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Plate Movements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Convergent movement: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Plates move towards each other, and one may sink under the other.</a:t>
            </a:r>
            <a:endParaRPr lang="en-US" sz="3600" dirty="0"/>
          </a:p>
        </p:txBody>
      </p:sp>
      <p:pic>
        <p:nvPicPr>
          <p:cNvPr id="5" name="Image 0" descr="/home/claude/f4/img/v2/subduction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one plate sinks under the other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Plate Movements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Transform movement: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Plates slide past each other.</a:t>
            </a:r>
            <a:endParaRPr lang="en-US" sz="3600" dirty="0"/>
          </a:p>
        </p:txBody>
      </p:sp>
      <p:pic>
        <p:nvPicPr>
          <p:cNvPr id="5" name="Image 0" descr="/home/claude/f4/img/v2/f4_sanandrea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plates sliding past each other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Plate Movements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Cause: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Heat currents in the mantle move the plates.</a:t>
            </a:r>
            <a:endParaRPr lang="en-US" sz="3600" dirty="0"/>
          </a:p>
        </p:txBody>
      </p:sp>
      <p:pic>
        <p:nvPicPr>
          <p:cNvPr id="5" name="Image 0" descr="/home/claude/f4/img/v2/mantle_convection_mid.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heat currents in the mantle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large piece of the lithosphere that moves slowly.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plate movements.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Divergent, convergent and transform.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is on the ______ Plate.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Plates moving apart is a ______ movement.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Plates are moved by heat in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consequence of an earthquake.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Consequences of the Instability of the Earth's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Movement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mouvement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Boundary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limite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Fault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Continent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continent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Protection against the Wrath of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12: Plate Movements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plate and plate movements. Identify the types of plates and the major plates on a world map. Describe the types of plate movements.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the plates on a world map and describe how they move.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Plates; Types of Plate Movements.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one consequence of an earthquake.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1 and 4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cut out a paper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plates on a world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use an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move two books on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 crack in the ground.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3: Protection from the Wrath of Nature.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“faultfind_48” by dsearls, CC BY-SA 2.0, via Flickr (https://www.flickr.com/photos/52614599@N00/15392616)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2026-10-02T05:13:08Z</dcterms:created>
  <dcterms:modified xsi:type="dcterms:W3CDTF">2026-10-02T05:13:08Z</dcterms:modified>
</cp:coreProperties>
</file>