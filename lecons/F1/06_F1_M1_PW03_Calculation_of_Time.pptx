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Calculation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The Earth: A Planet in the Solar System. The key notions we shall use today are: local time, standard time, GMT, time zone, difference of longitude. At the end, you should be able to do this: learners are able to calculate the time of places using longitude and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The Earth: A Planet Moving in Space. The question was: State how many degrees the Earth turns in one hour.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15° (360° in 24 hours).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local time, standard time and GMT. Number 2: calculate the local time of a place from its longitude or from GMT. Number 3: compare the standard time of Cameroon with other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turns 360° in 24 hours. Places to the east are ahead in time. Cameroon uses GMT + 1.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football match starts at 18:00 in London. Moussa wants to watch it on television in Garoua. He asks his friends: "At what time will the match start in Cameroon?" None of them can calculate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and his friends do not know how to calculate the time of the match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information does he need?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time difference between London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he find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using the longitudes or the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check the time difference before calling or travelling to another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the time in other places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time and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Earth turns 360° in 24 hours. How many degrees does it turn in one hour?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360 ÷ 24 = 15° per hour, so 1° takes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It is 12:00 at 0°. What is the local time at 30° 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30 × 4 min = 120 min = 2 hours; the place is to the east, so 12:00 + 2 h = 14:00.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east is ahead, west is behind.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It is 10:00 GMT. What is the local time at 45° 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45 × 4 = 180 min = 3 hours; the place is to the west, so 10:00 − 3 h = 07:00.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was the world divided into time zones?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avoid a different time in every town: each zone of about 15° uses the same standard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clocks showing the time in different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it is 12:00 in Garoua (GMT + 1), what time is it in London (GMT)?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time and Standard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GMT.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Rules for Calculating Local Time. We calculate local time with the following rules. Copy the point on Rule 1 on the left, then draw the diagram on the right: time and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Rules for Calculating Local Time. On this slide we have Rule 2 and Rule 3.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Calculating Local Time from GMT. We calculate local time from GMT as in the following examples. Copy the point on Example to the east on the left, then draw the diagram on the right: calculating local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Calculating Local Time from GMT. On this slide we have Example to the west.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Basis of Time Zones. Time zones are carved out as follows. Copy the point on 24 time zones on the left, then draw the diagram on the right: time zones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Basis of Time Zones. On this slide we have Standard time and Boundaries.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Cameroon's Standard Time and Other Areas. When it is 12:00 in Cameroon (GMT + 1), the time elsewhere is the following. Copy the point on London (GMT) on the left, then draw the diagram on the right: clocks in different cities.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Cameroon's Standard Time and Other Areas. On this slide we have Nigeria and Chad (GMT + 1), Dubai (GMT + 4) and New York (GMT − 5).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It is 08:00 GMT. What is the local time at 60° 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 × 4 = 240 min = 4 h; 08:00 + 4 h = 12:00.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match starts at 18:00 in London (GMT). What time is it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19:00, because Cameroon is GMT + 1.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15; number 2, 4;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components of the natural environment.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The Notion of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3: CALCULATION OF TIME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Time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Calculation of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GMT, time zone, difference of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revision of local and standard time. Practical exercise: calculation of local time; calculation of the local time of a place from GMT; basis of carving out time zones. Contextualisation: establish Cameroon's standard time compared with other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time of places using longitude and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The Earth: A Planet Moving in Space):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many degrees the Earth turns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(360° in 24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local time, standard time and GMT.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local time of a place from its longitude or from GMT.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standard time of Cameroon with other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360° in 24 hours.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football match starts at 18:00 in London. Moussa wants to watch it on television in Garoua. He asks his friends: "At what time will the match start in Cameroon?" None of them can calculate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and his friends do not know how to calculate the time of the match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information does he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time difference between London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he find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using the longitudes or the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Check the time difference before calling or travelling to another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the time in other places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Time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360° in 24 hours. How many degrees does it turn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360 ÷ 24 = 15° per hour, so 1° takes 4 minutes.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at 0°. What is the local time at 30°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 4 min = 120 min = 2 hours; the place is to the east, so 12:00 + 2 h = 14:00.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 FROM GMT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East is ahead, west is behind.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 FROM GMT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GMT. What is the local time at 45°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LOCAL TIME FROM GMT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45 × 4 = 180 min = 3 hours; the place is to the west, so 10:00 − 3 h = 07:00.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the world divided into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a different time in every town: each zone of about 15° uses the same standard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CAMEROON'S STANDARD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worldclo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Clocks showing the time in different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CAMEROON'S STANDARD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it is 12:00 in Garoua (GMT + 1), what time is it in London (GMT)?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CAMEROON'S STANDARD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 Planet in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Calculation of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of a place given by the position of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time used in a whole country or time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GMT: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Greenwich Mean Time, the local time of the Greenwich Meridian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Rules for Calculating Local Time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calculate local time with the following rules: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Rule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Earth turns 15° in one hour, so 1° of longitude equals 4 minutes.</a:t>
            </a:r>
            <a:endParaRPr lang="en-US" sz="3600" dirty="0"/>
          </a:p>
        </p:txBody>
      </p:sp>
      <p:pic>
        <p:nvPicPr>
          <p:cNvPr id="5" name="Image 0" descr="/home/claude/f4/img/v2/time_lin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time and longitude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Rules for Calculating Local Time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time for places to the east and remove time for places to the 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difference of longitude, multiply it by 4 minutes and change it into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Calculating Local Time from GMT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We calculate local time from GMT as in the following examples: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Example to the east: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It is 12:00 GMT. At 30° E, the difference is 30 × 4 = 120 min = 2 h, so the local time is 14:00.</a:t>
            </a:r>
            <a:endParaRPr lang="en-US" sz="3400" dirty="0"/>
          </a:p>
        </p:txBody>
      </p:sp>
      <p:pic>
        <p:nvPicPr>
          <p:cNvPr id="5" name="Image 0" descr="/home/claude/f4/img/v2/time_calc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calculating local time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Calculating Local Time from GMT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to the 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GMT. At 45° W, the difference is 45 × 4 = 180 min = 3 h, so the local time is 07:00.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Basis of Time Zones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Time zones are carved out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24 time zones: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world is divided into 24 time zones of about 15° each, one for each hour.</a:t>
            </a:r>
            <a:endParaRPr lang="en-US" sz="3600" dirty="0"/>
          </a:p>
        </p:txBody>
      </p:sp>
      <p:pic>
        <p:nvPicPr>
          <p:cNvPr id="5" name="Image 0" descr="/home/claude/f4/img/v2/time_zon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time zones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Basis of Time Zones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places in one zone use the same standard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Boundaries: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boundaries of the zones often follow the borders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Cameroon's Standard Time and Other Areas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When it is 12:00 in Cameroon (GMT + 1), the time elsewhere is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London (GMT):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11:00.</a:t>
            </a:r>
            <a:endParaRPr lang="en-US" sz="3600" dirty="0"/>
          </a:p>
        </p:txBody>
      </p:sp>
      <p:pic>
        <p:nvPicPr>
          <p:cNvPr id="5" name="Image 0" descr="/home/claude/f4/img/v2/f4_worldclock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clocks in different cities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Cameroon's Standard Time and Other Areas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Nigeria and Chad (GMT + 1):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the same time as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Dubai (GMT + 4):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15:00.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York (GMT − 5):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06:00.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08:00 GMT. What is the local time at 60°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 × 4 = 240 min = 4 h; 08:00 + 4 h = 12:00.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match starts at 18:00 in London (GMT). What time is it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19:00, because Cameroon is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______° in one hour.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1° of longitude equals ______ minutes.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to the ______ are ahead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components of the natural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Notion of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locale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fuseau horaire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L'horloge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Calculation of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local time, standard time and GMT. Calculate the local time of a place from its longitude or from GMT. Compare the standard time of Cameroon with other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time of places using longitude and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Rules for Calculating Local Time; Calculating Local Time from GMT; Basis of Time Zones; Cameroon's Standard Time and Other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components of the natural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line with 0° in the middle.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the zones on a world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two clocks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“The world in our office - 2012-03-28” by 4nitsirk, CC BY-SA 2.0, via Flickr (https://www.flickr.com/photos/26223114@N02/7023309809)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2026-10-02T05:12:59Z</dcterms:created>
  <dcterms:modified xsi:type="dcterms:W3CDTF">2026-10-02T05:12:59Z</dcterms:modified>
</cp:coreProperties>
</file>