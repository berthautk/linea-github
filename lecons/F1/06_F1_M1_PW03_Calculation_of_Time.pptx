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Lst>
  <p:notesMasterIdLst>
    <p:notesMasterId r:id="rId5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notesMaster" Target="notesMasters/notesMaster1.xml"/><Relationship Id="rId59" Type="http://schemas.openxmlformats.org/officeDocument/2006/relationships/presProps" Target="presProps.xml"/><Relationship Id="rId60" Type="http://schemas.openxmlformats.org/officeDocument/2006/relationships/viewProps" Target="viewProps.xml"/><Relationship Id="rId61" Type="http://schemas.openxmlformats.org/officeDocument/2006/relationships/theme" Target="theme/theme1.xml"/><Relationship Id="rId6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Practical Work 3: Calculation of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1. It belongs to Module 1: The Earth in the Universe.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The Earth in the Universe, and the sub-topic is The Earth: A Planet in the Solar System. The key notions we shall use today are: local time, standard time, GMT, time zone, difference of longitude. At the end, you should be able to do this: learners are able to calculate the time of places using longitude and time zones.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3: The Earth: A Planet Moving in Space. The question was: It is 12:00 in London (0°). What time is it in Garoua (15° E)? Explain your answer.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Garoua is 15° east of London, so it is 1 hour ahead: 12:00 + 1 hour = 13:00.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recall local time, standard time and GMT. Number 2: calculate the local time of a place from its longitude or from GMT. Number 3: compare the standard time of Cameroon with other countries.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The Earth turns 360° in 24 hours. Places to the east are ahead in time. Cameroon uses GMT + 1.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A football match starts at 18:00 in London. Moussa wants to watch it on television in Garoua. He asks his friends: "At what time will the match start in Cameroon?" None of them can calculate it.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Moussa and his friends do not know how to calculate the time of the match in Cameroon.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Which information does he need?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time difference between London and Cameroon.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How can he find it?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By using the longitudes or the time zones.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check the time difference before calling or travelling to another country.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practical work helps us to calculate the time in other places of the world.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time and longitude.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The Earth turns 360° in 24 hours. How many degrees does it turn in one hour?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360 ÷ 24 = 15° per hour, so 1° takes 4 minutes.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diagram: a worked example.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It is 12:00 at 0°. What is the local time at 30° 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30 × 4 min = 120 min = 2 hours; the place is to the east, so 12:00 + 2 h = 14:00.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diagram: east is ahead, west is behind.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It is 10:00 GMT. What is the local time at 45° W?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45 × 4 = 180 min = 3 hours; the place is to the west, so 10:00 − 3 h = 07:00.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diagram: time zones of the world.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Why was the world divided into time zones?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To avoid a different time in every town: each zone of about 15° uses the same standard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clocks showing the time in different cities.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When it is 12:00 in Garoua (GMT + 1), what time is it in London (GMT)?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11:00.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Local time and Standard time.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definitions. On this slide we have GMT.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Rules for Calculating Local Time. We calculate local time with the following rules. Copy the point on Rule 1 on the left, then draw the diagram on the right: time and longitude.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Rules for Calculating Local Time. On this slide we have Rule 2 and Rule 3.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Calculating Local Time from GMT. We calculate local time from GMT as in the following examples. Copy the point on Example to the east on the left, then draw the diagram on the right: calculating local time.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Calculating Local Time from GMT. On this slide we have Example to the west.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Basis of Time Zones. Time zones are carved out as follows. Copy the point on 24 time zones on the left, then draw the diagram on the right: time zones of the world.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Basis of Time Zones. On this slide we have Standard time and Boundaries.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Cameroon's Standard Time and Other Areas. When it is 12:00 in Cameroon (GMT + 1), the time elsewhere is the following. Copy the point on London (GMT) on the left, then draw the diagram on the right: clocks in different cities.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Cameroon's Standard Time and Other Areas. On this slide we have Nigeria and Chad (GMT + 1), Dubai (GMT + 4) and New York (GMT − 5).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It is 08:00 GMT. What is the local time at 60° E?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60 × 4 = 240 min = 4 h; 08:00 + 4 h = 12:00.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A match starts at 18:00 in London (GMT). What time is it in Cameroon?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19:00, because Cameroon is GMT + 1.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15; number 2, 4; number 3, east.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When it is 09:00 in Garoua (GMT + 1), what time is it in New York (GMT − 5)?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4: The Notion of the Environment.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1</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PRACTICAL WORK 3: CALCULATION OF TIME</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jp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jp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png"/><Relationship Id="rId2" Type="http://schemas.openxmlformats.org/officeDocument/2006/relationships/slideLayout" Target="../slideLayouts/slideLayout2.xml"/><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image" Target="../media/image-56-1.png"/><Relationship Id="rId2" Type="http://schemas.openxmlformats.org/officeDocument/2006/relationships/slideLayout" Target="../slideLayouts/slideLayout2.xml"/><Relationship Id="rId3" Type="http://schemas.openxmlformats.org/officeDocument/2006/relationships/notesSlide" Target="../notesSlides/notesSlide56.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1</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Practical Work 3</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Calculation of Time</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1</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1: The Earth in the Universe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The Earth in the Universe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The Earth: A Planet in the Solar System</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Practical Work 3: Calculation of Time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Local time, standard time, GMT, time zone, difference of longitude.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Theoretical basis: revision of local and standard time. Practical exercise: calculation of local time; calculation of the local time of a place from GMT; basis of carving out time zones. Contextualisation: establish Cameroon's standard time compared with other areas.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calculate the time of places using longitude and time zones.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3: The Earth: A Planet Moving in Space):</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12:00 in London (0°). What time is it in Garoua (15° E)? Explain your answer.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Garoua is 15° east of London, so it is 1 hour ahead: 12:00 + 1 hour = 13:00.</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Recall local time, standard time and GMT.</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Calculate the local time of a place from its longitude or from GMT.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Compare the standard time of Cameroon with other countries.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Earth turns 360° in 24 hours.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Places to the east are ahead in time.</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Cameroon uses GMT + 1.</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football match starts at 18:00 in London. Moussa wants to watch it on television in Garoua. He asks his friends: "At what time will the match start in Cameroon?" None of them can calculate it.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Moussa and his friends do not know how to calculate the time of the match in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information does he need?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time difference between London and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can he find it?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By using the longitudes or the time zones.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Check the time difference before calling or travelling to another country.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practical work helps us to calculate the time in other places of the world.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REVISION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time_line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Time and longitude.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REVISION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Earth turns 360° in 24 hours. How many degrees does it turn in one hour?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REVISION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360 ÷ 24 = 15° per hour, so 1° takes 4 minutes.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LOCAL TIME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time_calc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worked example.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LOCAL TIME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12:00 at 0°. What is the local time at 30° 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LOCAL TIME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30 × 4 min = 120 min = 2 hours; the place is to the east, so 12:00 + 2 h = 14:00.</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LOCAL TIME FROM GMT</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time_line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East is ahead, west is behind.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LOCAL TIME FROM GMT</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10:00 GMT. What is the local time at 45° W?</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LOCAL TIME FROM GMT</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45 × 4 = 180 min = 3 hours; the place is to the west, so 10:00 − 3 h = 07:00.</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TIME ZONES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time_zones_big.png">    </p:cNvPr>
          <p:cNvPicPr>
            <a:picLocks noChangeAspect="1"/>
          </p:cNvPicPr>
          <p:nvPr/>
        </p:nvPicPr>
        <p:blipFill>
          <a:blip r:embed="rId1"/>
          <a:stretch>
            <a:fillRect/>
          </a:stretch>
        </p:blipFill>
        <p:spPr>
          <a:xfrm>
            <a:off x="1034813" y="1783080"/>
            <a:ext cx="10122069"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Time zones of the world.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TIME ZONES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was the world divided into time zones?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TIME ZONES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To avoid a different time in every town: each zone of about 15° uses the same standard time.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CAMEROON'S STANDARD TIME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f4_worldclocks.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Clocks showing the time in different cities.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CAMEROON'S STANDARD TIME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When it is 12:00 in Garoua (GMT + 1), what time is it in London (GMT)?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CAMEROON'S STANDARD TIME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11:00.</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The Earth in the Universe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The Earth: A Planet in the Solar System</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Practical Work 3: Calculation of Time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Local time: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time of a place given by the position of the Sun.</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Standard time: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official time used in a whole country or time zone.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GMT: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Greenwich Mean Time, the local time of the Greenwich Meridian (0°).</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Rules for Calculating Local Time</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We calculate local time with the following rules: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Rule 1: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The Earth turns 15° in one hour, so 1° of longitude equals 4 minutes.</a:t>
            </a:r>
            <a:endParaRPr lang="en-US" sz="3600" dirty="0"/>
          </a:p>
        </p:txBody>
      </p:sp>
      <p:pic>
        <p:nvPicPr>
          <p:cNvPr id="5" name="Image 0" descr="/home/claude/f4/img/v2/time_line_big.png">    </p:cNvPr>
          <p:cNvPicPr>
            <a:picLocks noChangeAspect="1"/>
          </p:cNvPicPr>
          <p:nvPr/>
        </p:nvPicPr>
        <p:blipFill>
          <a:blip r:embed="rId1"/>
          <a:stretch>
            <a:fillRect/>
          </a:stretch>
        </p:blipFill>
        <p:spPr>
          <a:xfrm>
            <a:off x="5349240" y="2617506"/>
            <a:ext cx="6659575" cy="2601397"/>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time and longitude</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Rules for Calculating Local Time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Rule 2: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We add time for places to the east and remove time for places to the west.</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Rule 3: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We find the difference of longitude, multiply it by 4 minutes and change it into hours.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Calculating Local Time from GMT</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400" i="1" dirty="0">
                <a:solidFill>
                  <a:srgbClr val="111111"/>
                </a:solidFill>
                <a:latin typeface="Times New Roman" pitchFamily="34" charset="0"/>
                <a:ea typeface="Times New Roman" pitchFamily="34" charset="-122"/>
                <a:cs typeface="Times New Roman" pitchFamily="34" charset="-120"/>
              </a:rPr>
              <a:t>We calculate local time from GMT as in the following examples:</a:t>
            </a:r>
            <a:endParaRPr lang="en-US" sz="3400" dirty="0"/>
          </a:p>
          <a:p>
            <a:pPr algn="l" indent="0" marL="0">
              <a:spcAft>
                <a:spcPts val="800"/>
              </a:spcAft>
              <a:buNone/>
            </a:pPr>
            <a:r>
              <a:rPr lang="en-US" sz="3400" b="1" dirty="0">
                <a:solidFill>
                  <a:srgbClr val="111111"/>
                </a:solidFill>
                <a:latin typeface="Times New Roman" pitchFamily="34" charset="0"/>
                <a:ea typeface="Times New Roman" pitchFamily="34" charset="-122"/>
                <a:cs typeface="Times New Roman" pitchFamily="34" charset="-120"/>
              </a:rPr>
              <a:t>Example to the east: </a:t>
            </a:r>
            <a:pPr algn="l" indent="0" marL="0">
              <a:spcAft>
                <a:spcPts val="800"/>
              </a:spcAft>
              <a:buNone/>
            </a:pPr>
            <a:r>
              <a:rPr lang="en-US" sz="3400" dirty="0">
                <a:solidFill>
                  <a:srgbClr val="111111"/>
                </a:solidFill>
                <a:latin typeface="Times New Roman" pitchFamily="34" charset="0"/>
                <a:ea typeface="Times New Roman" pitchFamily="34" charset="-122"/>
                <a:cs typeface="Times New Roman" pitchFamily="34" charset="-120"/>
              </a:rPr>
              <a:t>It is 12:00 GMT. At 30° E, the difference is 30 × 4 = 120 min = 2 h, so the local time is 14:00.</a:t>
            </a:r>
            <a:endParaRPr lang="en-US" sz="3400" dirty="0"/>
          </a:p>
        </p:txBody>
      </p:sp>
      <p:pic>
        <p:nvPicPr>
          <p:cNvPr id="5" name="Image 0" descr="/home/claude/f4/img/v2/time_calc_big.png">    </p:cNvPr>
          <p:cNvPicPr>
            <a:picLocks noChangeAspect="1"/>
          </p:cNvPicPr>
          <p:nvPr/>
        </p:nvPicPr>
        <p:blipFill>
          <a:blip r:embed="rId1"/>
          <a:stretch>
            <a:fillRect/>
          </a:stretch>
        </p:blipFill>
        <p:spPr>
          <a:xfrm>
            <a:off x="5349240" y="2617506"/>
            <a:ext cx="6659575" cy="2601397"/>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calculating local time</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Calculating Local Time from GMT</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Example to the west: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10:00 GMT. At 45° W, the difference is 45 × 4 = 180 min = 3 h, so the local time is 07:00.</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Basis of Time Zones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Time zones are carved out as follows: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24 time zones: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The world is divided into 24 time zones of about 15° each, one for each hour.</a:t>
            </a:r>
            <a:endParaRPr lang="en-US" sz="3600" dirty="0"/>
          </a:p>
        </p:txBody>
      </p:sp>
      <p:pic>
        <p:nvPicPr>
          <p:cNvPr id="5" name="Image 0" descr="/home/claude/f4/img/v2/time_zones_big.png">    </p:cNvPr>
          <p:cNvPicPr>
            <a:picLocks noChangeAspect="1"/>
          </p:cNvPicPr>
          <p:nvPr/>
        </p:nvPicPr>
        <p:blipFill>
          <a:blip r:embed="rId1"/>
          <a:stretch>
            <a:fillRect/>
          </a:stretch>
        </p:blipFill>
        <p:spPr>
          <a:xfrm>
            <a:off x="5349240" y="2513450"/>
            <a:ext cx="6659575" cy="2809508"/>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time zones of the world</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Basis of Time Zones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Standard time: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All places in one zone use the same standard time.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Boundaries: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boundaries of the zones often follow the borders of countries.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Cameroon's Standard Time and Other Areas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When it is 12:00 in Cameroon (GMT + 1), the time elsewhere is the following:</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London (GMT):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It is 11:00.</a:t>
            </a:r>
            <a:endParaRPr lang="en-US" sz="3600" dirty="0"/>
          </a:p>
        </p:txBody>
      </p:sp>
      <p:pic>
        <p:nvPicPr>
          <p:cNvPr id="5" name="Image 0" descr="/home/claude/f4/img/v2/f4_worldclocks.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clocks in different cities</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Cameroon's Standard Time and Other Areas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Nigeria and Chad (GMT + 1):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12:00, the same time as Cameroon.</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Dubai (GMT + 4):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15:00.</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New York (GMT − 5):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06:00.</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08:00 GMT. What is the local time at 60° 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60 × 4 = 240 min = 4 h; 08:00 + 4 h = 12:00.</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match starts at 18:00 in London (GMT). What time is it in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19:00, because Cameroon is GMT + 1.</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Earth turns ______° in one hour.</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1° of longitude equals ______ minutes.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Places to the ______ are ahead in time.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When it is 09:00 in Garoua (GMT + 1), what time is it in New York (GMT − 5)?</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4: The Notion of the Environment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3"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Time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L'heure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Local time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L'heure locale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Time zone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fuseau horaire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Clock</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L'horloge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East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L'est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West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L'ouest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The Earth in the Universe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Practical Work 3: Calculation of Time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Recall local time, standard time and GMT. Calculate the local time of a place from its longitude or from GMT. Compare the standard time of Cameroon with other countries.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calculate the time of places using longitude and time zones.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5"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Rules for Calculating Local Time; Calculating Local Time from GMT; Basis of Time Zones; Cameroon's Standard Time and Other Areas.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When it is 09:00 in Garoua (GMT + 1), what time is it in New York (GMT − 5)?</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write the calculation on the board.</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write the steps on the board.</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draw a line with 0° in the middle.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show the zones on a world map.</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draw two clocks on the board.</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Forms I–V, MINESEC (2023) — Form 1, Module 1: The Earth in the Universe.</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“The world in our office - 2012-03-28” by 4nitsirk, CC BY-SA 2.0, via Flickr (https://www.flickr.com/photos/26223114@N02/7023309809)</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56</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56</Slides>
  <Notes>56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56</vt:i4>
      </vt:variant>
    </vt:vector>
  </HeadingPairs>
  <TitlesOfParts>
    <vt:vector size="5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2026-09-28T16:51:23Z</dcterms:created>
  <dcterms:modified xsi:type="dcterms:W3CDTF">2026-09-28T16:51:23Z</dcterms:modified>
</cp:coreProperties>
</file>