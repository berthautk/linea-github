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3: Calculation of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1: The Earth in the Universe.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in the Universe, and the sub-topic is The Earth: A Planet in the Solar System. The key notions we shall use today are: local time, standard time, GMT, time zone, difference of longitude. At the end, you should be able to do this: learners are able to calculate the time of places using longitude and time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The Earth: A Planet Moving in Space. The question was: State how many degrees the Earth turns in one hour.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15° (360° in 24 hours).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recall local time, standard time and GMT. Number 2: calculate the local time of a place from its longitude or from GMT. Number 3: compare the standard time of Cameroon with other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turns 360° in 24 hours. Places to the east are ahead in time. Cameroon uses GMT + 1.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football match starts at 18:00 in London. Moussa wants to watch it on television in Garoua. He asks his friends: "At what time will the match start in Cameroon?" None of them can calculate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Moussa and his friends do not know how to calculate the time of the match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information does he need?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time difference between London and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can he find it?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using the longitudes or the time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check the time difference before calling or travelling to another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calculate the time in other places of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time and longitude.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The Earth turns 360° in 24 hours. How many degrees does it turn in one hour?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360 ÷ 24 = 15° per hour, so 1° takes 4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worked example.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It is 12:00 at 0°. What is the local time at 30° 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30 × 4 min = 120 min = 2 hours; the place is to the east, so 12:00 + 2 h = 14:00.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east is ahead, west is behind.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It is 10:00 GMT. What is the local time at 45° 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45 × 4 = 180 min = 3 hours; the place is to the west, so 10:00 − 3 h = 07:00.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time zones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was the world divided into time zones?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avoid a different time in every town: each zone of about 15° uses the same standard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clocks showing the time in different cities.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When it is 12:00 in Garoua (GMT + 1), what time is it in London (GMT)?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Local time and Standard time.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GMT.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Rules for Calculating Local Time. We calculate local time with the following rules. Copy the point on Rule 1 on the left, then draw the diagram on the right: time and longitude.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Rules for Calculating Local Time. On this slide we have Rule 2 and Rule 3.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Calculating Local Time from GMT. We calculate local time from GMT as in the following examples. Copy the point on Example to the east on the left, then draw the diagram on the right: calculating local time.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Calculating Local Time from GMT. On this slide we have Example to the west.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Basis of Time Zones. Time zones are carved out as follows. Copy the point on 24 time zones on the left, then draw the diagram on the right: time zones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Basis of Time Zones. On this slide we have Standard time and Boundaries.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Cameroon's Standard Time and Other Areas. When it is 12:00 in Cameroon (GMT + 1), the time elsewhere is the following. Copy the point on London (GMT) on the left, then draw the diagram on the right: clocks in different cities.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Cameroon's Standard Time and Other Areas. On this slide we have Nigeria and Chad (GMT + 1), Dubai (GMT + 4) and New York (GMT − 5).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It is 08:00 GMT. What is the local time at 60° 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60 × 4 = 240 min = 4 h; 08:00 + 4 h = 12:00.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A match starts at 18:00 in London (GMT). What time is it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19:00, because Cameroon is GMT + 1.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15; number 2, 4; number 3, 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four components of the natural environment.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The Notion of the Environment.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PRACTICAL WORK 3: CALCULATION OF TIME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Calculation of Time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The Earth in the Universe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in the Universe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3: Calculation of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Local time, standard time, GMT, time zone, difference of longitude.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revision of local and standard time. Practical exercise: calculation of local time; calculation of the local time of a place from GMT; basis of carving out time zones. Contextualisation: establish Cameroon's standard time compared with other areas.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the time of places using longitude and time zones.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The Earth: A Planet Moving in Space):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how many degrees the Earth turns in one hour.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15° (360° in 24 hours).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Recall local time, standard time and GMT.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local time of a place from its longitude or from GMT.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the standard time of Cameroon with other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turns 360° in 24 hours.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Places to the east are ahead in time.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uses GMT + 1.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football match starts at 18:00 in London. Moussa wants to watch it on television in Garoua. He asks his friends: "At what time will the match start in Cameroon?" None of them can calculate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Moussa and his friends do not know how to calculate the time of the match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information does he need?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time difference between London and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he find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using the longitudes or the time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Check the time difference before calling or travelling to another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calculate the time in other places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ime_lin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Time and longitude.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turns 360° in 24 hours. How many degrees does it turn in one hour?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360 ÷ 24 = 15° per hour, so 1° takes 4 minutes.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LOCAL TIME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ime_calc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worked example.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LOCAL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12:00 at 0°. What is the local time at 30°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LOCAL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30 × 4 min = 120 min = 2 hours; the place is to the east, so 12:00 + 2 h = 14:00.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LOCAL TIME FROM GMT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time_lin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East is ahead, west is behind.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LOCAL TIME FROM GMT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10:00 GMT. What is the local time at 45° 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LOCAL TIME FROM GMT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45 × 4 = 180 min = 3 hours; the place is to the west, so 10:00 − 3 h = 07:00.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TIME ZONES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ime_zon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Time zones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TIME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was the world divided into time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TIME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avoid a different time in every town: each zone of about 15° uses the same standard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CAMEROON'S STANDARD TIME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worldclock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Clocks showing the time in different cities.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CAMEROON'S STANDARD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it is 12:00 in Garoua (GMT + 1), what time is it in London (GMT)?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CAMEROON'S STANDARD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11:00.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in the Universe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Earth: A Planet in the Solar System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3: Calculation of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Local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time of a place given by the position of the Sun.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Standard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official time used in a whole country or time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GMT: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Greenwich Mean Time, the local time of the Greenwich Meridian (0°).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Rules for Calculating Local Time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We calculate local time with the following rules: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Rule 1: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Earth turns 15° in one hour, so 1° of longitude equals 4 minutes.</a:t>
            </a:r>
            <a:endParaRPr lang="en-US" sz="3600" dirty="0"/>
          </a:p>
        </p:txBody>
      </p:sp>
      <p:pic>
        <p:nvPicPr>
          <p:cNvPr id="5" name="Image 0" descr="/home/claude/f4/img/v2/time_lin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time and longitude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Rules for Calculating Local Time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Rule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add time for places to the east and remove time for places to the west.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Rule 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find the difference of longitude, multiply it by 4 minutes and change it into hours.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Calculating Local Time from GMT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We calculate local time from GMT as in the following examples: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Example to the east: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It is 12:00 GMT. At 30° E, the difference is 30 × 4 = 120 min = 2 h, so the local time is 14:00.</a:t>
            </a:r>
            <a:endParaRPr lang="en-US" sz="3400" dirty="0"/>
          </a:p>
        </p:txBody>
      </p:sp>
      <p:pic>
        <p:nvPicPr>
          <p:cNvPr id="5" name="Image 0" descr="/home/claude/f4/img/v2/time_calc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calculating local time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Calculating Local Time from GMT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to the west: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10:00 GMT. At 45° W, the difference is 45 × 4 = 180 min = 3 h, so the local time is 07:00.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Basis of Time Zones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Time zones are carved out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24 time zones: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world is divided into 24 time zones of about 15° each, one for each hour.</a:t>
            </a:r>
            <a:endParaRPr lang="en-US" sz="3600" dirty="0"/>
          </a:p>
        </p:txBody>
      </p:sp>
      <p:pic>
        <p:nvPicPr>
          <p:cNvPr id="5" name="Image 0" descr="/home/claude/f4/img/v2/time_zones_big.png">    </p:cNvPr>
          <p:cNvPicPr>
            <a:picLocks noChangeAspect="1"/>
          </p:cNvPicPr>
          <p:nvPr/>
        </p:nvPicPr>
        <p:blipFill>
          <a:blip r:embed="rId1"/>
          <a:stretch>
            <a:fillRect/>
          </a:stretch>
        </p:blipFill>
        <p:spPr>
          <a:xfrm>
            <a:off x="5349240" y="2513450"/>
            <a:ext cx="6659575" cy="280950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time zones of the world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Basis of Time Zones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Standard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All places in one zone use the same standard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Boundaries: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boundaries of the zones often follow the borders of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Cameroon's Standard Time and Other Areas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When it is 12:00 in Cameroon (GMT + 1), the time elsewhere is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London (GMT):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11:00.</a:t>
            </a:r>
            <a:endParaRPr lang="en-US" sz="3600" dirty="0"/>
          </a:p>
        </p:txBody>
      </p:sp>
      <p:pic>
        <p:nvPicPr>
          <p:cNvPr id="5" name="Image 0" descr="/home/claude/f4/img/v2/f4_worldclock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clocks in different cities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Cameroon's Standard Time and Other Areas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Nigeria and Chad (GMT + 1):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12:00, the same time as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Dubai (GMT + 4):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15:00.</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New York (GMT − 5):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06:00.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08:00 GMT. What is the local time at 60°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60 × 4 = 240 min = 4 h; 08:00 + 4 h = 12:00.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match starts at 18:00 in London (GMT). What time is it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19:00, because Cameroon is GMT + 1.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Earth turns ______° in one hour.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1° of longitude equals ______ minutes.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Places to the ______ are ahead in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four components of the natural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The Notion of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L'heure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Local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L'heure locale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Time 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fuseau horaire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L'horloge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L'ouest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in the Universe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3: Calculation of Time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Recall local time, standard time and GMT. Calculate the local time of a place from its longitude or from GMT. Compare the standard time of Cameroon with other countries.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the time of places using longitude and time zones.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Rules for Calculating Local Time; Calculating Local Time from GMT; Basis of Time Zones; Cameroon's Standard Time and Other Areas.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four components of the natural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calculation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steps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line with 0° in the middle.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show the zones on a world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two clocks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1: The Earth in the Universe.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“The world in our office - 2012-03-28” by 4nitsirk, CC BY-SA 2.0, via Flickr (https://www.flickr.com/photos/26223114@N02/7023309809)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2026-09-28T21:32:26Z</dcterms:created>
  <dcterms:modified xsi:type="dcterms:W3CDTF">2026-09-28T21:32:26Z</dcterms:modified>
</cp:coreProperties>
</file>