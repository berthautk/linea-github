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Calculation of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local time, standard time, GMT, time zone, difference of longitude. At the end, you should be able to do this: learners are able to calculate the time of places using longitude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 Earth: A Planet Moving in Space. The question was: It is 12:00 in London (0°). What time is it in Garoua (15° E)? Explain your answer.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15° east of London, so it is 1 hour ahead: 12:00 + 1 hour = 13:00.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local time, standard time and GMT. Number 2: calculate the local time of a place from its longitude or from GMT. Number 3: compare the standard time of Cameroon with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360° in 24 hours.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football match starts at 18:00 in London. Moussa wants to watch it on television in Garoua. He asks his friends: "At what time will the match start in Cameroon?" None of them can calculate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and his friends do not know how to calculate the time of the match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information does he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time difference between London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he find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using the longitudes or the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check the time difference before calling or travelling to another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in other places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time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Earth turns 360° in 24 hours. How many degrees does it turn in one hour?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360 ÷ 24 = 15° per hour, so 1° takes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12:00 at 0°. What is the local time at 30°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30 × 4 min = 120 min = 2 hours; the place is to the east, so 12:00 + 2 h =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east is ahead, west is behind.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GMT. What is the local time at 45°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45 × 4 = 180 min = 3 hours; the place is to the west, so 10:00 − 3 h = 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was the world divided into time zones?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a different time in every town: each zone of about 15° uses the same standard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it is 12:00 in Garoua (GMT + 1), what time is it in London (GMT)?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Rules for Calculating Local Time. We calculate local time with the following rules. Copy the point on Rule 1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Rules for Calculating Local Time. On this slide we have Rule 2 and Rule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Local Time from GMT. We calculate local time from GMT as in the following examples. Copy the point on Example to the east on the left, then draw the diagram on the right: calculating local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Local Time from GMT. On this slide we have Example to the 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Time Zones. Time zones are carved out as follows. Copy the point on 24 time zones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Time Zones. On this slide we have Standard time and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Cameroon's Standard Time and Other Areas. When it is 12:00 in Cameroon (GMT + 1), the time elsewhere is the following. Copy the point on London (GMT) on the left, then draw the diagram on the right: clocks in different cities.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Cameroon's Standard Time and Other Areas. On this slide we have Nigeria and Chad (GMT + 1), Dubai (GMT + 4) and New York (GMT − 5).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08:00 GMT. What is the local time at 60°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 × 4 = 240 min = 4 h; 08:00 + 4 h = 12:00.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match starts at 18:00 in London (GMT). What time is it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19:00, because Cameroon is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When it is 09:00 in Garoua (GMT + 1), what time is it in New York (GMT − 5)?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Notion of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3: CALCULATION OF TIME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Calculation of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GMT, time zone, difference of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revision of local and standard time. Practical exercise: calculation of local time; calculation of the local time of a place from GMT; basis of carving out time zones. Contextualisation: establish Cameroon's standard time compared with other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 Earth: A Planet Moving in Space):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15° east of London, so it is 1 hour ahead: 12:00 + 1 hour = 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local time, standard time and GMT.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local time of a place from its longitude or from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standard time of Cameroon with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360° in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football match starts at 18:00 in London. Moussa wants to watch it on television in Garoua. He asks his friends: "At what time will the match start in Cameroon?" None of them can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and his friends do not know how to calculate the time of the match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information does he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difference between London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 find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using the longitudes or the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 the time difference before calling or travelling to another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in other places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360° in 24 hours. How many degrees does it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360 ÷ 24 = 15° per hour, so 1° takes 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is the local time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min = 120 min = 2 hours; the place is to the east, so 12:00 + 2 h =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 is ahead, west is behind.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What is the local time at 45°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4 = 180 min = 3 hours; the place is to the west, so 10:00 − 3 h =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world divided into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a different time in every town: each zone of about 15° uses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12:00 in Garoua (GMT + 1), what time is it in London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of a place given by the position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in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Greenwich Mean Time, the local time of the Greenwich Meridian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calculate local time with the following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15° in one hour, so 1° of longitude equals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time for places to the east and remove time for places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of longitude, multiply it by 4 minutes and change it into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We calculate local time from GMT as in the following examples: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to the east: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12:00 GMT. At 30° E, the difference is 30 × 4 = 120 min = 2 h, so the local time is 14:00.</a:t>
            </a:r>
            <a:endParaRPr lang="en-US" sz="3400" dirty="0"/>
          </a:p>
        </p:txBody>
      </p:sp>
      <p:pic>
        <p:nvPicPr>
          <p:cNvPr id="5"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local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to the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At 45° W, the difference is 45 × 4 = 180 min = 3 h, so the local time is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Time zones are carved out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24 time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time zones of about 15° each, one for each hour.</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places in one zone use the same standard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boundaries of the zones often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When it is 12:00 in Cameroon (GMT + 1), the time elsewhere is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London (GMT):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11:00.</a:t>
            </a:r>
            <a:endParaRPr lang="en-US" sz="3600" dirty="0"/>
          </a:p>
        </p:txBody>
      </p:sp>
      <p:pic>
        <p:nvPicPr>
          <p:cNvPr id="5" name="Image 0" descr="/home/claude/f4/img/v2/f4_worldclock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clocks in different cities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Nigeria and Chad (GMT + 1):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the same time as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Dubai (GMT + 4):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15:00.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York (GMT − 5):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06:00.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08:00 GMT. What is the local time at 60°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 × 4 = 240 min = 4 h; 08:00 + 4 h = 12:00.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match starts at 18:00 in London (GMT). What time is it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19:00, because Cameroon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equals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______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Calculation of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local time, standard time and GMT. Calculate the local time of a place from its longitude or from GMT. Compare the standard time of Cameroon with other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Rules for Calculating Local Time; Calculating Local Time from GMT; Basis of Time Zones; Cameroon's Standard Time and Other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When it is 09:00 in Garoua (GMT + 1), what time is it in New York (GMT − 5)?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with 0° in the middle.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zones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clocks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2026-09-28T21:13:51Z</dcterms:created>
  <dcterms:modified xsi:type="dcterms:W3CDTF">2026-09-28T21:13:51Z</dcterms:modified>
</cp:coreProperties>
</file>