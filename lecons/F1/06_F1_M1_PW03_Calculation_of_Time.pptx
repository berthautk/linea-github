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Calculation of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in the Solar System. The key notions we shall use today are: local time, standard time, GMT, time zone, difference of longitude. At the end, you should be able to do this: learners are able to calculate the time of places using longitude and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The Earth: A Planet Moving in Space. The question was: It is 12:00 in London (0°). What time is it in Garoua (15° E)? Explain your answer.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is 15° east of London, so it is 1 hour ahead: 12:00 + 1 hour = 13:00.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local time, standard time and GMT. Number 2: calculate the local time of a place from its longitude. Number 3: compare the standard time of Cameroon with other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turns 360° in 24 hours. Places to the east are ahead in time. Cameroon uses GMT + 1.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football match starts at 20:00 in Paris. Moussa wants to watch it on television in Garoua, but he does not know at what time it will start in Cameroon.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the time of the match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information does he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time difference between Paris and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he find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using the time zones or the longitudes.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check the time difference before calling or travelling to another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the time in other places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time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Earth turns 360° in 24 hours. How many degrees does it turn in one hour?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360 ÷ 24 = 15° per hour, so 1° =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It is 12:00 at 0°. What is the local time at 30°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30 × 4 min = 120 min = 2 hours; the place is east, so 12:00 + 2 h = 14:00.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east is ahead, west is behind.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It is 10:00 GMT. What is the local time at 45° 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45 × 4 = 180 min = 3 hours; the place is west, so 10:00 − 3 h = 07:00.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was the world divided into time zones?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avoid a different time in every town; each zone of about 15° uses the same standard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clocks showing the time in different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Cameroon uses GMT + 1. When it is 12:00 in Garoua, what time is it in London (GMT) and in Dubai (GMT + 4)?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London: 11:00. Dubai: 15:00.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time and Standard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GMT.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Rules for Calculating Time. We calculate time with the following rules. On this slide we have Rule 1 and Rule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Rules for Calculating Time. On this slide we have Rule 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calculating local time.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Time Zones and Cameroon's Standard Time. Time zones are organised as follows. On this slide we have Basis of time zones and Cameroon.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Time Zones and Cameroon's Standard Time. On this slide we have Comparison.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It is 08:00 GMT. What is the local time at 60° 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 × 4 = 240 min = 4 h; 08:00 + 4 h = 12:00.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match starts at 20:00 in Paris (GMT + 1). What time is it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20:00, because both use GMT + 1.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15; number 2, 4;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When it is 09:00 in Garoua (GMT + 1), what time is it in New York (GMT − 5)?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The Notion of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3: CALCULATION OF TIME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Time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Calculation of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GMT, time zone, difference of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Revision of local and standard time; calculation of local time; calculation of the local time of a place from GMT; basis of time zones; Cameroon's standard time compared with other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time of places using longitude and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The Earth: A Planet Moving in Space):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London (0°). What time is it in Garoua (15° E)? Explain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15° east of London, so it is 1 hour ahead: 12:00 + 1 hour = 13:00.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local time, standard time and GMT.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local time of a place from its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standard time of Cameroon with other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360° in 24 hours.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football match starts at 20:00 in Paris. Moussa wants to watch it on television in Garoua, but he does not know at what time it will start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the time of the match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information does he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time difference between Paris and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he find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using the time zones or the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Check the time difference before calling or travelling to another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the time in other places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360° in 24 hours. How many degrees does it turn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360 ÷ 24 = 15° per hour, so 1° = 4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What is the local time at 30°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4 min = 120 min = 2 hours; the place is east, so 12:00 + 2 h =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East is ahead, west is behind.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GMT. What is the local time at 45°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 × 4 = 180 min = 3 hours; the place is west, so 10:00 − 3 h = 07:00.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world divided into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a different time in every town; each zone of about 15° uses the same standard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CAMEROON'S STANDARD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worldclo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Clocks showing the time in different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CAMEROON'S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uses GMT + 1. When it is 12:00 in Garoua, what time is it in London (GMT) and in Dubai (GMT + 4)?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CAMEROON'S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London: 11:00. Dubai: 15:00.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in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Calculation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of a place given by the position of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time used in a whole country or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GMT: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Greenwich Mean Time, the local time of the Greenwich Meridian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Rules for Calculating Time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calculate time with the following rules: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15° in one hour, so 1° of longitude equals 4 minutes.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time for places to the east and remove time for places to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Rules for Calculating Time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of longitude, multiply it by 4 minutes and change it into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Rules for Calculating Time</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calculating local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Time Zones and Cameroon's Standard Time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Time zones are organised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Basis of time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is divided into 24 time zones of about 15° each.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uses West Africa Time, which is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Time Zones and Cameroon's Standard Time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Comparison: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12:00 in Cameroon, it is 11:00 in London and 15:00 in Dubai.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08:00 GMT. What is the local time at 60°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 × 4 = 240 min = 4 h; 08:00 + 4 h = 12:00.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match starts at 20:00 in Paris (GMT + 1). What time is it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because both use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______° in one hour.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 of longitude equals ______ minutes.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to the ______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09:00 in Garoua (GMT + 1), what time is it in New York (GMT − 5)?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Notion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locale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fuseau horaire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L'horloge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Calculation of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local time, standard time and GMT. Calculate the local time of a place from its longitude. Compare the standard time of Cameroon with other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time of places using longitude and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Rules for Calculating Time; Time Zones and Cameroon's Standard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When it is 09:00 in Garoua (GMT + 1), what time is it in New York (GMT − 5)?</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line with 0° in the middle.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the zones on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three clocks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“The world in our office - 2012-03-28” by 4nitsirk, CC BY-SA 2.0, via Flickr (https://www.flickr.com/photos/26223114@N02/7023309809)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2026-09-27T13:44:19Z</dcterms:created>
  <dcterms:modified xsi:type="dcterms:W3CDTF">2026-09-27T13:44:19Z</dcterms:modified>
</cp:coreProperties>
</file>