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and draw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Climate Change and its Consequences. The question was: Name the three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three main layers of the Earth. Number 2: describe each layer briefly. Number 3: draw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Volcanoes bring hot rock from inside the Earth. An egg has a shell, a white and a yolk.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cuts a boiled egg in two. He sees a thin shell, the white and a yellow yolk in the centre. His teacher says that the Earth also has layers like the egg. Moussa asks: "What are the layers inside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egg is like the crust?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part is like the core?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is inside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rocks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layer of the Earth do we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crust, the thin and solid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lava coming out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hot lava of volcanoes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very hot mantle under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find at the centre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core, made mainly of very hot iron and nickel.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cut through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main layers can you see in this cut through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Three: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thickness of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layer is the thinnest?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Internal structure of the Earth and Lithosphere.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The first layer of the Earth is the crust. Copy the point on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On this slide we have Continental crust and Oceanic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Mantle. The second layer of the Earth is the mantle. Copy the point on Mantle on the left, then draw the diagram on the right: the thickness of the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The centre of the Earth is the core. On this slide we have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Inner core on the left, then draw the diagram on the right: the internal structure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main layers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crust, mantle and core.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layer do we live 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plates.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Plate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THE INTERNAL STRUCTURE OF THE EARTH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crust; the mantle; the core (identification and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Climate Change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main layers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bring hot rock from inside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egg has a shell, a white and a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cuts a boiled egg in two. He sees a thin shell, the white and a yellow yolk in the centre. His teacher says that the Earth also has layers like the egg. Moussa asks: "What are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egg is like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like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is inside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layer of the Earth do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crust, the thin and solid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coming out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hot lava of volcanoes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very hot mantle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find at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made mainly of very hot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cut through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can you see in this cut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Three: 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thickness of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thinnest?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structure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layers inside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crust and the top part of the mantle, which form the rigid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first layer of the Earth is the crust: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thin, solid, rocky layer on which we live. It is about 5 to 70 km thick.</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continents and is thicker.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under the oceans and is thinner.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Mantle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 layer of the Earth is the mantle: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thick layer of very hot rock, about 2,900 km thick. The rock of its upper part moves very slowly.</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thickness of the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 of the Earth is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hot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solid, very hot centre of the Earth.</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do we live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centre of the Earth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three main layers of the Earth. Describe each layer briefly. Draw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The Mantle; The Core.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Mount Cameroon erupting.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yolk of an egg.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cross-section of the Earth.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2026-09-28T21:32:29Z</dcterms:created>
  <dcterms:modified xsi:type="dcterms:W3CDTF">2026-09-28T21:32:29Z</dcterms:modified>
</cp:coreProperties>
</file>