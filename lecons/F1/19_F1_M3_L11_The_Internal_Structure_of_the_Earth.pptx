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 mantle, core, lithosphere.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Propose three actions your family can take against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around the house; switch off lights and use solar lamps; stop burning rubbish and use improved stoves that need less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white and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tells him that the Earth also has layers like the egg.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wants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of the crust.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crust?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thin, solid outer layer of the Earth on which we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main layers of the Earth from the surface to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core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Mainly iron and nickel, very hot; the outer core is liquid and the inner core is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boundaries between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Main Layers of the Earth. The Earth has the following main layers.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Main Layers of the Earth. On this slide we have Outer core and Inner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internal structure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 lithosphere.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and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around the house; switch off lights and use solar lamps; stop burning rubbish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white and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tells him that the Earth also has layers like the egg.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wants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 of the crust.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 from the surface to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core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iron and nickel, very hot; the outer core is liquid and the inner core is solid.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Boundaries between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Main Layers of the Earth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has the following main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rocky layer on which we live, from about 5 to 70 km thick.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very hot rock, about 2,900 km thick.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Main Layers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liquid iron and nickel.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Main Layers of the Earth</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2026-09-27T13:44:23Z</dcterms:created>
  <dcterms:modified xsi:type="dcterms:W3CDTF">2026-09-27T13:44:23Z</dcterms:modified>
</cp:coreProperties>
</file>