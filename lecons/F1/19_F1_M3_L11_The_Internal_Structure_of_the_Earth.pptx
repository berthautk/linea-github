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Propose three actions your family can take against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around the house; switch off lights and use solar lamps; stop burning rubbish and use improved stoves that need less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a white and a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says that the Earth also has layers like the egg. Moussa asks: "What are the layers inside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layer of the Earth do we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crust, the thin and solid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very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find at the centre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core, made mainly of very hot iron and nickel.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cut through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main layers can you see in this cut through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Three: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thickness of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Internal structure of the Earth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The first layer of the Earth is the crust. Copy the point on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On this slide we have Continental crust and Oceanic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Mantle. The second layer of the Earth is the mantle. Copy the point on Mantle on the left, then draw the diagram on the right: the thickness of the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The centre of the Earth is the core. On this slide we have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Inner core on the left, then draw the diagram on the right: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internal structure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around the house; switch off lights and use solar lamps; stop burning rubbish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a white and a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says that the Earth also has layers like the egg. Moussa asks: "What are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layer of the Earth do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crust, the thin and solid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very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find at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made mainly of very hot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cut through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can you see in this cut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Three: 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thickness of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structure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layers inside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first layer of the Earth is the crust: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thin, solid, rocky layer on which we live. It is about 5 to 70 km thick.</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continents and is thicker.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oceans and is thinner.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Mantle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 layer of the Earth is the mantle: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thick layer of very hot rock, about 2,900 km thick. The rock of its upper part moves very slowly.</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thickness of the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the Earth is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hot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The Mantle; The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2026-09-28T16:51:26Z</dcterms:created>
  <dcterms:modified xsi:type="dcterms:W3CDTF">2026-09-28T16:51:26Z</dcterms:modified>
</cp:coreProperties>
</file>