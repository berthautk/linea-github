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The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Movements of the Earth's Crust. The key notions we shall use today are: lithosphere, plate motion, tectonic movements. At the end, you should be able to do this: learners are able to identify and draw the layers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Climate Change and its Consequences. The question was: Propose three actions your family can take against climate change.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 trees around the house; switch off lights and use solar lamps; stop burning rubbish and use improved stoves that need less wood.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three main layers of the Earth. Number 2: describe each layer briefly. Number 3: draw the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round like a ball. Volcanoes bring hot rock from inside the Earth. An egg has a shell, a white and a yolk.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Moussa cuts a boiled egg in two. He sees a thin shell, the white and a yellow yolk in the centre. His teacher says that the Earth also has layers like the egg. Moussa asks: "What are the layers inside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the layers inside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egg is like the crust?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part is like the core?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yolk.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simple models such as an egg or an onion to explain the layers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what is inside our planet.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rocks and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layer of the Earth do we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crust, the thin and solid outer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lava coming out of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the hot lava of volcanoes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very hot mantle under the crust.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journey to the centre of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find at the centre of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core, made mainly of very hot iron and nickel.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cut through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many main layers can you see in this cut through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Three: the crust, the mantle and the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thickness of the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layer is the thinnest?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Internal structure of the Earth and Lithosphere.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Crust. The first layer of the Earth is the crust. Copy the point on Crust on the left, then draw the diagram on the right: the layers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Crust. On this slide we have Continental crust and Oceanic crust.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Mantle. The second layer of the Earth is the mantle. Copy the point on Mantle on the left, then draw the diagram on the right: the thickness of the layers.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Core. The centre of the Earth is the core. On this slide we have Outer core.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Inner core on the left, then draw the diagram on the right: the internal structure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main layers of the Earth.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crust, mantle and core.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layer do we live 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crust; number 2, mantle; number 3,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and label the internal structure of the Earth.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Plate Movements.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11: THE INTERNAL STRUCTURE OF THE EARTH</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Internal Structure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Movements of the Earth's Crust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The 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Lithosphere, plate motion, tectonic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crust; the mantle; the core (identification and illustration only).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and draw the layers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Climate Change and its Consequences):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your family can take against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around the house; switch off lights and use solar lamps; stop burning rubbish and use improved stoves that need less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three main layers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each layer briefly.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round like a ball.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Volcanoes bring hot rock from inside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egg has a shell, a white and a yolk.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cuts a boiled egg in two. He sees a thin shell, the white and a yellow yolk in the centre. His teacher says that the Earth also has layers like the egg. Moussa asks: "What are the layers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the layers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egg is like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is like the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yolk.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simple models such as an egg or an onion to explain the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what is inside our planet.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CRUST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Rocks and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CRUST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layer of the Earth do we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CRUST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crust, the thin and solid outer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MANTLE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Lava coming out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MANTLE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hot lava of volcanoes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MANTLE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very hot mantle under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CORE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arth_dept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journey to the centre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CORE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find at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CORE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core, made mainly of very hot iron and nickel.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ILLUSTRATION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cut through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main layers can you see in this cut through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Three: the crust, the mantle and the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ILLUSTRATION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arth_dis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thickness of the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layer is the thinnest?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Movements of the Earth's Crust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11: The Internal Structure of the Earth</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 structure of the Earth: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arrangement of the layers inside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Lithosphere: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crust and the top part of the mantle, which form the rigid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Crust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first layer of the Earth is the crust:</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Crust: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thin, solid, rocky layer on which we live. It is about 5 to 70 km thick.</a:t>
            </a:r>
            <a:endParaRPr lang="en-US" sz="3600" dirty="0"/>
          </a:p>
        </p:txBody>
      </p:sp>
      <p:pic>
        <p:nvPicPr>
          <p:cNvPr id="5" name="Image 0" descr="/home/claude/f4/img/v2/earth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Crust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the continents and is thicker.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Oceanic 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under the oceans and is thinner.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Mantle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second layer of the Earth is the mantle:</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Mantle: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thick layer of very hot rock, about 2,900 km thick. The rock of its upper part moves very slowly.</a:t>
            </a:r>
            <a:endParaRPr lang="en-US" sz="3600" dirty="0"/>
          </a:p>
        </p:txBody>
      </p:sp>
      <p:pic>
        <p:nvPicPr>
          <p:cNvPr id="5" name="Image 0" descr="/home/claude/f4/img/v2/earth_disc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thickness of the layers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Core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centre of the Earth is the core: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hot liquid iron and nickel.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Core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Inner core: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solid, very hot centre of the Earth.</a:t>
            </a:r>
            <a:endParaRPr lang="en-US" sz="3600" dirty="0"/>
          </a:p>
        </p:txBody>
      </p:sp>
      <p:pic>
        <p:nvPicPr>
          <p:cNvPr id="5" name="Image 0" descr="/home/claude/f4/img/v2/earth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internal structure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Crust, mantle and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layer do we live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outer layer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under the crust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centre of the Earth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Plate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L'écorce terrestre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noyau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three main layers of the Earth. Describe each layer briefly. Draw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and draw the layers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Crust; The Mantle; The Core.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and label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stone.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Mount Cameroon erupting.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yolk of an egg.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three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cross-section of the Earth.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2026-09-28T21:13:57Z</dcterms:created>
  <dcterms:modified xsi:type="dcterms:W3CDTF">2026-09-28T21:13:57Z</dcterms:modified>
</cp:coreProperties>
</file>