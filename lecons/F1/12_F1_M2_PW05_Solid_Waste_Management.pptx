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5: Solid Waste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waste, biodegradable, non-biodegradable, compost, recycling, disposal. At the end, you should be able to do this: learners are able to collect, sort and dispose of solid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Guided Work 1: Degradation of the Natural Environment of the School. The question was: Write a short report (five lines) on the damage you observed around the school and your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report names each damaged place, describes the damage, gives its cause and proposes a solution, for example: "Behind the classrooms there is rubbish; students throw it there; we need dustbins.".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waste and give its types and sources. Number 2: sort waste into biodegradable and non-biodegradable. Number 3: dispose of each type of waste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Rubbish pollutes the environment. Pollution causes diseases. Dustbins help to keep places clean.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break time, the school yard is full of plastic sachets, paper, bottles and food remains. The class is asked to clean the yard and decide what to do with each type of waste.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school yard is dirty and the waste must be managed.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types of waste in the yard.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Plastic sachets and food remains (also paper, bottles).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Should all the waste go to the same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must be sorted.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sort your waste: food remains for compost, plastics and metals for recycling.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manage waste and keep our environment clean and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rubbish dump.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waste? Give three 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Waste is anything we throw away because it is no longer useful; sources are homes, markets and schools (also factories).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sorting waste.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difference between biodegradable and non-biodegradable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Biodegradable waste rots naturally (food, leaves); non-biodegradable waste does not rot easily (plastics, glass, metals).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litter on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must we wear or use when collecting waste?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Gloves or plastic bags and bins, and we wash our hands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where each type of waste goes.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should food remains, plastic bottles and old paper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remains to compost; plastics, glass and metals to recycling (or bury them); paper can be burnt or composted.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is compost useful to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natural manure that makes the soil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Waste and Compost.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Sources of Waste. Solid waste is classified as follows. On this slide we have Biodegradable waste and Non-biodegradable waste.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Sources of Waste. On this slide we have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sorting waste.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Managing Waste at School. We manage solid waste in the following steps. On this slide we have Collection and Sorting.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Managing Waste at School. On this slide we have Disposal.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examples of biodegradable and two of non-biodegradable waste.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biodegradable: food remains, leaves. Non-biodegradable: plastic bottles, glass.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compost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make the soil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biodegradable; number 2, non-biodegradable; number 3, compost.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At home, sort the waste of one day into two groups and write what you found in each group.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Atmosphere.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5: SOLID WASTE MANAGEMENT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Solid Waste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5: Solid Waste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Waste, biodegradable, non-biodegradable, compost, recycling, disposal.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and sources of waste; collecting waste on the school campus; sorting into biodegradable and non-biodegradable; disposal at the right sites.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(Guided Work 1: Degradation of the Natural Environment of the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(five lines) on the damage you observed around the school and your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report names each damaged place, describes the damage, gives its cause and proposes a solution, for example: "Behind the classrooms there is rubbish; students throw it there; we need dustbins."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waste and give its types and 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Sort waste into biodegradable and non-biodegradable.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Dispose of each type of waste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Rubbish pollutes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Pollution causes diseases.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Dustbins help to keep places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break time, the school yard is full of plastic sachets, paper, bottles and food remains. The class is asked to clean the yard and decide what to do with each type of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school yard is dirty and the waste must be managed.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types of waste in the yard.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Plastic sachets and food remains (also paper, bottles).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all the waste go to the same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must be sorted.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Sort your waste: food remains for compost, plastics and metals for recycling.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manage waste and keep our environment clean and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dump.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rubbish dump.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waste? Give three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SOURCES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is anything we throw away because it is no longer useful; sources are homes, markets and schools (also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Sorting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biodegradable and non-biodegradable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WASTE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waste rots naturally (food, leaves); non-biodegradable waste does not rot easily (plastics, glass, metals).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we wear or use when collecting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COLLECTION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Gloves or plastic bags and bins, and we wash our hands after.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each type of waste goes.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food remains, plastic bottles and old paper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remains to compost; plastics, glass and metals to recycling (or bury them); paper can be burnt or composted.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compost useful to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DISPOSAL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natural manure that makes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Solid Waste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we throw away because it is no longer useful.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manure made from rotten 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Solid waste is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rots naturally, like food remains, leaves and paper.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Non-biodegradable waste: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does not rot easily, like plastics, glass and metals.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comes from homes, markets, schools and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Sources of Waste</a:t>
            </a:r>
            <a:endParaRPr lang="en-US" sz="3600" dirty="0"/>
          </a:p>
        </p:txBody>
      </p:sp>
      <p:pic>
        <p:nvPicPr>
          <p:cNvPr id="4" name="Image 0" descr="/home/claude/f4/img/v2/waste_s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sorting waste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manage solid waste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Collection: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collect the waste around the school campus with gloves and bags.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Sorting: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separate biodegradable waste from non-biodegradable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Managing Waste at School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Disposal: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put biodegradable waste in a compost pit and send plastics, glass and metals to recycling or bury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biodegradable and two of non-biodegradable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Biodegradable: food remains, leaves. Non-biodegradable: plastic bottles, glass.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compost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make the soil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Waste that rots naturally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Plastics are ______ waste.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Manure made from rotten waste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home, sort the waste of one day into two groups and write what you found in each group.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déchets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Recycling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recyclage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Plastic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Sorting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Dustbin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poubelle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5: Solid Waste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waste and give its types and sources. Sort waste into biodegradable and non-biodegradable. Dispose of each type of waste correctly.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collect, sort and dispose of solid waste correctly.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and Sources of Waste; Managing Waste at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At home, sort the waste of one day into two groups and write what you found in each group.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the waste found in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objects into two groups.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organise groups for the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mark three sites in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compost pit.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“Garbage dump at Fadiouth, Senegal (West Africa)” by gbaku, CC BY-SA 2.0, via Flickr (https://www.flickr.com/photos/72105154@N00/906659197)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“Do the evolution” by Marco Bellucci, CC BY 2.0, via Flickr (https://www.flickr.com/photos/50451886@N00/3382099741)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2026-09-27T13:44:21Z</dcterms:created>
  <dcterms:modified xsi:type="dcterms:W3CDTF">2026-09-27T13:44:21Z</dcterms:modified>
</cp:coreProperties>
</file>