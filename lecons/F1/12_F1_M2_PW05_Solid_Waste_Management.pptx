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Solid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waste, biodegradable, non-biodegradable, compost, recycling, disposal. At the end, you should be able to do this: learners are able to collect, sort and dispose of solid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Guided Work 1: Degradation of the Natural Environment of the School. The question was: Name the two types of solid waste.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Biodegradable and non-biodegradable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give its types and sources. Number 2: sort waste into biodegradable and non-biodegradable. Number 3: dispose of each type of waste at the right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Rubbish pollutes the environment. Pollution causes diseases. Dustbins help to keep places clean.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break time, the school yard is full of plastic sachets, paper, bottles and food remains. The teacher asks the class to clean the yard. Aïssatou asks: "Should we put everything in the same hole, or is there a better way to get rid of each type of waste?"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get rid of each type of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types of waste in the yard.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sachets and food remains (also paper and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Should all the waste go to the same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must be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food remains for compost, plastics and metals for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manage waste and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rubbish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all this waste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homes, markets, schools and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of these wastes rot naturally?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remains, leaves and paper: they are 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wastes do not rot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Plastics, glass and metals: they are non-biodegradable.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must we use when we collect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Gloves or plastic bags and bins, and we wash our hands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food remains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be turned into compost, a natural manure that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Biodegradable waste.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Non-biodegradable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Waste. Copy the point on Biodegradable waste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Non-biodegradable waste on the left, then draw the diagram on the right: plastic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Waste. On this slide we have Homes, Markets and Schools.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Waste. On this slide we have Factories and workshops.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Waste at School. We manage solid waste in the following steps. Copy the point on Collection on the left, then draw the diagram on the right: waste to collect.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Sorting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Disposal site 1 (compost) on the left, then draw the diagram on the right: compost is used on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Waste at School. On this slide we have Disposal site 2 (burning) and Disposal site 3 (recycling or burying).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examples of biodegradable and two of non-biodegradable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biodegradable: food remains, leaves. Non-biodegradable: plastic bottles, glass.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compost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make the soil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biodegradable; number 2, non-biodegradable; number 3, compost.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main gases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SOLID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Solid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Solid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biodegradable, non-biodegradable, compost, recycling, disposal.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and define waste, types and sources. Practical exercise (within the school environment): collect waste around the school campus; sort it into biodegradable and non-biodegradable; dispose of it at the indicated sites (compost; burning of papers; recycling or burying of plastics, glass and metals).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(Guided Work 1: Degradation of the Natural Environment of the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solid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and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give its types and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Sort waste into biodegradable and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Dispose of each type of waste at the right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Pollution causes diseases.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Dustbins help to keep places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break time, the school yard is full of plastic sachets, paper, bottles and food remains. The teacher asks the class to clean the yard. Aïssatou asks: "Should we put everything in the same hole, or is there a better way to get rid of each type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get rid of each type of waste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waste in the yard.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sachets and food remains (also paper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all the waste go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must be sorted.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food remains for compost, plastics and metals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manage waste and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all this waste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homes, markets, schools and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these wastes rot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remains, leaves and paper: they are 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wastes do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Plastics, glass and metals: they are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use when we collect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Gloves or plastic bags and bins, and we wash our hands after.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food remains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be turned into compost, a natural manure that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we throw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rots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does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food remains, peelings, leaves and paper.</a:t>
            </a:r>
            <a:endParaRPr lang="en-US" sz="3600" dirty="0"/>
          </a:p>
        </p:txBody>
      </p:sp>
      <p:pic>
        <p:nvPicPr>
          <p:cNvPr id="6"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plastic sachets and bottles, glass and metal tins.</a:t>
            </a:r>
            <a:endParaRPr lang="en-US" sz="3600" dirty="0"/>
          </a:p>
        </p:txBody>
      </p:sp>
      <p:pic>
        <p:nvPicPr>
          <p:cNvPr id="6"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plastic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food remains, packaging and old objects.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rotten fruits and vegetables, sachets and boxes.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paper, sachets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Factories and workshops: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metal, plastic and chemical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manage solid waste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waste around the school campus with gloves and bags.</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waste to collect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Sorting: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separate biodegradable waste from non-biodegradable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Disposal site 1 (compost):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food remains and leaves in a compost pit to make manure.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compost is used on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2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burn old papers in a safe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3 (recycling or burying):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send plastics, glass and metals to a recycling unit, or we bury them if there is none.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biodegradable and two of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food remains, leaves. Non-biodegradable: plastic bottles,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compost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that rots naturally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Plastics are ______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Manure made from rotten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gases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Plastic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Sorting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Solid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give its types and sources. Sort waste into biodegradable and non-biodegradable. Dispose of each type of waste at the right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Waste; Sources of Waste; Managing Waste at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main gases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waste found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objects into two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plastic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organise groups for the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compost pit.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2026-09-28T21:32:28Z</dcterms:created>
  <dcterms:modified xsi:type="dcterms:W3CDTF">2026-09-28T21:32:28Z</dcterms:modified>
</cp:coreProperties>
</file>