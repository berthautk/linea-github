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5: Solid Waste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2: Preservation of the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Let's Preserve our Environment, and the sub-topic is Natural Regions (Bio-climatic Zones) and their Degradation. The key notions we shall use today are: waste, biodegradable, non-biodegradable, compost, recycling, disposal. At the end, you should be able to do this: learners are able to collect, sort and dispose of solid waste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Guided Work 1: Degradation of the Natural Environment of the School. The question was: Write a short report (five lines) on the damage you observed around the school and your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report names each damaged place, describes the damage, gives its cause and proposes a solution, for example: "Behind the classrooms there is rubbish; students throw it there; we need dustbins.".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waste and give its types and sources. Number 2: sort waste into biodegradable and non-biodegradable. Number 3: dispose of each type of waste at the right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Rubbish pollutes the environment. Pollution causes diseases. Dustbins help to keep places clean.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break time, the school yard is full of plastic sachets, paper, bottles and food remains. The teacher asks the class to clean the yard. Aïssatou asks: "Should we put everything in the same hole, or is there a better way to get rid of each type of waste?"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does not know how to get rid of each type of waste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types of waste in the yard.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Plastic sachets and food remains (also paper and bottles).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Should all the waste go to the same place?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must be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sort your waste: food remains for compost, plastics and metals for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manage waste and keep our environment clean and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rubbish dump.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all this waste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homes, markets, schools and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two groups of waste.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of these wastes rot naturally?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remains, leaves and paper: they are biodegradable.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two groups of waste.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wastes do not rot easily?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Plastics, glass and metals: they are non-biodegradable.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litter on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must we use when we collect waste?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Gloves or plastic bags and bins, and we wash our hands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food remains help this farmer?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can be turned into compost, a natural manure that makes the soil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Waste and Biodegradable waste.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Non-biodegradable waste.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Waste. Copy the point on Biodegradable waste on the left, then draw the diagram on the right: sorting waste.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Non-biodegradable waste on the left, then draw the diagram on the right: plastic litter.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of Waste. On this slide we have Homes, Markets and Schools.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of Waste. On this slide we have Factories and workshops.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Managing Waste at School. We manage solid waste in the following steps. Copy the point on Collection on the left, then draw the diagram on the right: waste to collect.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Sorting on the left, then draw the diagram on the right: sorting waste.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Disposal site 1 (compost) on the left, then draw the diagram on the right: compost is used on farms.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Managing Waste at School. On this slide we have Disposal site 2 (burning) and Disposal site 3 (recycling or burying).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examples of biodegradable and two of non-biodegradable waste.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biodegradable: food remains, leaves. Non-biodegradable: plastic bottles, glass.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compost used for?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make the soil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biodegradable; number 2, non-biodegradable; number 3, compost.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At home, sort the waste of one day into two groups and write what you found in each group.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5: SOLID WASTE MANAGEMENT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Solid Waste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Preservation of the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Let's Preserve our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 (Bio-climatic Zones) and their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5: Solid Waste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Waste, biodegradable, non-biodegradable, compost, recycling, disposal.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recall and define waste, types and sources. Practical exercise (within the school environment): collect waste around the school campus; sort it into biodegradable and non-biodegradable; dispose of it at the indicated sites (compost; burning of papers; recycling or burying of plastics, glass and metals).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collect, sort and dispose of solid waste correctly.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(Guided Work 1: Degradation of the Natural Environment of the School):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report (five lines) on the damage you observed around the school and your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report names each damaged place, describes the damage, gives its cause and proposes a solution, for example: "Behind the classrooms there is rubbish; students throw it there; we need dustbins."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waste and give its types and 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Sort waste into biodegradable and non-biodegradable.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Dispose of each type of waste at the right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Rubbish pollutes the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Pollution causes diseases.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Dustbins help to keep places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break time, the school yard is full of plastic sachets, paper, bottles and food remains. The teacher asks the class to clean the yard. Aïssatou asks: "Should we put everything in the same hole, or is there a better way to get rid of each type of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does not know how to get rid of each type of waste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types of waste in the yard.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Plastic sachets and food remains (also paper and bottles).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Should all the waste go to the same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must be sorted.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Sort your waste: food remains for compost, plastics and metals for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manage waste and keep our environment clean and healthy.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dump.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rubbish dump.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all this waste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homes, markets, schools and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WASTE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aste_s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Two groups of waste.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WASTE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of these wastes rot naturally?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WASTE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remains, leaves and paper: they are biodegradable.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WASTE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ste_s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Two groups of waste.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WASTE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wastes do not rot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WASTE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Plastics, glass and metals: they are non-biodegradable.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COLLECTION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on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we use when we collect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Gloves or plastic bags and bins, and we wash our hands after.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DISPOSAL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DISPOSAL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food remains help this farmer?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DISPOSAL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can be turned into compost, a natural manure that makes the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Let's Preserve our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 (Bio-climatic Zones) and their Degradation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5: Solid Waste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Waste: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we throw away because it is no longer useful.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Biodegradable waste: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waste that rots naturally.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Non-biodegradable waste: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waste that does not rot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Sources of Waste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Types of Waste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Biodegradable waste: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Examples are food remains, peelings, leaves and paper.</a:t>
            </a:r>
            <a:endParaRPr lang="en-US" sz="3600" dirty="0"/>
          </a:p>
        </p:txBody>
      </p:sp>
      <p:pic>
        <p:nvPicPr>
          <p:cNvPr id="6" name="Image 0" descr="/home/claude/f4/img/v2/waste_sort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sorting waste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Sources of Waste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Types of Waste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Non-biodegradable waste: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Examples are plastic sachets and bottles, glass and metal tins.</a:t>
            </a:r>
            <a:endParaRPr lang="en-US" sz="3600" dirty="0"/>
          </a:p>
        </p:txBody>
      </p:sp>
      <p:pic>
        <p:nvPicPr>
          <p:cNvPr id="6" name="Image 0" descr="/home/claude/f4/img/v2/usa_litter.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plastic litter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Sources of Waste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Sources of Waste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 food remains, packaging and old objects.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 rotten fruits and vegetables, sachets and boxes.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Schools: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 paper, sachets and bottles.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Sources of Waste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Sources of Waste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Factories and workshops: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produce metal, plastic and chemical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Waste at School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 manage solid waste in the following steps: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Collection: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collect the waste around the school campus with gloves and bags.</a:t>
            </a:r>
            <a:endParaRPr lang="en-US" sz="3600" dirty="0"/>
          </a:p>
        </p:txBody>
      </p:sp>
      <p:pic>
        <p:nvPicPr>
          <p:cNvPr id="5" name="Image 0" descr="/home/claude/f4/img/v2/usa_litt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waste to collect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Waste at School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Sorting: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separate biodegradable waste from non-biodegradable waste.</a:t>
            </a:r>
            <a:endParaRPr lang="en-US" sz="3600" dirty="0"/>
          </a:p>
        </p:txBody>
      </p:sp>
      <p:pic>
        <p:nvPicPr>
          <p:cNvPr id="5" name="Image 0" descr="/home/claude/f4/img/v2/waste_sort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sorting waste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Waste at School</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Disposal site 1 (compost):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put food remains and leaves in a compost pit to make manure.</a:t>
            </a:r>
            <a:endParaRPr lang="en-US" sz="3600" dirty="0"/>
          </a:p>
        </p:txBody>
      </p:sp>
      <p:pic>
        <p:nvPicPr>
          <p:cNvPr id="5" name="Image 0" descr="/home/claude/f4/img/v2/f2t_mixed_far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compost is used on farms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Managing Waste at School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Disposal site 2 (burning):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burn old papers in a safe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Disposal site 3 (recycling or burying):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send plastics, glass and metals to a recycling unit, or we bury them if there is none.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biodegradable and two of non-biodegradable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Biodegradable: food remains, leaves. Non-biodegradable: plastic bottles, glass.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compost used for?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make the soil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Waste that rots naturally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Plastics are ______ waste.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Manure made from rotten waste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home, sort the waste of one day into two groups and write what you found in each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Plastic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plastique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Sorting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Dustbin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poubelle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Let's Preserve our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5: Solid Waste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waste and give its types and sources. Sort waste into biodegradable and non-biodegradable. Dispose of each type of waste at the right site.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collect, sort and dispose of solid waste correctly.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Waste; Sources of Waste; Managing Waste at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 home, sort the waste of one day into two groups and write what you found in each group.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the waste found in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sort objects into two groups.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plastic bottle.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organise groups for the yard.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compost pit.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2: Preservation of the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“Garbage dump at Fadiouth, Senegal (West Africa)” by gbaku, CC BY-SA 2.0, via Flickr (https://www.flickr.com/photos/72105154@N00/906659197)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 the evolution” by Marco Bellucci, CC BY 2.0, via Flickr (https://www.flickr.com/photos/50451886@N00/3382099741)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2026-09-28T17:20:21Z</dcterms:created>
  <dcterms:modified xsi:type="dcterms:W3CDTF">2026-09-28T17:20:21Z</dcterms:modified>
</cp:coreProperties>
</file>