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Atmospheric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atmospheric disturbances, wind, precipitation, fronts, windward, leeward. At the end, you should be able to do this: learners are able to identify atmospheric disturbances, locate where they occur and adopt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Atmospheric Circulation. The question was: Observe the wind for three days and write its direction and whether it is dry or moist.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the dry season the wind blows from the north-east and is dry and dusty (Harmattan); in the rainy season it blows from the south-west and is moist.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atmospheric disturbance. Number 2: identify the main types of clouds and disturbances and locate their main areas. Number 3: give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occurs in the troposphere. Winds blow from high to low pressure. Clouds give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June, a violent storm with lightning and strong winds hits Garoua. Roofs are blown off and a tree falls on a house. The next day, Ali asks his father: "What caused such a storm, and are there other dangerous kinds of weather?"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what causes violent storms and what other dangerous weather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effects of the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Roofs are blown off and a tree falls on a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it safe to shelter under a tree during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lightning can strike tall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storm, stay inside a building, away from trees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dangerous weather and how to protect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of different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Are all clouds the same shape and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have different shapes and heights: cumulus, stratus, cirrus and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tall, dark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kind of weather does this tall, dark cloud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thunderstorm, with lightning, thunder, strong winds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which areas do such huge storms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tropical oceans, such as the Caribbean Sea and the Indian Ocean: they are cyclones.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cloud of dust.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season do dust storms occur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after very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in towns after very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Streets and houses are flooded, and roads and bridges can be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disturbance and Cloud.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Clouds. The main types of clouds are the following. 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Stratus on the left, then draw the diagram on the right: low stratus and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Disturbances. The main atmospheric disturbances are the following. Copy the point on Thunderstorm on the left, then draw the diagram on the right: the formation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 on the left, then draw the diagram on the right: a cyclone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Disturbances. On this slide we have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Areas of Disturbances. Disturbances occur mainly in the following areas. On this slide we have Thunderstorms.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Cyclones on the left, then draw the diagram on the right: a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Areas of Disturbances. On this slide we have Dust storms and Torrential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Atmospheric disturbances have the following consequences. 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Destruction, Loss of life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 cyclone and dust storm.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safety rule during a thunderstorm.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stay inside a building, away from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cyclone; number 3, drizzle.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safety rules for your family during a thunderstorm.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Atmospheric Disturbances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ATMOSPHERIC DISTURBANCES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Atmospheric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disturbances, wind, precipitation, fronts,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clouds; types of disturbances (thunderstorms, cyclones, dust storms, torrential rain, drizzle); location of the main areas;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Atmospheric Circulation):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for three days and write its direction and whether it is dry or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wind blows from the north-east and is dry and dusty (Harmattan); in the rainy season it blows from the south-west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atmospheric disturbance.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types of clouds and disturbances and locate their main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occurs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a violent storm with lightning and strong winds hits Garoua. Roofs are blown off and a tree falls on a house. The next day, Ali asks his father: "What caused such a storm, and are there other dangerous kinds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what causes violent storms and what other dangerous weather exists.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effects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are blown off and a tree falls on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safe to shelter under a tree during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lightning can strike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storm, stay inside a building, away from trees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dangerous weather and how to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of different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clouds the same shape and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have different shapes and heights: cumulus, stratus, cirrus and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tall, dark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weather does this tall, dark cloud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with lightning, thunder, strong winds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which areas do such huge storms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tropical oceans, such as the Caribbean Sea and the Indian Ocean: they are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cloud of dust.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season do dust storms occur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after very 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towns after very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and houses are flooded, and roads and bridges can be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disturbance: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and violent change in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mass of tiny water drops or ice floating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rain, drizzle, snow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clouds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of fine weather.</a:t>
            </a:r>
            <a:endParaRPr lang="en-US" sz="3600" dirty="0"/>
          </a:p>
        </p:txBody>
      </p:sp>
      <p:pic>
        <p:nvPicPr>
          <p:cNvPr id="5"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grey layers of low cloud that give drizzle.</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stratus and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thin, high clouds made of ice crystals.</a:t>
            </a:r>
            <a:endParaRPr lang="en-US" sz="3600" dirty="0"/>
          </a:p>
        </p:txBody>
      </p:sp>
      <p:pic>
        <p:nvPicPr>
          <p:cNvPr id="5"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tall, dark clouds that give thunderstorms.</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atmospheric disturbances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storm with lightning, thunder, strong wind and heavy rain.</a:t>
            </a:r>
            <a:endParaRPr lang="en-US" sz="3600" dirty="0"/>
          </a:p>
        </p:txBody>
      </p:sp>
      <p:pic>
        <p:nvPicPr>
          <p:cNvPr id="5" name="Image 0" descr="/home/claude/f4/img/v2/thunderstor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very violent storm with strong winds and heavy rain that forms over warm tropical oceans.</a:t>
            </a:r>
            <a:endParaRPr lang="en-US" sz="3600" dirty="0"/>
          </a:p>
        </p:txBody>
      </p:sp>
      <p:pic>
        <p:nvPicPr>
          <p:cNvPr id="5" name="Image 0" descr="/home/claude/f4/img/v2/f4_hurrica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strong wind carrying dust and sand in dry areas.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very heavy rain that falls in a short time.</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light rain with tiny drops, falling from stratus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Disturbances occur mainly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common in the equatorial and tropical regions, including Cameroon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occur over the Caribbean Sea, the Indian Ocean and the western Pacific Ocean.</a:t>
            </a:r>
            <a:endParaRPr lang="en-US" sz="3600" dirty="0"/>
          </a:p>
        </p:txBody>
      </p:sp>
      <p:pic>
        <p:nvPicPr>
          <p:cNvPr id="5" name="Image 0" descr="/home/claude/f4/img/v2/cyclo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occur in the Sahara, the Sahel and the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in equatorial regions and in monsoon lands such as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Atmospheric disturbances have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floods streets, houses and farms.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blow off roofs and pull down trees and electric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floods and cyclones kill people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causes breathing diseases, and floods spread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 cyclone and dust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safety rule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away from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cloud that gives thunderstorms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violent storm over warm oceans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light rain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safety rules for your family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tonnerre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 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atmospheric disturbance. Identify the main types of clouds and disturbances and locate their main areas. Give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Clouds; Types of Disturbances; Main Areas of Disturbances;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safety rules for your family during a thunderstorm.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clouds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storm cloud.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point to the oceans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dusty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damage of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(Stratus):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(Torrential rain):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2026-09-28T21:13:55Z</dcterms:created>
  <dcterms:modified xsi:type="dcterms:W3CDTF">2026-09-28T21:13:55Z</dcterms:modified>
</cp:coreProperties>
</file>