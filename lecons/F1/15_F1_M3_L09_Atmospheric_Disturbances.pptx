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Atmospheric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atmospheric disturbance, cloud, thunderstorm, cyclone, dust storm, windward, leeward. At the end, you should be able to do this: learners are able to identify atmospheric disturbances, locate where they occur and adopt safe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Atmospheric Circulation. The question was: Observe the wind for three days and write its direction and whether it is dry or moist.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the dry season the wind blows from the north-east and is dry and dusty (Harmattan); in the rainy season it blows from the south-west and is moist.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atmospheric disturbance. Number 2: identify the main types of clouds and disturbances. Number 3: give their consequences and safety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occurs in the troposphere. Winds blow from high to low pressure. Clouds give rain.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June, a violent storm with lightning and strong winds hits Garoua. Roofs are blown off and a tree falls on a house. Some people shelter under a big tree during the storm.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violent storm causes damage and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effects of the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Roofs are blown off and a tree falls on a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it safe to shelter under a tree?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lightning can strike tall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storm, stay inside a building, away from trees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dangerous weather and how to protect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types of clouds.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Cumulus, stratus and cirrus (also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cumulonimbus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cloud gives thunderstorms?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cumulonimbus, a tall dark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tropical cyclone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tropical cyclone, and where does it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violent storm with strong winds and heavy rain that forms over warm oceans, such as the Caribbean and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dust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dust storms occur in Cameroon, and when?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North and Far North,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street after torrential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consequences of atmospheric disturbances.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and destroyed houses (also deaths, fallen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disturbance and Cloud.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Clouds. The main types of clouds are the following. On this slide we have Cumulus and Stratus.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Clouds. On this slide we have Cirrus and Cumulonimbus.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Disturbances. The main atmospheric disturbances are the following. On this slide we have Thunderstorm and Cyclone.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Disturbances. On this slide we have Dust storm and Torrential rain and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Safety. Disturbances have the following consequences. On this slide we have Consequences and Safety.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 cyclone and dust storm.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safety rule during a thunderstorm.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stay inside a building, away from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cyclone; number 3, drizzle.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safety rules for your family during a thunderstorm.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Atmospheric Disturbances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ATMOSPHERIC DISTURBANCES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Atmospheric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disturbance, cloud, thunderstorm, cyclone, dust storm,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clouds; types of disturbances (thunderstorms, cyclones, dust storms, torrential rain, drizzle); main areas;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Atmospheric Circulation):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for three days and write its direction and whether it is dry or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wind blows from the north-east and is dry and dusty (Harmattan); in the rainy season it blows from the south-west and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atmospheric disturbance.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types of clouds and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 and safety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occurs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give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a violent storm with lightning and strong winds hits Garoua. Roofs are blown off and a tree falls on a house. Some people shelter under a big tree during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violent storm causes damage and danger.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effects of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are blown off and a tree falls on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safe to shelter under 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lightning can strike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storm, stay inside a building, away from trees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dangerous weather and how to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stratus and cirrus (also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gives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 a tall dark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cyclone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tropical cyclone, and where does it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violent storm with strong winds and heavy rain that forms over warm oceans, such as the Caribbean and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dust storms occur in Cameroon, and when?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and Far North,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 after torrential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destroyed houses (also deaths, fallen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disturbance: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and violent change in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mass of tiny water drops or ice floating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clouds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white, puffy clouds of fine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grey layers of low clouds that give drizzle.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thin, high clouds made of 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tall, dark clouds that give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atmospheric disturbances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storm with lightning, thunder, strong wind and heavy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violent storm that forms over warm tropical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Dust 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strong wind carrying dust, common in the north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Torrential rain and 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Torrential rain is very heavy rain, while drizzle is very light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and Safety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Disturbances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cause floods, destroyed houses and crops, and loss of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must shelter in buildings, avoid trees and follow weather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 cyclone and dust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safety rule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away from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cloud that gives thunderstorms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violent storm over warm oceans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light rain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safety rules for your family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tonnerre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 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atmospheric disturbance. Identify the main types of clouds and disturbances. Give their consequences and safety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Clouds; Types of Disturbances; Consequences and Safety.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safety rules for your family during a thunderstorm.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clouds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storm cloud.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point to the oceans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dusty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damage of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2026-09-27T13:44:22Z</dcterms:created>
  <dcterms:modified xsi:type="dcterms:W3CDTF">2026-09-27T13:44:22Z</dcterms:modified>
</cp:coreProperties>
</file>