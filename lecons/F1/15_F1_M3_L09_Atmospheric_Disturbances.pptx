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9: Atmospheric Disturbances.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1. It belongs to Module 3: Protection from the Wrath of Nature.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Protection against the Wrath of Nature, and the sub-topic is Climatic Disturbances. The key notions we shall use today are: atmospheric disturbances, wind, precipitation, fronts, windward, leeward. At the end, you should be able to do this: learners are able to identify atmospheric disturbances, locate where they occur and adopt safe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8: Atmospheric Circulation. The question was: Observe the wind for three days and write its direction and whether it is dry or moist.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the dry season the wind blows from the north-east and is dry and dusty (Harmattan); in the rainy season it blows from the south-west and is moist.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 atmospheric disturbance. Number 2: identify the main types of clouds and disturbances and locate their main areas. Number 3: give their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Weather occurs in the troposphere. Winds blow from high to low pressure. Clouds give rain.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June, a violent storm with lightning and strong winds hits Garoua. Roofs are blown off and a tree falls on a house. The next day, Ali asks his father: "What caused such a storm, and are there other dangerous kinds of weather?"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Ali does not know what causes violent storms and what other dangerous weather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effects of the storm.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Roofs are blown off and a tree falls on a 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Is it safe to shelter under a tree during a storm?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lightning can strike tall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during a storm, stay inside a building, away from trees and metal objects.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dangerous weather and how to protect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clouds of different shapes.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Are all clouds the same shape and height?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 they have different shapes and heights: cumulus, stratus, cirrus and cumulonimbus.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tall, dark cloud.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kind of weather does this tall, dark cloud bring?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thunderstorm, with lightning, thunder, strong winds and heavy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huge storm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Over which areas do such huge storms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Over warm tropical oceans, such as the Caribbean Sea and the Indian Ocean: they are cyclones.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cloud of dust.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In which season do dust storms occur in the north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street after very heavy rain.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happens in towns after very heavy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Streets and houses are flooded, and roads and bridges can be destroyed.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Atmospheric disturbance and Cloud.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Precipitation.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Clouds. The main types of clouds are the following. Copy the point on Cumulus on the left, then draw the diagram on the right: cumulus clouds.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Stratus on the left, then draw the diagram on the right: low stratus and fog.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Cirrus on the left, then draw the diagram on the right: types of clouds.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Cumulonimbus on the left, then draw the diagram on the right: a cumulonimbus cloud.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Disturbances. The main atmospheric disturbances are the following. Copy the point on Thunderstorm on the left, then draw the diagram on the right: the formation of a thunderstorm.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Cyclone on the left, then draw the diagram on the right: a cyclone seen from space.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Dust storm on the left, then draw the diagram on the right: a dust storm.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Torrential rain on the left, then draw the diagram on the right: torrential rain.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Disturbances. On this slide we have Drizzle.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Main Areas of Disturbances. Disturbances occur mainly in the following areas. On this slide we have Thunderstorms.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Cyclones on the left, then draw the diagram on the right: a cyclone.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Areas of Disturbances. On this slide we have Dust storms and Torrential rain.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Consequences. Atmospheric disturbances have the following consequences. Copy the point on Floods on the left, then draw the diagram on the right: a flooded street.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Consequences. On this slide we have Destruction, Loss of life and Diseases.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three atmospheric disturbances.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thunderstorm, cyclone and dust storm.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safety rule during a thunderstorm.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stay inside a building, away from trees.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cumulonimbus; number 2, cyclone; number 3, drizzle.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Write three safety rules for your family during a thunderstorm.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1: Atmospheric Disturbances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1</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9: ATMOSPHERIC DISTURBANCES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1</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Atmospheric Disturbances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1</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Protection from the Wrath of Nature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Protection against the Wrath of Nature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Climatic Disturbances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9: Atmospheric Disturbances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Atmospheric disturbances, wind, precipitation, fronts, windward, leeward.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types of clouds; types of disturbances (thunderstorms, cyclones, dust storms, torrential rain, drizzle); location of the main areas; consequences.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atmospheric disturbances, locate where they occur and adopt safe behaviour.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8: Atmospheric Circulation):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wind for three days and write its direction and whether it is dry or moist.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dry season the wind blows from the north-east and is dry and dusty (Harmattan); in the rainy season it blows from the south-west and is moist.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 atmospheric disturbance.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main types of clouds and disturbances and locate their main areas.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their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 occurs in the troposphere.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Winds blow from high to low pressure.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Clouds give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June, a violent storm with lightning and strong winds hits Garoua. Roofs are blown off and a tree falls on a house. The next day, Ali asks his father: "What caused such a storm, and are there other dangerous kinds of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Ali does not know what causes violent storms and what other dangerous weather exists.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effects of the 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Roofs are blown off and a tree falls on a house.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it safe to shelter under a tree during a 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lightning can strike tall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a storm, stay inside a building, away from trees and metal objects.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dangerous weather and how to protect ourselves.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CLOUDS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loud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Clouds of different shapes.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CLOUDS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Are all clouds the same shape and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CLOUDS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they have different shapes and heights: cumulus, stratus, cirrus and cumulonimbus.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THUNDERSTORMS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cumulonimbus.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tall, dark cloud.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THUNDERSTORMS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kind of weather does this tall, dark cloud bring?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THUNDERSTORMS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thunderstorm, with lightning, thunder, strong winds and heavy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CYCLONES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hurrica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huge storm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CYCLONES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 which areas do such huge storms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CYCLONES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 warm tropical oceans, such as the Caribbean Sea and the Indian Ocean: they are cyclones.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DUST STORMS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andstorm.jpg">    </p:cNvPr>
          <p:cNvPicPr>
            <a:picLocks noChangeAspect="1"/>
          </p:cNvPicPr>
          <p:nvPr/>
        </p:nvPicPr>
        <p:blipFill>
          <a:blip r:embed="rId1"/>
          <a:stretch>
            <a:fillRect/>
          </a:stretch>
        </p:blipFill>
        <p:spPr>
          <a:xfrm>
            <a:off x="1252761" y="1783080"/>
            <a:ext cx="968617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cloud of dust.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DUST STORMS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season do dust storms occur in the north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DUST STORMS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streetflood.jpg">    </p:cNvPr>
          <p:cNvPicPr>
            <a:picLocks noChangeAspect="1"/>
          </p:cNvPicPr>
          <p:nvPr/>
        </p:nvPicPr>
        <p:blipFill>
          <a:blip r:embed="rId1"/>
          <a:stretch>
            <a:fillRect/>
          </a:stretch>
        </p:blipFill>
        <p:spPr>
          <a:xfrm>
            <a:off x="2253375" y="1783080"/>
            <a:ext cx="768494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street after very heavy 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in towns after very heavy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Streets and houses are flooded, and roads and bridges can be destroyed.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Protection against the Wrath of Nature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Climatic Disturbances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Atmospheric Disturbances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Atmospheric disturbance: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sudden and violent change in the weather.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Cloud: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mass of tiny water drops or ice floating in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Precipitation: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water that falls from clouds as rain, drizzle, snow or hail.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Clouds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main types of clouds are the following:</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Cumulus: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are white, puffy clouds of fine weather.</a:t>
            </a:r>
            <a:endParaRPr lang="en-US" sz="3600" dirty="0"/>
          </a:p>
        </p:txBody>
      </p:sp>
      <p:pic>
        <p:nvPicPr>
          <p:cNvPr id="5" name="Image 0" descr="/home/claude/f4/img/v2/lsa_cumulu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cumulus clouds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Clouds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Stratus: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are grey layers of low cloud that give drizzle.</a:t>
            </a:r>
            <a:endParaRPr lang="en-US" sz="3600" dirty="0"/>
          </a:p>
        </p:txBody>
      </p:sp>
      <p:pic>
        <p:nvPicPr>
          <p:cNvPr id="5" name="Image 0" descr="/home/claude/f4/img/v2/f4_fog.jpg">    </p:cNvPr>
          <p:cNvPicPr>
            <a:picLocks noChangeAspect="1"/>
          </p:cNvPicPr>
          <p:nvPr/>
        </p:nvPicPr>
        <p:blipFill>
          <a:blip r:embed="rId1"/>
          <a:stretch>
            <a:fillRect/>
          </a:stretch>
        </p:blipFill>
        <p:spPr>
          <a:xfrm>
            <a:off x="5349240" y="2682541"/>
            <a:ext cx="6659575" cy="247132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low stratus and fog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Clouds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Cirrus: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are thin, high clouds made of ice crystals.</a:t>
            </a:r>
            <a:endParaRPr lang="en-US" sz="3600" dirty="0"/>
          </a:p>
        </p:txBody>
      </p:sp>
      <p:pic>
        <p:nvPicPr>
          <p:cNvPr id="5" name="Image 0" descr="/home/claude/f4/img/v2/cloud_type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types of clouds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Clouds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Cumulonimbus: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are tall, dark clouds that give thunderstorms.</a:t>
            </a:r>
            <a:endParaRPr lang="en-US" sz="3600" dirty="0"/>
          </a:p>
        </p:txBody>
      </p:sp>
      <p:pic>
        <p:nvPicPr>
          <p:cNvPr id="5" name="Image 0" descr="/home/claude/f4/img/v2/f4_cumulonimbus.jpg">    </p:cNvPr>
          <p:cNvPicPr>
            <a:picLocks noChangeAspect="1"/>
          </p:cNvPicPr>
          <p:nvPr/>
        </p:nvPicPr>
        <p:blipFill>
          <a:blip r:embed="rId1"/>
          <a:stretch>
            <a:fillRect/>
          </a:stretch>
        </p:blipFill>
        <p:spPr>
          <a:xfrm>
            <a:off x="5349240" y="2070172"/>
            <a:ext cx="6659575" cy="36960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cumulonimbus cloud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Disturbances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main atmospheric disturbances are the following:</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Thunderstorm: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a storm with lightning, thunder, strong wind and heavy rain.</a:t>
            </a:r>
            <a:endParaRPr lang="en-US" sz="3600" dirty="0"/>
          </a:p>
        </p:txBody>
      </p:sp>
      <p:pic>
        <p:nvPicPr>
          <p:cNvPr id="5" name="Image 0" descr="/home/claude/f4/img/v2/thunderstorm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formation of a thunderstorm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Disturbances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Cyclone: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a very violent storm with strong winds and heavy rain that forms over warm tropical oceans.</a:t>
            </a:r>
            <a:endParaRPr lang="en-US" sz="3600" dirty="0"/>
          </a:p>
        </p:txBody>
      </p:sp>
      <p:pic>
        <p:nvPicPr>
          <p:cNvPr id="5" name="Image 0" descr="/home/claude/f4/img/v2/f4_hurrican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cyclone seen from space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Disturbances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Dust storm: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a strong wind carrying dust and sand in dry areas.</a:t>
            </a:r>
            <a:endParaRPr lang="en-US" sz="3600" dirty="0"/>
          </a:p>
        </p:txBody>
      </p:sp>
      <p:pic>
        <p:nvPicPr>
          <p:cNvPr id="5" name="Image 0" descr="/home/claude/f4/img/v2/f2t_sandstorm.jpg">    </p:cNvPr>
          <p:cNvPicPr>
            <a:picLocks noChangeAspect="1"/>
          </p:cNvPicPr>
          <p:nvPr/>
        </p:nvPicPr>
        <p:blipFill>
          <a:blip r:embed="rId1"/>
          <a:stretch>
            <a:fillRect/>
          </a:stretch>
        </p:blipFill>
        <p:spPr>
          <a:xfrm>
            <a:off x="5349240" y="2450233"/>
            <a:ext cx="6659575" cy="2935942"/>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dust storm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Disturbances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Torrential rain: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very heavy rain that falls in a short time.</a:t>
            </a:r>
            <a:endParaRPr lang="en-US" sz="3600" dirty="0"/>
          </a:p>
        </p:txBody>
      </p:sp>
      <p:pic>
        <p:nvPicPr>
          <p:cNvPr id="5" name="Image 0" descr="/home/claude/f4/img/v2/f4_heavyrai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torrential rain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Disturbances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Drizzle: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very light rain with tiny drops, falling from stratus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Main Areas of Disturbances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Disturbances occur mainly in the following areas: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Thunderstorms: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common in the equatorial and tropical regions, including Cameroon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Main Areas of Disturbances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Cyclones: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occur over the Caribbean Sea, the Indian Ocean and the western Pacific Ocean.</a:t>
            </a:r>
            <a:endParaRPr lang="en-US" sz="3600" dirty="0"/>
          </a:p>
        </p:txBody>
      </p:sp>
      <p:pic>
        <p:nvPicPr>
          <p:cNvPr id="5" name="Image 0" descr="/home/claude/f4/img/v2/cyclone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cyclone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Main Areas of Disturbances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Dust storms: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occur in the Sahara, the Sahel and the north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Torrential rain: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falls in equatorial regions and in monsoon lands such as India.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Consequences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Atmospheric disturbances have the following consequences: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Floods: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Heavy rain floods streets, houses and farms.</a:t>
            </a:r>
            <a:endParaRPr lang="en-US" sz="3600" dirty="0"/>
          </a:p>
        </p:txBody>
      </p:sp>
      <p:pic>
        <p:nvPicPr>
          <p:cNvPr id="5" name="Image 0" descr="/home/claude/f4/img/v2/lsa_streetflood.jpg">    </p:cNvPr>
          <p:cNvPicPr>
            <a:picLocks noChangeAspect="1"/>
          </p:cNvPicPr>
          <p:nvPr/>
        </p:nvPicPr>
        <p:blipFill>
          <a:blip r:embed="rId1"/>
          <a:stretch>
            <a:fillRect/>
          </a:stretch>
        </p:blipFill>
        <p:spPr>
          <a:xfrm>
            <a:off x="5349240" y="2067961"/>
            <a:ext cx="6659575" cy="370048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flooded street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Consequences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Destruction: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Strong winds blow off roofs and pull down trees and electric poles.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of 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Lightning, floods and cyclones kill people and animals.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Diseases: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Dust causes breathing diseases, and floods spread cholera.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atmospheric disturbances.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Thunderstorm, cyclone and dust 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safety rule during a thunderstorm.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Stay inside a building, away from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cloud that gives thunderstorms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violent storm over warm oceans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Very light rain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three safety rules for your family during a thunderstorm.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Atmospheric Disturbances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Lightning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L'éclair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Thunder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tonnerre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Cyclone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cyclone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Dust storm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tempête de poussière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Drizzle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bruine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Protection against the Wrath of Nature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9: Atmospheric Disturbances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atmospheric disturbance. Identify the main types of clouds and disturbances and locate their main areas. Give their consequences.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atmospheric disturbances, locate where they occur and adopt safe behaviour.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of Clouds; Types of Disturbances; Main Areas of Disturbances; Consequences.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Write three safety rules for your family during a thunderstorm.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clouds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storm cloud.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point to the oceans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dusty day.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the damage of a storm.</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1, Module 3: Protection from the Wrath of Nature.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“06172012 Sunday evening pulse storms/cumulonimbi” by StormRider93 | Into the Storm, CC BY-NC-ND 2.0, via Flickr (https://www.flickr.com/photos/65232104@N04/7395715628)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“NASA's Aqua Satellite Captures Hurricane Danielle” by NASA Goddard Photo and Video, CC BY 2.0, via nasa (https://www.flickr.com/photos/24662369@N07/4931591817)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“Sandstorm at Camp Bastion, Afghanistan” by Defence Images, CC BY-NC 2.0, via Flickr (https://www.flickr.com/photos/48399297@N04/10343833885)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“Vicenza flooding Nov.1, 2010” by US Army Africa, CC BY 2.0, via Flickr (https://www.flickr.com/photos/36281822@N08/5157191333)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(Cumulus): “Epic Cloud (Explored)” by Christina Ann VanMeter, CC BY-NC 2.0, via Flickr (https://www.flickr.com/photos/54129831@N02/6984912657)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(Stratus): “Mist” by Art by MarkAC, CC BY-SA 2.0, via Flickr (https://www.flickr.com/photos/60580775@N08/40783321332)</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(Torrential rain): “Heavy rain. Johannesburg, South Africa” by varfolomeev, CC BY-NC 2.0, via Flickr (https://www.flickr.com/photos/45427632@N02/49745935146)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2026-09-28T17:20:21Z</dcterms:created>
  <dcterms:modified xsi:type="dcterms:W3CDTF">2026-09-28T17:20:21Z</dcterms:modified>
</cp:coreProperties>
</file>