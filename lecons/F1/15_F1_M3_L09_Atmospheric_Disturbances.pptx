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Atmospheric Disturbances.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atmospheric disturbances, wind, precipitation, fronts, windward, leeward. At the end, you should be able to do this: learners are able to identify atmospheric disturbances, locate where they occur and adopt safe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Atmospheric Circulation. The question was: Name three types of atmospheric disturbances.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Thunderstorms, cyclones and dust storms (also torrential rain and drizzle).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atmospheric disturbance. Number 2: identify the main types of clouds and disturbances and locate their main areas. Number 3: give their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 occurs in the troposphere. Winds blow from high to low pressure. Clouds give rain.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June, a violent storm with lightning and strong winds hits Garoua. Roofs are blown off and a tree falls on a house. The next day, Ali asks his father: "What caused such a storm, and are there other dangerous kinds of weather?"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 does not know what causes violent storms and what other dangerous weather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effects of the storm.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Roofs are blown off and a tree falls on a 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it safe to shelter under a tree during a storm?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lightning can strike tall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during a storm, stay inside a building, away from trees and metal objects.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dangerous weather and how to protect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clouds of different shapes.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Are all clouds the same shape and height?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they have different shapes and heights: cumulus, stratus, cirrus and cumulonimbus.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tall, dark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kind of weather does this tall, dark cloud bring?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thunderstorm, with lightning, thunder, strong winds and heavy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huge storm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Over which areas do such huge storms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 warm tropical oceans, such as the Caribbean Sea and the Indian Ocean: they are cyclones.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cloud of dust.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season do dust storms occur in the north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street after very heavy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happens in towns after very heavy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Streets and houses are flooded, and roads and bridges can be destroyed.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Atmospheric disturbance and Cloud.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Precipitation.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Clouds. The main types of clouds are the following. Copy the point on Cumulus on the left, then draw the diagram on the right: cumulus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Stratus on the left, then draw the diagram on the right: low stratus and fog.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Cirrus on the left, then draw the diagram on the right: types of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Cumulonimbus on the left, then draw the diagram on the right: a cumulonimbus cloud.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Disturbances. The main atmospheric disturbances are the following. Copy the point on Thunderstorm on the left, then draw the diagram on the right: the formation of a thunderstorm.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Cyclone on the left, then draw the diagram on the right: a cyclone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Dust storm on the left, then draw the diagram on the right: a dust 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Torrential rain on the left, then draw the diagram on the right: torrential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Disturbances. On this slide we have Drizzle.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Areas of Disturbances. Disturbances occur mainly in the following areas. On this slide we have Thunderstorms.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Cyclones on the left, then draw the diagram on the right: a cyclone.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Areas of Disturbances. On this slide we have Dust storms and Torrential rain.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Atmospheric disturbances have the following consequences. Copy the point on Floods on the left, then draw the diagram on the right: a flooded street.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Destruction, Loss of life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atmospheric disturbances.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thunderstorm, cyclone and dust storm.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safety rule during a thunderstorm.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stay inside a building, away from trees.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cumulonimbus; number 2, cyclone; number 3, drizzle.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atmospheric disturbances that affect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Atmospheric Disturbances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ATMOSPHERIC DISTURBANCES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Atmospheric Disturbances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Atmospheric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disturbances, wind, precipitation, fronts, windward, leeward.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types of clouds; types of disturbances (thunderstorms, cyclones, dust storms, torrential rain, drizzle); location of the main areas;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atmospheric disturbances, locate where they occur and adopt safe behaviour.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Atmospheric Circulation):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Thunderstorms, cyclones and dust storms (also torrential rain and drizzle).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atmospheric disturbance.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types of clouds and disturbances and locate their main areas.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 occurs in the troposphere.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Winds blow from high to low pressure.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give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June, a violent storm with lightning and strong winds hits Garoua. Roofs are blown off and a tree falls on a house. The next day, Ali asks his father: "What caused such a storm, and are there other dangerous kinds of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does not know what causes violent storms and what other dangerous weather exists.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effects of the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Roofs are blown off and a tree falls on a 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it safe to shelter under a tree during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lightning can strike tall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storm, stay inside a building, away from trees and metal objects.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dangerous weather and how to protect ourselves.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CLOUDS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lou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Clouds of different shapes.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 all clouds the same shape and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CLOUDS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they have different shapes and heights: cumulus, stratus, cirrus and 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THUNDERSTORMS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tall, dark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kind of weather does this tall, dark cloud bring?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THUNDERSTORMS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thunderstorm, with lightning, thunder, strong winds and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CYCLONES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hurrica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huge storm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CYCLONES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which areas do such huge storms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CYCLONES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warm tropical oceans, such as the Caribbean Sea and the Indian Ocean: they are cyclones.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DUST STORMS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ndstorm.jpg">    </p:cNvPr>
          <p:cNvPicPr>
            <a:picLocks noChangeAspect="1"/>
          </p:cNvPicPr>
          <p:nvPr/>
        </p:nvPicPr>
        <p:blipFill>
          <a:blip r:embed="rId1"/>
          <a:stretch>
            <a:fillRect/>
          </a:stretch>
        </p:blipFill>
        <p:spPr>
          <a:xfrm>
            <a:off x="1252761" y="1783080"/>
            <a:ext cx="968617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cloud of dust.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DUST 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season do dust storms occur in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DUST STORMS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after very heavy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in towns after very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Streets and houses are flooded, and roads and bridges can be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disturbance: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and violent change in the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Cloud: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mass of tiny water drops or ice floating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water that falls from clouds as rain, drizzle, snow or hail.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types of clouds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Cumulus: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white, puffy clouds of fine weather.</a:t>
            </a:r>
            <a:endParaRPr lang="en-US" sz="3600" dirty="0"/>
          </a:p>
        </p:txBody>
      </p:sp>
      <p:pic>
        <p:nvPicPr>
          <p:cNvPr id="5" name="Image 0" descr="/home/claude/f4/img/v2/lsa_cumulu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cumulus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Stratus: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grey layers of low cloud that give drizzle.</a:t>
            </a:r>
            <a:endParaRPr lang="en-US" sz="3600" dirty="0"/>
          </a:p>
        </p:txBody>
      </p:sp>
      <p:pic>
        <p:nvPicPr>
          <p:cNvPr id="5" name="Image 0" descr="/home/claude/f4/img/v2/f4_fog.jpg">    </p:cNvPr>
          <p:cNvPicPr>
            <a:picLocks noChangeAspect="1"/>
          </p:cNvPicPr>
          <p:nvPr/>
        </p:nvPicPr>
        <p:blipFill>
          <a:blip r:embed="rId1"/>
          <a:stretch>
            <a:fillRect/>
          </a:stretch>
        </p:blipFill>
        <p:spPr>
          <a:xfrm>
            <a:off x="5349240" y="2682541"/>
            <a:ext cx="6659575" cy="247132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low stratus and fog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Cirrus: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thin, high clouds made of ice crystals.</a:t>
            </a:r>
            <a:endParaRPr lang="en-US" sz="3600" dirty="0"/>
          </a:p>
        </p:txBody>
      </p:sp>
      <p:pic>
        <p:nvPicPr>
          <p:cNvPr id="5" name="Image 0" descr="/home/claude/f4/img/v2/cloud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Clouds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Cumulonimbus: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tall, dark clouds that give thunderstorms.</a:t>
            </a:r>
            <a:endParaRPr lang="en-US" sz="3600" dirty="0"/>
          </a:p>
        </p:txBody>
      </p:sp>
      <p:pic>
        <p:nvPicPr>
          <p:cNvPr id="5" name="Image 0" descr="/home/claude/f4/img/v2/f4_cumulonimbus.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cumulonimbus cloud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atmospheric disturbances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Thunderstorm: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storm with lightning, thunder, strong wind and heavy rain.</a:t>
            </a:r>
            <a:endParaRPr lang="en-US" sz="3600" dirty="0"/>
          </a:p>
        </p:txBody>
      </p:sp>
      <p:pic>
        <p:nvPicPr>
          <p:cNvPr id="5" name="Image 0" descr="/home/claude/f4/img/v2/thunderstorm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formation of a thunderstorm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Cyclone: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very violent storm with strong winds and heavy rain that forms over warm tropical oceans.</a:t>
            </a:r>
            <a:endParaRPr lang="en-US" sz="3600" dirty="0"/>
          </a:p>
        </p:txBody>
      </p:sp>
      <p:pic>
        <p:nvPicPr>
          <p:cNvPr id="5" name="Image 0" descr="/home/claude/f4/img/v2/f4_hurrican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cyclone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Dust storm: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strong wind carrying dust and sand in dry areas.</a:t>
            </a:r>
            <a:endParaRPr lang="en-US" sz="3600" dirty="0"/>
          </a:p>
        </p:txBody>
      </p:sp>
      <p:pic>
        <p:nvPicPr>
          <p:cNvPr id="5" name="Image 0" descr="/home/claude/f4/img/v2/f2t_sandstorm.jpg">    </p:cNvPr>
          <p:cNvPicPr>
            <a:picLocks noChangeAspect="1"/>
          </p:cNvPicPr>
          <p:nvPr/>
        </p:nvPicPr>
        <p:blipFill>
          <a:blip r:embed="rId1"/>
          <a:stretch>
            <a:fillRect/>
          </a:stretch>
        </p:blipFill>
        <p:spPr>
          <a:xfrm>
            <a:off x="5349240" y="2450233"/>
            <a:ext cx="6659575" cy="293594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dust 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Torrential rain: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very heavy rain that falls in a short time.</a:t>
            </a:r>
            <a:endParaRPr lang="en-US" sz="3600" dirty="0"/>
          </a:p>
        </p:txBody>
      </p:sp>
      <p:pic>
        <p:nvPicPr>
          <p:cNvPr id="5" name="Image 0" descr="/home/claude/f4/img/v2/f4_heavyra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torrential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Disturbances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Drizzle: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light rain with tiny drops, falling from stratus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Areas of Disturbances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Disturbances occur mainly in the following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Thunderstorms: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common in the equatorial and tropical regions, including Cameroon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Areas of Disturbances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Cyclones: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occur over the Caribbean Sea, the Indian Ocean and the western Pacific Ocean.</a:t>
            </a:r>
            <a:endParaRPr lang="en-US" sz="3600" dirty="0"/>
          </a:p>
        </p:txBody>
      </p:sp>
      <p:pic>
        <p:nvPicPr>
          <p:cNvPr id="5" name="Image 0" descr="/home/claude/f4/img/v2/cyclon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cyclone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Main Areas of Disturbances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Dust storms: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occur in the Sahara, the Sahel and the north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Torrential 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falls in equatorial regions and in monsoon lands such as India.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Consequences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Atmospheric disturbances have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Heavy rain floods streets, houses and farms.</a:t>
            </a:r>
            <a:endParaRPr lang="en-US" sz="3600" dirty="0"/>
          </a:p>
        </p:txBody>
      </p:sp>
      <p:pic>
        <p:nvPicPr>
          <p:cNvPr id="5" name="Image 0" descr="/home/claude/f4/img/v2/lsa_streetflood.jpg">    </p:cNvPr>
          <p:cNvPicPr>
            <a:picLocks noChangeAspect="1"/>
          </p:cNvPicPr>
          <p:nvPr/>
        </p:nvPicPr>
        <p:blipFill>
          <a:blip r:embed="rId1"/>
          <a:stretch>
            <a:fillRect/>
          </a:stretch>
        </p:blipFill>
        <p:spPr>
          <a:xfrm>
            <a:off x="5349240" y="2067961"/>
            <a:ext cx="6659575" cy="370048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street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winds blow off roofs and pull down trees and electric poles.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Lightning, floods and cyclones kill people and animals.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Dust causes breathing diseases, and floods spread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Thunderstorm, cyclone and dust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safety rule during 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Stay inside a building, away from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cloud that gives thunderstorms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violent storm over warm oceans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Very light rain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atmospheric disturbances that affect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Atmospheric Disturbances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Lightning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L'éclair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Thunder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tonnerre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 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tempête de poussière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Drizzle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bruine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Atmospheric Disturbances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atmospheric disturbance. Identify the main types of clouds and disturbances and locate their main areas. Give their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atmospheric disturbances, locate where they occur and adopt safe behaviour.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Clouds; Types of Disturbances; Main Areas of Disturbances;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atmospheric disturbances that affect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clouds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storm cloud.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point to the oceans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dusty 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the damage of a storm.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“NASA's Aqua Satellite Captures Hurricane Danielle” by NASA Goddard Photo and Video, CC BY 2.0, via nasa (https://www.flickr.com/photos/24662369@N07/4931591817)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“Sandstorm at Camp Bastion, Afghanistan” by Defence Images, CC BY-NC 2.0, via Flickr (https://www.flickr.com/photos/48399297@N04/10343833885)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(Cumulus): “Epic Cloud (Explored)” by Christina Ann VanMeter, CC BY-NC 2.0, via Flickr (https://www.flickr.com/photos/54129831@N02/6984912657)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(Stratus): “Mist” by Art by MarkAC, CC BY-SA 2.0, via Flickr (https://www.flickr.com/photos/60580775@N08/40783321332)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(Torrential rain):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2026-09-29T03:11:07Z</dcterms:created>
  <dcterms:modified xsi:type="dcterms:W3CDTF">2026-09-29T03:11:07Z</dcterms:modified>
</cp:coreProperties>
</file>