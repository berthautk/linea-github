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Natural Regions (Bio-climatic Zones)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natural region, rainforest, ferrallitic soil, savanna, ferruginous soil, Sahel. At the end, you should be able to do this: learners are able to locate the natural regions of Cameroon and describe their climate, vegetation and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The Notion of the Environment. The question was: List five living things and five non-living things in your school compound.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Living: trees, grass, birds, ants, people. Non-living: soil, stones, water, air, sunlight.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equatorial and tropical regions of Cameroon. Number 2: describe their climate, vegetation and soils. Number 3: compare the two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environment has climate, soil, flora and fauna. Cameroon lies between about 2° N and 13° N. It rains more in the south than in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Paul travels from Ebolowa to Garoua by bus. At the start he sees a thick green forest, then tall grass with scattered trees, and near Garoua short grass and thorny trees. He wonders why the landscape changes.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does not know why the vegetation changes from south to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vegetation does he see in the south?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thick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vegetation does he see in the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Savanna with short grass and thorny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and protect the vegetation of your natural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natural regions of Cameroon and their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vegetation zones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two main natural regions of Cameroon and where they are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equatorial region in the south and the tropical region in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climate of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hot all year (about 24 °C) and it rains in almost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equatorial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vegetation and the soil of the equatorial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thick evergreen rainforest on red ferrallitic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seasons does Garoua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Two: a rainy season (May–October) and a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the vegetation and the soil of the tropical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Savanna of grass with scattered trees, becoming Sahel (steppe) in the far north, on ferruginous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Natural region.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Equatorial Region. The equatorial region of southern Cameroon has the following characteristics. On this slide we have Location and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Equatorial Region. On this slide we have Vegetation and Soil.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natural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Tropical Region. The tropical region of northern Cameroon has the following characteristics. On this slide we have Location and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Tropical Region. On this slide we have Vegetation and Soil.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two main natural regions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equatorial region and the tropical region.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characteristic of the climate of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equatorial: rain in almost every month. Tropical: a long dry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rainforest; number 2, savanna; number 3, ferrallitic.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elder how many months of rain there are in Garoua each year and write down the months.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Construction and Reading of a Climograph.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5: NATURAL REGIONS (BIO-CLIMATIC ZONES) OF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Natural Regions (Bio-climatic Zones)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Natural Regions (Bio-climatic Zones)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 rainforest, ferrallitic soil, savanna, ferruginous soil, Sahel.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equatorial region and the tropical region of Cameroon: location and characteristics of climate, vegetation and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natural regions of Cameroon and describe their climate, vegetation and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The Notion of the Environment):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living things and five non-living things in your school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Living: trees, grass, birds, ants, people. Non-living: soil, stones, water, air,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equatorial and tropical regions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climate, vegetation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two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environment has climate, soil, flora and fauna.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lies between about 2° N and 13° 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rains more in the south than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travels from Ebolowa to Garoua by bus. At the start he sees a thick green forest, then tall grass with scattered trees, and near Garoua short grass and thorny trees. He wonders why the landscape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does not know why the vegetation changes from south to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vegetation does he see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thick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vegetation does he see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Savanna with short grass and thorny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and protect the vegetation of your natural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natural regions of Cameroon and their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NATURAL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vegetation zones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NATURAL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natural regions of Cameroon and where they are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NATURAL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region in the south and the tropical region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EQUATORIAL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climate of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(about 24 °C) and it rains in almost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EQUATORIAL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and the soil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EQUATORIAL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thick evergreen rainforest on red ferrallitic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TROPICAL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seasons does Garoua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a rainy season (May–October) and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TROPICAL REGION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and the soil of the tropical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TROPICAL REGION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Savanna of grass with scattered trees, becoming Sahel (steppe) in the far north, on ferruginous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Natural Regions (Bio-climatic Zones)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with the same climate, vegetation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equatorial region of southern Cameroon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South, Centre, East and Littoral Regions, south of about 6° 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with heavy rain in almost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covered by a thick evergreen rainforest.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soils are red ferrallitic soils, washed by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Equatorial Region</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natural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tropical region of northern Cameroon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Adamawa, the North and the Far North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rainy season and a long dry season, and the rain decreases towards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covered by savanna, which becomes Sahel steppe in the Far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soils are ferruginous soils, with black clay soils in some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Tropical Region</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region and the tropical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of the climate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Equatorial: rain in almost every month. Tropical: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thick forest of the South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vegetation around Garoua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of the forest region are ______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how many months of rain there are in Garoua each year and write down the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Construction and Reading of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Natural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naturelle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Natural Regions (Bio-climatic Zones)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equatorial and tropical regions of Cameroon. Describe their climate, vegetation and soils. Compare the two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natural regions of Cameroon and describe their climate, vegetation and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Equatorial Region; The Tropical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elder how many months of rain there are in Garoua each year and write down the months.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 of Cameroon with a line near 6° 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data of Yaoundé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forest of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learners when the rains start.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vegetation of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2026-09-27T13:44:19Z</dcterms:created>
  <dcterms:modified xsi:type="dcterms:W3CDTF">2026-09-27T13:44:19Z</dcterms:modified>
</cp:coreProperties>
</file>