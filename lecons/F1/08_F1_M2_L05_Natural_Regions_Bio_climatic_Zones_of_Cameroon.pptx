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Natural Regions (Bio-climatic Zones)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rainforest, ferrallitic soil, savanna, ferruginous soil, Sahel. At the end, you should be able to do this: learners are able to locate the natural regions of Cameroon and describe their climate, vegetation and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Notion of the Environment. The question was: Name the two natural regions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region in the south and the tropical region in the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and tropical regions of Cameroon. Number 2: describe the climate, vegetation and soils of the equatorial region. Number 3: describe the climate, vegetation and soils of the tropical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environment has climate, soil, flora and fauna. Cameroon lies between about 2° N and 13° N. It rains more in the south than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travels by bus from Ebolowa to Garoua. At the start he sees a thick green forest, then tall grass with scattered trees, and near Garoua short grass and thorny trees. Paul asks the driver: "Why does the landscape change so much from the south to the north?"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know why the vegetation changes from the south to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vegetation does he see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thick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vegetation does he see near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Savanna with short grass and thorny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and protect the vegetation of your natural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natural regions of Cameroon and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forest found in Cameroon, and where is the savanna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forest is in the south, and the savanna is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equatorial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forest of the south always green?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it is hot and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(May to October)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fewer trees in the north than in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there is less rain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Natural region (bio-climatic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Region. The location and characteristics of the equatorial region of southern Cameroon are the following. Copy the point on Location on the left, then draw the diagram on the right: the natural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equatorial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red ferrallitic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Tropical Region. The location and characteristics of the tropical region of northern Cameroon are the following. Copy the point on Location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ferruginous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two main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equatorial region and the tropical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climate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rain in almost every month. Tropical: a long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rainforest; number 2, savanna; number 3, ferrallitic.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elements shown on a climograph.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Construction and Reading of a Climograph.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NATURAL REGIONS (BIO-CLIMATIC ZONES) OF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Regions (Bio-climatic Zones)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Natural Regions (Bio-climatic Zones)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Rainforest, ferrallitic soil, savanna, ferruginous soil, Sahel.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equatorial region; the tropical region (location and characteristics of climate, vegetation and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Notion of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in the south and the tropical region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and tropical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environment has climate, soil, flora and fauna.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more in the south than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travels by bus from Ebolowa to Garoua. At the start he sees a thick green forest, then tall grass with scattered trees, and near Garoua short grass and thorny trees. Paul asks the driver: "Why does the landscape change so much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know why the vegetation changes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with short grass and thorny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and protect the vegetation of your natural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natural regions of Cameroon and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 found in Cameroon, and where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is in the south, and the savanna is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of the south always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hot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(May to October)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fewer trees in the north than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is less rain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(bio-climatic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and characteristics of the equatorial region of southern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South, Centre, East, Littoral and South-West Regions, south of about 6° N.</a:t>
            </a:r>
            <a:endParaRPr lang="en-US" sz="2800" dirty="0"/>
          </a:p>
        </p:txBody>
      </p:sp>
      <p:pic>
        <p:nvPicPr>
          <p:cNvPr id="5" name="Image 0" descr="/home/claude/f4/img/v2/cameroon_veg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natural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with heavy rain in almost every month.</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a thick evergreen rainforest with tall trees.</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red ferrallitic soils, deep but washed by heavy rain.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 ferrallitic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tropical region of northern Cameroon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Adamawa, North and Far North Regions, north of about 6° N.</a:t>
            </a:r>
            <a:endParaRPr lang="en-US" sz="32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rainy season and a long dry season. Rainfall decreases towards the north.</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savanna of grass with scattered trees, which becomes Sahel steppe in the Far North.</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ferruginous soils, often hard and red, with black clay soils in some valleys.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ferruginous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and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climate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rain in almost every month. Tropical: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 forest of the South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around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forest region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elements shown on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naturelle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Natural Regions (Bio-climatic Zones)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and tropical regions of Cameroon. Describe the climate, vegetation and soils of the equatorial region. Describe the climate, vegetation and soils of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Equatorial Region;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elements shown on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 with a line near 6° 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when the rains start.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vegetation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2026-10-02T05:13:01Z</dcterms:created>
  <dcterms:modified xsi:type="dcterms:W3CDTF">2026-10-02T05:13:01Z</dcterms:modified>
</cp:coreProperties>
</file>