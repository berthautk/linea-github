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List five living things and five non-living things in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Living: trees, grass, birds, ants, people. Non-living: soil, stones, water, air,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 climate, vegetation and soils of the equatorial region. Number 3: describe the climate, vegetation and soils of the tropical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by bus from Ebolowa to Garoua. At the start he sees a thick green forest, then tall grass with scattered trees, and near Garoua short grass and thorny trees. Paul asks the driver: "Why does the landscape change so much from the south to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the south to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near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forest found in Cameroon, and where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forest is in the south, and the savanna is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forest of the south always green?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 is hot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 to 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trees in the north than in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there is less rain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(bio-climatic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equatorial region of southern Cameroon has the following characteristics. Copy the point on Location on the left, then draw the diagram on the right: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equatorial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tropical region of northern Cameroon has the following characteristics. Copy the point on Location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ferruginous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how many months of rain there are in Garoua each year and write down the months.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the tropical region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trees, grass, birds, ants, people. Non-living: soil, stones, water, air,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by bus from Ebolowa to Garoua. At the start he sees a thick green forest, then tall grass with scattered trees, and near Garoua short grass and thorny trees. Paul asks the driver: "Why does the landscape change so much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 found in Cameroon, and where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in the south, and the savanna is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of the south always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hot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 to 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trees in the north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is less rain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(bio-climatic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equatorial region of southern Cameroon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 Centre, East, Littoral and South-West Regions, south of about 6° N.</a:t>
            </a:r>
            <a:endParaRPr lang="en-US" sz="3200" dirty="0"/>
          </a:p>
        </p:txBody>
      </p:sp>
      <p:pic>
        <p:nvPicPr>
          <p:cNvPr id="5"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with heavy rain in almost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a thick evergreen rainforest with tall trees.</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red ferrallitic soils, deep but washed by heavy rain.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region of northern Cameroon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Adamawa, North and Far North Regions, north of about 6° N.</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rainy season and a long dry season. Rainfall decreases towards the north.</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savanna of grass with scattered trees, which becomes Sahel steppe in the Far North.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ferruginous soils, often hard and red, with black clay soils in some valleys.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ferruginous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 climate, vegetation and soils of the equatorial region. Describe the climate, vegetation and soils of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how many months of rain there are in Garoua each year and write down the months.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2026-09-28T16:51:24Z</dcterms:created>
  <dcterms:modified xsi:type="dcterms:W3CDTF">2026-09-28T16:51:24Z</dcterms:modified>
</cp:coreProperties>
</file>