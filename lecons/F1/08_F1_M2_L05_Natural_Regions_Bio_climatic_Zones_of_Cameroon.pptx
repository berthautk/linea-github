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Natural Regions (Bio-climatic Zones)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Natural Regions (Bio-climatic Zones) and their Degradation. The key notions we shall use today are: rainforest, ferrallitic soil, savanna, ferruginous soil, Sahel. At the end, you should be able to do this: learners are able to locate the natural regions of Cameroon and describe their climate, vegetation and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The Notion of the Environment. The question was: List five living things and five non-living things in your school compound.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Living: trees, grass, birds, ants, people. Non-living: soil, stones, water, air, sunlight.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equatorial and tropical regions of Cameroon. Number 2: describe the climate, vegetation and soils of the equatorial region. Number 3: describe the climate, vegetation and soils of the tropical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environment has climate, soil, flora and fauna. Cameroon lies between about 2° N and 13° N. It rains more in the south than in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 travels by bus from Ebolowa to Garoua. At the start he sees a thick green forest, then tall grass with scattered trees, and near Garoua short grass and thorny trees. Paul asks the driver: "Why does the landscape change so much from the south to the north?"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Paul does not know why the vegetation changes from the south to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vegetation does he see in the south?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thick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vegetation does he see near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Savanna with short grass and thorny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and protect the vegetation of your natural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natural regions of Cameroon and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forest found in Cameroon, and where is the savanna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forest is in the south, and the savanna is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how many months does it rain in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almost every month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equatorial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forest of the south always green?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it is hot and it rains in almost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seasons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Two: a rainy season (May to October) and a long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fewer trees in the north than in the south?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there is less rain and a long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Natural region (bio-climatic zone).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Equatorial Region. The location and characteristics of the equatorial region of southern Cameroon are the following. Copy the point on Location on the left, then draw the diagram on the right: the natural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Climate on the left, then draw the diagram on the right: the climate of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Vegetation on the left, then draw the diagram on the right: the equatorial rainforest.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on the left, then draw the diagram on the right: red ferrallitic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Tropical Region. The location and characteristics of the tropical region of northern Cameroon are the following. Copy the point on Location on the left, then draw the diagram on the right: the climates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Climate on the left, then draw the diagram on the right: the climate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Vegetation on the left, then draw the diagram on the right: the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on the left, then draw the diagram on the right: ferruginous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two main natural regions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equatorial region and the tropical region.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the climate of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equatorial: rain in almost every month. Tropical: a long dry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rainforest; number 2, savanna; number 3, ferrallitic.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elder how many months of rain there are in Garoua each year and write down the months.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Construction and Reading of a Climograph.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 NATURAL REGIONS (BIO-CLIMATIC ZONES) OF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Natural Regions (Bio-climatic Zones)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 (Bio-climatic Zones) and their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Natural Regions (Bio-climatic Zones)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Rainforest, ferrallitic soil, savanna, ferruginous soil, Sahel.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equatorial region; the tropical region (location and characteristics of climate, vegetation and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natural regions of Cameroon and describe their climate, vegetation and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The Notion of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living things and five non-living things in your school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Living: trees, grass, birds, ants, people. Non-living: soil, stones, water, air,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equatorial and tropical regions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climate, vegetation and soils of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climate, vegetation and soils of the tropical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environment has climate, soil, flora and fauna.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lies between about 2° N and 13° 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rains more in the south than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travels by bus from Ebolowa to Garoua. At the start he sees a thick green forest, then tall grass with scattered trees, and near Garoua short grass and thorny trees. Paul asks the driver: "Why does the landscape change so much from the south to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does not know why the vegetation changes from the south to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vegetation does he see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thick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vegetation does he see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Savanna with short grass and thorny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and protect the vegetation of your natural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natural regions of Cameroon and their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NATURAL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NATURAL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forest found in Cameroon, and where is the savanna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NATURAL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 is in the south, and the savanna is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how many months does it rain in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almost every month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equatorial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of the south always green?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EQUATORIAL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 is hot and it rains in almost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seasons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a rainy season (May to October)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fewer trees in the north than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TROPICAL REGION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there is less rain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 (Bio-climatic Zones) and their Degradation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Natural Regions (Bio-climatic Zones)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region (bio-climatic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with the same climate, vegetation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Equatorial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location and characteristics of the equatorial region of southern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covers the South, Centre, East, Littoral and South-West Regions, south of about 6° N.</a:t>
            </a:r>
            <a:endParaRPr lang="en-US" sz="2800" dirty="0"/>
          </a:p>
        </p:txBody>
      </p:sp>
      <p:pic>
        <p:nvPicPr>
          <p:cNvPr id="5" name="Image 0" descr="/home/claude/f4/img/v2/cameroon_veg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natural regions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Equatorial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hot all year (about 25 °C), with heavy rain in almost every month.</a:t>
            </a:r>
            <a:endParaRPr lang="en-US" sz="3600" dirty="0"/>
          </a:p>
        </p:txBody>
      </p:sp>
      <p:pic>
        <p:nvPicPr>
          <p:cNvPr id="5" name="Image 0" descr="/home/claude/f4/img/v2/yaounde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Equatorial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covered by a thick evergreen rainforest with tall trees.</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rainforest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Equatorial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soils are red ferrallitic soils, deep but washed by heavy rain.</a:t>
            </a:r>
            <a:endParaRPr lang="en-US" sz="3600" dirty="0"/>
          </a:p>
        </p:txBody>
      </p:sp>
      <p:pic>
        <p:nvPicPr>
          <p:cNvPr id="5" name="Image 0" descr="/home/claude/f4/img/v2/f4_red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red ferrallitic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Tropical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location and characteristics of the tropical region of northern Cameroon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It covers the Adamawa, North and Far North Regions, north of about 6° N.</a:t>
            </a:r>
            <a:endParaRPr lang="en-US" sz="3200" dirty="0"/>
          </a:p>
        </p:txBody>
      </p:sp>
      <p:pic>
        <p:nvPicPr>
          <p:cNvPr id="5" name="Image 0" descr="/home/claude/f4/img/v2/cameroon_climate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Tropical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has a rainy season and a long dry season. Rainfall decreases towards the north.</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Tropical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covered by savanna of grass with scattered trees, which becomes Sahel steppe in the Far North.</a:t>
            </a:r>
            <a:endParaRPr lang="en-US" sz="3600" dirty="0"/>
          </a:p>
        </p:txBody>
      </p:sp>
      <p:pic>
        <p:nvPicPr>
          <p:cNvPr id="5" name="Image 0" descr="/home/claude/f4/img/v2/f2t_savanna.jpg">    </p:cNvPr>
          <p:cNvPicPr>
            <a:picLocks noChangeAspect="1"/>
          </p:cNvPicPr>
          <p:nvPr/>
        </p:nvPicPr>
        <p:blipFill>
          <a:blip r:embed="rId1"/>
          <a:stretch>
            <a:fillRect/>
          </a:stretch>
        </p:blipFill>
        <p:spPr>
          <a:xfrm>
            <a:off x="5349240" y="2695548"/>
            <a:ext cx="6659575" cy="244531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Tropical Region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soils are ferruginous soils, often hard and red, with black clay soils in some valleys.</a:t>
            </a:r>
            <a:endParaRPr lang="en-US" sz="3600" dirty="0"/>
          </a:p>
        </p:txBody>
      </p:sp>
      <p:pic>
        <p:nvPicPr>
          <p:cNvPr id="5" name="Image 0" descr="/home/claude/f4/img/v2/f2t_laterite.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ferruginous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natural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region and the tropical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the climate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rain in almost every month. Tropical: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thick forest of the South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vegetation around Garoua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of the forest region are ______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how many months of rain there are in Garoua each year and write down the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Construction and Reading of 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Natural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naturelle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Natural Regions (Bio-climatic Zones)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equatorial and tropical regions of Cameroon. Describe the climate, vegetation and soils of the equatorial region. Describe the climate, vegetation and soils of the tropical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natural regions of Cameroon and describe their climate, vegetation and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Equatorial Region; The Tropical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elder how many months of rain there are in Garoua each year and write down the months.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 of Cameroon with a line near 6° 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data of Yaoundé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forest of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when the rains start.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vegetation of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(Soil):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(Soil):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2026-09-28T21:13:52Z</dcterms:created>
  <dcterms:modified xsi:type="dcterms:W3CDTF">2026-09-28T21:13:52Z</dcterms:modified>
</cp:coreProperties>
</file>