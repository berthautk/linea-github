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The Notion of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The Components of the Natural Environment. The key notions we shall use today are: environment, resources, ecosystem, soil, flora, fauna, climate, drainage. At the end, you should be able to do this: learners are able to identify the components of their natural environment and explain how they depend on one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Calculation of Time. The question was: When it is 09:00 in Garoua (GMT + 1), what time is it in New York (GMT − 5)?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Garoua is 6 hours ahead of New York (+1 − (−5) = 6), so it is 09:00 − 6 h = 03:00 in New York.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natural environment. Number 2: identify the components of the natural environment. Number 3: explain what an ecosystem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Geography studies the Earth and its people. The Earth has land, water and air. Plants and animals live on the Earth.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walk near the River Benue, Fadimatou sees trees, grass, birds, fish, sand and water. Her teacher says that all these things form the natural environment. Fadimatou asks: "What is the natural environment made of, and how do its parts depend on one another?"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Fadimatou does not know what the natural environment is made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living things she sees.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Trees and birds (also fish and grass).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non-living things she sees.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Sand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plants, animals, soil and water around your home and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parts of our environment so that we can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natural environment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things you see in this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 trees, animals, the soil and the sky.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natural environment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Were these things made by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they are natural: together they form the natural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Rivers, lakes and seas form which component of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Drainage (water bodies).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animals in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we call all the animals of a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living and non-living things together.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the animals depend on the plants and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Animals eat plants, and plants grow in the soil: they depend on one another in an ecosystem.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Environment and Natural environment.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Components of the Natural Environment. The natural environment has the following components. Copy the point on Climate on the left, then draw the diagram on the right: the climates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Relief on the left, then draw the diagram on the right: the relief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Soil on the left, then draw the diagram on the right: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Drainage on the left, then draw the diagram on the right: a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Flora on the left, then draw the diagram on the right: forest vegetation.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Fauna on the left, then draw the diagram on the right: animals of the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Ecosystems. Ecosystems are explained as follows. Copy the point on Ecosystem on the left, then draw the diagram on the right: the components of an ecosystem.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Ecosystems. On this slide we have Living components and Non-living components.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Examples on the left, then draw the diagram on the right: lake Chad, an ecosystem.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components of the natural environment.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climate, soil, drainage and flora (also relief and fauna).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an ecosystem?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community of living things and their surroundings that depend on one another.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flora; number 2, fauna; number 3, drainage.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living things and five non-living things in your school compound.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Natural Regions (Bio-climatic Zones)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THE NOTION OF THE ENVIRONMENT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Notion of the Environment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Components of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The Notion of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 resources, ecosystem, soil, flora, fauna, climate,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the natural environment; components;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components of their natural environment and explain how they depend on one another.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Calculation of Time):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it is 09:00 in Garoua (GMT + 1), what time is it in New York (GMT − 5)?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6 hours ahead of New York (+1 − (−5) = 6), so it is 09:00 − 6 h = 03:00 in New York.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natural environment.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components of the natural environment.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what an ecosystem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Geography studies the Earth and its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has land, water and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and animals live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walk near the River Benue, Fadimatou sees trees, grass, birds, fish, sand and water. Her teacher says that all these things form the natural environment. Fadimatou asks: "What is the natural environment made of, and how do its parts depend on one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Fadimatou does not know what the natural environment is made of.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living things she sees.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and birds (also fish and grass).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non-living things she sees.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plants, animals, soil and water around your home and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parts of our environment so that we can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natural environment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things you see in this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trees, animals, the soil and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natural environment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Were these things made by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THE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they are natural: together they form the natural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lakes and seas form which component of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Drainage (water bodies).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FLORA AND FAUNA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lephants.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Animals in 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FLORA AND FAUNA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all the animals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COMPONENTS: FLORA AND FAUNA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Fauna.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cosystem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Living and non-living things together.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animals depend on the plants and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ECOSYSTEMS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eat plants, and plants grow in the soil: they depend on one another in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Components of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The Notion of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everything that surrounds us.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everything around us that is not made by people, such as land, water, air, plants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useful things that people get from the environment, such as water, soil and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natural environment has the following components: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average weather of a place over a long time, with its temperature, rainfall and winds.</a:t>
            </a:r>
            <a:endParaRPr lang="en-US" sz="3600" dirty="0"/>
          </a:p>
        </p:txBody>
      </p:sp>
      <p:pic>
        <p:nvPicPr>
          <p:cNvPr id="5" name="Image 0" descr="/home/claude/f4/img/v2/cameroon_climate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shape of the land: mountains, plateaux, plains and valleys.</a:t>
            </a:r>
            <a:endParaRPr lang="en-US" sz="3600" dirty="0"/>
          </a:p>
        </p:txBody>
      </p:sp>
      <p:pic>
        <p:nvPicPr>
          <p:cNvPr id="5" name="Image 0" descr="/home/claude/f4/img/v2/cameroon_relief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relief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top layer of the land in which plants grow.</a:t>
            </a:r>
            <a:endParaRPr lang="en-US" sz="3600" dirty="0"/>
          </a:p>
        </p:txBody>
      </p:sp>
      <p:pic>
        <p:nvPicPr>
          <p:cNvPr id="5" name="Image 0" descr="/home/claude/f4/img/v2/f2t_black_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all the rivers, lakes and seas of a place.</a:t>
            </a:r>
            <a:endParaRPr lang="en-US" sz="3600" dirty="0"/>
          </a:p>
        </p:txBody>
      </p:sp>
      <p:pic>
        <p:nvPicPr>
          <p:cNvPr id="5" name="Image 0" descr="/home/claude/f4/img/v2/f2t_benu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Flora: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all the plants of a place (vegetation).</a:t>
            </a:r>
            <a:endParaRPr lang="en-US" sz="3600" dirty="0"/>
          </a:p>
        </p:txBody>
      </p:sp>
      <p:pic>
        <p:nvPicPr>
          <p:cNvPr id="5" name="Image 0" descr="/home/claude/f4/img/v2/f2t_rainfore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forest vegetation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Components of the Natural Environment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Fauna: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all the animals of a place.</a:t>
            </a:r>
            <a:endParaRPr lang="en-US" sz="3600" dirty="0"/>
          </a:p>
        </p:txBody>
      </p:sp>
      <p:pic>
        <p:nvPicPr>
          <p:cNvPr id="5" name="Image 0" descr="/home/claude/f4/img/v2/f2t_elephants.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animals of the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Ecosystems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Ecosystems are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Ecosystem: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community of living things and their non-living surroundings that depend on one another.</a:t>
            </a:r>
            <a:endParaRPr lang="en-US" sz="3600" dirty="0"/>
          </a:p>
        </p:txBody>
      </p:sp>
      <p:pic>
        <p:nvPicPr>
          <p:cNvPr id="5" name="Image 0" descr="/home/claude/f4/img/v2/ecosystem_componen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components of an ecosystem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Ecosystems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Living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plants, animals and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Non-living 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soil, water, air, sunlight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Ecosystems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forest, a savanna, a lake and a river are ecosystems.</a:t>
            </a:r>
            <a:endParaRPr lang="en-US" sz="3600" dirty="0"/>
          </a:p>
        </p:txBody>
      </p:sp>
      <p:pic>
        <p:nvPicPr>
          <p:cNvPr id="5" name="Image 0" descr="/home/claude/f4/img/v2/f2t_lake_cha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Chad, an ecosystem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components of the natural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soil, drainage and flora (also relief and fauna).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community of living things and their surroundings that depend on one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plants of a place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animals of a place are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the rivers and lakes of a place form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living things and five non-living things in your school compound.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Natural Regions (Bio-climatic Zones)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L'environnement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L'écosystème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Flora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The Notion of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natural environment. Identify the components of the natural environment. Explain what an ecosystem 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components of their natural environment and explain how they depend on one another.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Components of the Natural Environment;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living things and five non-living things in your school compound.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school compound.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a tree and a house.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rivers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animals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two columns: living and non-living.</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Bush Elephants, Maasai Mara” by Ray in Manila, CC BY 2.0, via Flickr (https://www.flickr.com/photos/21186555@N07/50627864261)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(Soil):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(Flora): “Amazon 11” by CIAT International Center for Tropical Agriculture, CC BY-SA 2.0, via Flickr (https://www.flickr.com/photos/38476503@N08/5641587148)</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(Examples):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2026-09-28T16:51:24Z</dcterms:created>
  <dcterms:modified xsi:type="dcterms:W3CDTF">2026-09-28T16:51:24Z</dcterms:modified>
</cp:coreProperties>
</file>