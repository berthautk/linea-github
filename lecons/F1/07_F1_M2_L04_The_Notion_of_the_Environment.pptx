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Notion of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The Components of the Natural Environment. The key notions we shall use today are: environment, resources, ecosystem, soil, flora, fauna, climate, drainage. At the end, you should be able to do this: learners are able to identify the components of their natural environment and explain how they depend on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Calculation of Time. The question was: When it is 09:00 in Garoua (GMT + 1), what time is it in New York (GMT − 5)?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6 hours ahead of New York (+1 − (−5) = 6), so it is 09:00 − 6 h = 03:00 in New York.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natural environment. Number 2: identify the components of the natural environment. Number 3: explain what an ecosystem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Earth has land, water and air. Plants and animals live on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walk near the River Benue, Fadimatou sees trees, grass, birds, fish, sand and water. Her teacher says that all these things form the natural environment. Fadimatou asks: "What is the natural environment made of, and how do its parts depend on one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Fadimatou does not know what the natural environment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and birds (also fish and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plants, animals, soil and water around your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parts of our environment so that we can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things you see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trees, animals, the soil and the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Were these things made by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natural: together they form the natural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Rivers, lakes and seas form which component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Drainage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animals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all the animals of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living and non-living things together.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the animals depend on the plants and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plants, and plants grow in the soil: they depend on one another in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 and Natural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and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Natural Environment. The natural environment has the following components. Copy the point on Climate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Drainage on the left, then draw the diagram on the right: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Flora on the left, then draw the diagram on the right: forest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Fauna on the left, then draw the diagram on the right: animals of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Ecosystems. The components and examples of an ecosystem are the following. Copy the point on Living components on the left, then draw the diagram on the right: the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Ecosystems. On this slide we have Non-living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lake Chad,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components of the natural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soil, drainage and flora (also relief and fauna).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and their surroundings that depend on one another.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fauna; number 3,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living things and five non-living things in your school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Natural Regions (Bio-climatic Zones)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NOTION OF THE ENVIRONMENT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Components of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Notion of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 resources, ecosystem, soil, flora, fauna, climate,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natural environment; components;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Calculation of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6 hours ahead of New York (+1 − (−5) = 6), so it is 09:00 − 6 h = 03:00 in New York.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an ecosystem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live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walk near the River Benue, Fadimatou sees trees, grass, birds, fish, sand and water. Her teacher says that all these things form the natural environment. Fadimatou asks: "What is the natural environment made of, and how do its parts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Fadimatou does not know what the natural environment is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birds (also fish and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plants, animals, soil and water around your home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parts of our environment so that we can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things you see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trees, animals, the soil and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things made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natural: together they form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seas form which component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Animals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all the animals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Living and non-living things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animals depend on the plants and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plants, and plants grow in the soil: they depend on one another in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Components of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that surrounds 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around us that is not made by people, such as land, water, air,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the environment, such as water, soil and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things and their non-living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environment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average weather of a place over a long time, with its temperature, rainfall and winds.</a:t>
            </a:r>
            <a:endParaRPr lang="en-US" sz="36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shape of the land: mountains, plateaux, plains and valleys.</a:t>
            </a:r>
            <a:endParaRPr lang="en-US" sz="3600" dirty="0"/>
          </a:p>
        </p:txBody>
      </p:sp>
      <p:pic>
        <p:nvPicPr>
          <p:cNvPr id="5" name="Image 0" descr="/home/claude/f4/img/v2/cameroon_relief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top layer of the land in which plants grow.</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rivers, lakes and seas of a place.</a:t>
            </a:r>
            <a:endParaRPr lang="en-US" sz="3600" dirty="0"/>
          </a:p>
        </p:txBody>
      </p:sp>
      <p:pic>
        <p:nvPicPr>
          <p:cNvPr id="5"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plants of a place (vegetation).</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vegetation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Fauna: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animals of a place.</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animals of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components and examples of an ecosystem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Living components: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plants, animals and people.</a:t>
            </a:r>
            <a:endParaRPr lang="en-US" sz="3600" dirty="0"/>
          </a:p>
        </p:txBody>
      </p:sp>
      <p:pic>
        <p:nvPicPr>
          <p:cNvPr id="5" name="Image 0" descr="/home/claude/f4/img/v2/ecosystem_compon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components of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Non-living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soil, water, air, sunlight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forest, a savanna, a lake and a river are ecosystems.</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drainage and flora (also relief and 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and their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plants of a place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animals of a place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rivers and lakes of a place form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living things and five non-living things in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Notion of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natural environment. Identify the components of the natural environment. Explain what an ecosystem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the Natural Environment;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living things and five non-living things in your school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school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tree and a house.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 living and non-living.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(Flora): “Amazon 11” by CIAT International Center for Tropical Agriculture, CC BY-SA 2.0, via Flickr (https://www.flickr.com/photos/38476503@N08/5641587148)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(Examples):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2026-09-28T21:13:51Z</dcterms:created>
  <dcterms:modified xsi:type="dcterms:W3CDTF">2026-09-28T21:13:51Z</dcterms:modified>
</cp:coreProperties>
</file>