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When it is 09:00 in Garoua (GMT + 1), what time is it in New York (GMT − 5)?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6 hours ahead of New York (+1 − (−5) = 6), so it is 09:00 − 6 h = 03:00 in New York.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tells her that all these things together form the natural environment and that they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wants to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 (air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River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soil an important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Plants grow in it and it gives food to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plants of a place? And all the animals?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Flora (plants) and fauna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components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community of living things and their non-living surroundings that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Natural Environment. The natural environment is defined as follows. On this slide we have Natural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the Natural Environment. On this slide we have Relief and soil, Drainage and Flora.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the Natural Environment. On this slide we have Fauna.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Ecosystems are explained as follows. On this slide we have Ecosystem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flora (also fauna, relief).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living things and five non-living things in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its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6 hours ahead of New York (+1 − (−5) = 6), so it is 09:00 − 6 h = 03:00 in New York.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tells her that all these things together form the natural environment and that they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wants to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 (air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CLIMATE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River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CLIMATE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CLIMATE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an important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grow in it and it gives food to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plants of a place? And all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Flora (plants) and fauna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non-living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Natural Environment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natural environment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Natural Environment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with its temperature, rainfall and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Natural Environment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is the shape of the land and soil is the top layer where plants grow.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plants (vegetation)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Components of the Natural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flora (also fauna,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Natural Environment;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living things and five non-living things in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plants and animals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2026-09-27T13:44:19Z</dcterms:created>
  <dcterms:modified xsi:type="dcterms:W3CDTF">2026-09-27T13:44:19Z</dcterms:modified>
</cp:coreProperties>
</file>