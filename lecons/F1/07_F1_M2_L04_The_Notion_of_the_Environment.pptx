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List four components of the natural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relief, soil and drainage (also flora and fauna).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says that all these things form the natural environment. Fadimatou asks: "What is the natural environment made of, and how do its parts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does not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and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Were these things made by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natural: together they form the natural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animals of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living and non-living things together.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the animals depend on the plants and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plants, and plants grow in the soil: they depend on one another in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 and Natural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and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Copy the point on Climate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Drainage on the left, then draw the diagram on the right: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Flora on the left, then draw the diagram on the right: forest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Fauna on the left, then draw the diagram on the right: animals of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The components and examples of an ecosystem are the following. Copy the point on Living components on the left, then draw the diagram on the right: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Ecosystems. On this slide we have Non-living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lake Chad,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and flora (also relief and fauna).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natural regions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relief, soil and drainage (also flora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says that all these things form the natural environment. Fadimatou asks: "What is the natural environment made of, and how do its parts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does not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things made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natural: together they form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Living and non-living things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animals depend on the plants and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plants, and plants grow in the soil: they depend on one another in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that surrounds 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the environment, such as water, soil and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average weather of a place over a long time, with its temperature, rainfall and winds.</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shape of the land: mountains, plateaux, plains and valleys.</a:t>
            </a:r>
            <a:endParaRPr lang="en-US" sz="36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top layer of the land in which plants grow.</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3600" dirty="0"/>
          </a:p>
        </p:txBody>
      </p:sp>
      <p:pic>
        <p:nvPicPr>
          <p:cNvPr id="5"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plants of a place (vegetation).</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vegetation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animals of a place.</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animals of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components and examples of an ecosystem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Living components: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plants, animals and people.</a:t>
            </a:r>
            <a:endParaRPr lang="en-US" sz="3600" dirty="0"/>
          </a:p>
        </p:txBody>
      </p:sp>
      <p:pic>
        <p:nvPicPr>
          <p:cNvPr id="5" name="Image 0" descr="/home/claude/f4/img/v2/ecosystem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soil, water, air, sunlight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and flora (also relief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tree and a house.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(Flora): “Amazon 11” by CIAT International Center for Tropical Agriculture, CC BY-SA 2.0, via Flickr (https://www.flickr.com/photos/38476503@N08/5641587148)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(Examples):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2026-09-29T03:10:57Z</dcterms:created>
  <dcterms:modified xsi:type="dcterms:W3CDTF">2026-09-29T03:10:57Z</dcterms:modified>
</cp:coreProperties>
</file>