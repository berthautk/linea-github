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Consequences of the Instability of the Earth's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crustal instability, volcanism, earthquake. At the end, you should be able to do this: learners are able to explain earthquakes and volcanoes and their consequences for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Plate Movements. The question was: On a world map, draw the major plates and write their names.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the African, Eurasian, North American, South American, Pacific, Indo-Australian and Antarctic Plates.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earthquake and volcanism. Number 2: give the consequences of earthquakes. Number 3: give the consequences of volcanism.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broken into plates. Plates move slowly. The mantle contains very hot rock.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1999, Mount Cameroon erupted, and lava cut the road near Bakingili. In 1986, gas from Lake Nyos killed about 1,700 people in their sleep. A pupil in Buea asks: "Why does the Earth do this, and what other damage can it cause?"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understand why volcanoes and gases cause damage and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lava of Mount Cameroon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cut the road near Bakingili.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killed people at Lake Nyos?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Poisonous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and follow safety rules for earthquakes and volcanic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dangers of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ground shakes.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makes the ground shake suddenly?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sudden movement of plates in the crust: it is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buildings after the ground shook.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buildings during a strong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crack and collapse, and people inside can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mountain with an opening at the top.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comes out of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ash, rocks and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lava flow.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damage can lava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burns and buries houses, farms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tea on volcanic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like the soils around Mount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Volcanic soils are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and Volcanism.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Earthquakes. Earthquakes have the following cause and consequences. Copy the point on Cause on the left, then draw the diagram on the right: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Destruction on the left, then draw the diagram on the right: buildings destroyed by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On this slide we have Loss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On this slide we have Landslides and fires.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Consequences. Copy the point on Lava flows on the left, then draw the diagram on the right: a lava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Consequences. On this slide we have Ash.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Consequences. Copy the point on Fertile soils on the left, then draw the diagram on the right: tea on volcanic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Consequences. On this slide we have Building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causes earthquakes?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sudden movement of plates.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negative and one positive consequence of volcanism.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negative: lava destroys farms. Positive: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earthquake; number 2, lava; number 3,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out what happened at Lake Nyos in 1986 and write three sentences about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What to Do in Case of an Earthquake or a Volcanic Eruption.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13: CONSEQUENCES OF THE INSTABILITY OF THE EARTH'S CRUST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Consequences of the Instability of the Earth's Crust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Consequences of the Instability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instability, volcanism, earthquake.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Earthquakes; volcanism (definition and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earthquakes and volcanoes and their consequences for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Plate Movements):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draw the major plates and write their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the African, Eurasian, North American, South American, Pacific, Indo-Australian and Antarctic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and volcanism.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earthquakes.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broken into plates.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Plates move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contains very hot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1999, Mount Cameroon erupted, and lava cut the road near Bakingili. In 1986, gas from Lake Nyos killed about 1,700 people in their sleep. A pupil in Buea asks: "Why does the Earth do this, and what other damage can it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understand why volcanoes and gases cause damage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lava of Mount Cameroon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 the road near Bakingili.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killed people at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Poisonous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and follow safety rules for earthquakes and volcanic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dangers of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ground shakes.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ground shake suddenly?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sudden movement of plates in the crust: it is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Buildings after the ground shook.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buildings during a strong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crack and collapse, and people inside can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mountain with an opening at the top.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comes out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ash, rocks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lava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can lava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burns and buries houses, farms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volcanic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like the soils around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soils are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Consequences of the Instability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of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coming out of magma, gases and ash from inside the Earth through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melted rock that comes out on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cause and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are caused mainly by the sudden movement of plates.</a:t>
            </a:r>
            <a:endParaRPr lang="en-US" sz="3600" dirty="0"/>
          </a:p>
        </p:txBody>
      </p:sp>
      <p:pic>
        <p:nvPicPr>
          <p:cNvPr id="5" name="Image 0" descr="/home/claude/f4/img/v2/quak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destroy buildings, roads and bridges.</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buildings destroyed by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die under collapsed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under the sea cause giant waves that flood coasts.</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Landslides and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shaking causes landslides and fires from broken gas and electric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Negative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Lava burns and buries houses, farms and roads, as on Mount Cameroon in 1999.</a:t>
            </a:r>
            <a:endParaRPr lang="en-US" sz="3600" dirty="0"/>
          </a:p>
        </p:txBody>
      </p:sp>
      <p:pic>
        <p:nvPicPr>
          <p:cNvPr id="6" name="Image 0" descr="/home/claude/f4/img/v2/f4_lavahous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lava flow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Negative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Gases kill people and animals, as at Lake Nyos in 1986.</a:t>
            </a:r>
            <a:endParaRPr lang="en-US" sz="3600" dirty="0"/>
          </a:p>
        </p:txBody>
      </p:sp>
      <p:pic>
        <p:nvPicPr>
          <p:cNvPr id="6"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Negative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covers crops and makes breathing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Volcanic soils are very fertile, as around Mount Cameroon.</a:t>
            </a:r>
            <a:endParaRPr lang="en-US" sz="3600" dirty="0"/>
          </a:p>
        </p:txBody>
      </p:sp>
      <p:pic>
        <p:nvPicPr>
          <p:cNvPr id="6" name="Image 0" descr="/home/claude/f4/img/v2/f2t_tea_highlands.jpg">    </p:cNvPr>
          <p:cNvPicPr>
            <a:picLocks noChangeAspect="1"/>
          </p:cNvPicPr>
          <p:nvPr/>
        </p:nvPicPr>
        <p:blipFill>
          <a:blip r:embed="rId1"/>
          <a:stretch>
            <a:fillRect/>
          </a:stretch>
        </p:blipFill>
        <p:spPr>
          <a:xfrm>
            <a:off x="5349240" y="2451667"/>
            <a:ext cx="6659575" cy="2933075"/>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volcanic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Volcanoes attract tourists, like Mount Cameroon.</a:t>
            </a:r>
            <a:endParaRPr lang="en-US" sz="3600" dirty="0"/>
          </a:p>
        </p:txBody>
      </p:sp>
      <p:pic>
        <p:nvPicPr>
          <p:cNvPr id="6"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heat of volcanoes produces geothermal electricity.</a:t>
            </a:r>
            <a:endParaRPr lang="en-US" sz="3600" dirty="0"/>
          </a:p>
        </p:txBody>
      </p:sp>
      <p:pic>
        <p:nvPicPr>
          <p:cNvPr id="6" name="Image 0" descr="/home/claude/f4/img/v2/f4_geothermal.jpg">    </p:cNvPr>
          <p:cNvPicPr>
            <a:picLocks noChangeAspect="1"/>
          </p:cNvPicPr>
          <p:nvPr/>
        </p:nvPicPr>
        <p:blipFill>
          <a:blip r:embed="rId1"/>
          <a:stretch>
            <a:fillRect/>
          </a:stretch>
        </p:blipFill>
        <p:spPr>
          <a:xfrm>
            <a:off x="5477905" y="1783080"/>
            <a:ext cx="6402246" cy="427024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Positive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rocks such as basalt are used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sudden movement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and one positive consequence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Negative: lava destroys farms. Positive: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sudden shaking of the ground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Melted rock that comes out of a volcano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active volcano of Cameroon is Mount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what happened at Lake Nyos in 1986 and write three sentences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What to Do in Case of an Earthquake or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tremblement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Consequences of the Instability of the Earth's Crust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and volcanism. Give the consequences of earthquakes. Give the consequences of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earthquakes and volcanoes and their consequences for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Earthquakes; Negative Consequences; Positive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out what happened at Lake Nyos in 1986 and write three sentences about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shake a table with objects on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earthquake damage.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volcano.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1999 eruption.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Buea.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(Poisonous gases): “Lake Nyos, Cameroon” by jbdodane, CC BY-NC 2.0, via Flickr (https://www.flickr.com/photos/27998473@N02/11584073056)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(Energy):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2026-09-28T16:51:26Z</dcterms:created>
  <dcterms:modified xsi:type="dcterms:W3CDTF">2026-09-28T16:51:26Z</dcterms:modified>
</cp:coreProperties>
</file>