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lava, epicentre.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On a world map, draw the major plates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African, Eurasian, North American, South American, Pacific, Indo-Australian and Antarctic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Lava flowed towards the sea and cut the road near Bakingili. In 1986, gas from Lake Nyos killed about 1,700 people in their sleep.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Volcanic activity caused damage and deaths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flowed to the sea and cut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sudden shaking of the ground caused by the movement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consequences of earthquakes.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collapse and people die (also roads and bridges are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structure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volcanism?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coming out of magma, gases and ash from inside the Earth through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negative consequences of volcanism.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destroys houses and farms; gases and ash kill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fertile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consequence of volcanism.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 as around Mount Cameroon (also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are explained as follows. On this slide we have Cause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Volcanism. Volcanism has the following consequences. On this slide we have Negative consequences and Positive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Volcanism.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happened at Lake Nyos in 1986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 lava, epicentre.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African, Eurasian, North American, South American, Pacific, Indo-Australian and Antarctic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Lava flowed towards the sea and cut the road near Bakingili. In 1986, gas from Lake Nyos killed about 1,700 people in their sleep.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activity caused damage and deaths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flowed to the sea and cut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sudden shaking of the ground caused by the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collapse and people die (also roads and bridges are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structure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destroys houses and farms; gases and ash kill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fertile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 as around Mount Cameroon (also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buildings, roads and bridges and kill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and gases destroy houses and farms and kill people, as at Lake Nyos in 1986.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give fertile soils, building stones and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that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happened at Lake Nyos in 1986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2026-09-27T13:44:24Z</dcterms:created>
  <dcterms:modified xsi:type="dcterms:W3CDTF">2026-09-27T13:44:24Z</dcterms:modified>
</cp:coreProperties>
</file>