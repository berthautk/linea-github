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Consequences of the Instability of the Earth's Crust.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3: Protection from the Wrath of Nature.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Protection against the Wrath of Nature, and the sub-topic is Movements of the Earth's Crust. The key notions we shall use today are: crustal instability, volcanism, earthquake. At the end, you should be able to do this: learners are able to explain earthquakes and volcanoes and their consequences for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Plate Movements. The question was: Give one consequence of an earthquake.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Buildings collapse (also loss of life, tsunamis and landslides).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earthquake and volcanism. Number 2: give the consequences of earthquakes. Number 3: give the consequences of volcanism.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crust is broken into plates. Plates move slowly. The mantle contains very hot rock.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1999, Mount Cameroon erupted, and lava cut the road near Bakingili. In 1986, gas from Lake Nyos killed about 1,700 people in their sleep. A pupil in Buea asks: "Why does the Earth do this, and what other damage can it cause?"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pupil does not understand why volcanoes and gases cause damage and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lava of Mount Cameroon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cut the road near Bakingili.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killed people at Lake Nyos?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Poisonous gas from the 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learn and follow safety rules for earthquakes and volcanic eruptions.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dangers of earthquakes and volcanoes.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ground shakes.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makes the ground shake suddenly?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sudden movement of plates in the crust: it is an earthquake.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buildings after the ground shook.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happens to buildings during a strong earthquake?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crack and collapse, and people inside can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mountain with an opening at the top.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comes out of a volcano?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Lava, ash, rocks and gases.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lava flow.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damage can lava cause?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burns and buries houses, farms and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tea on volcanic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farmers like the soils around Mount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Volcanic soils are very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Earthquake and Volcanism.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Lava.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Earthquakes. Earthquakes have the following cause and consequences. Copy the point on Cause on the left, then draw the diagram on the right: an earthquake.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Destruction on the left, then draw the diagram on the right: buildings destroyed by an earthquake.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Earthquakes. On this slide we have Loss of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Tsunamis on the left, then draw the diagram on the right: a tsunami.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Earthquakes. On this slide we have Landslides and fires.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Negative Consequences. Copy the point on Lava flows on the left, then draw the diagram on the right: a lava flow.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Poisonous gases on the left, then draw the diagram on the right: lake Nyos.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Consequences. On this slide we have Ash.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Positive Consequences. Copy the point on Fertile soils on the left, then draw the diagram on the right: tea on volcanic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Tourism on the left, then draw the diagram on the right: mount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Energy on the left, then draw the diagram on the right: a geothermal power station.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Positive Consequences. On this slide we have Building materials.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causes earthquakes?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sudden movement of plates.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negative and one positive consequence of volcanism.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negative: lava destroys farms. Positive: fertile soils.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earthquake; number 2, lava; number 3,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one rule to follow during an earthquake.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What to Do in Case of an Earthquake or a Volcanic Eruption.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13: CONSEQUENCES OF THE INSTABILITY OF THE EARTH'S CRUST</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Consequences of the Instability of the Earth's Crust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Protection from the Wrath of Nature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Protection against the Wrath of Nature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Movements of the Earth's Crust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Consequences of the Instability of the Earth's Crust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Crustal instability, volcanism, earthquake.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Earthquakes; volcanism (definition and consequences).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earthquakes and volcanoes and their consequences for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Plate Movements):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consequence of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collapse (also loss of life, tsunamis and landslides).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earthquake and volcanism.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consequences of earthquakes.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consequences of volcanism.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crust is broken into plates.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Plates move slowly.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mantle contains very hot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1999, Mount Cameroon erupted, and lava cut the road near Bakingili. In 1986, gas from Lake Nyos killed about 1,700 people in their sleep. A pupil in Buea asks: "Why does the Earth do this, and what other damage can it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pupil does not understand why volcanoes and gases cause damage and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lava of Mount Cameroon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cut the road near Bakingili.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killed people at Lake Nyos?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Poisonous gas from the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 and follow safety rules for earthquakes and volcanic eruptions.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dangers of earthquakes and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EARTHQUAKES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quak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ground shakes.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EARTHQUAKES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makes the ground shake suddenly?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EARTHQUAKES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sudden movement of plates in the crust: it is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EARTHQUAKES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quakedam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Buildings after the ground shook.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EARTHQUAKES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buildings during a strong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EARTHQUAKES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crack and collapse, and people inside can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volcano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mountain with an opening at the top.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comes out of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 ash, rocks and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lavahou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lava flow.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damage can lava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burns and buries houses, farms and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VOLCANISM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Tea on volcanic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like the soils around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VOLCANISM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Volcanic soils are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Protection against the Wrath of Nature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Movements of the Earth's Crust</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13: Consequences of the Instability of the Earth's Crust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Earthquake: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sudden shaking of the ground.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coming out of magma, gases and ash from inside the Earth through 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Lava: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melted rock that comes out on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Earthquakes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Earthquakes have the following cause and consequences: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Cause: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Earthquakes are caused mainly by the sudden movement of plates.</a:t>
            </a:r>
            <a:endParaRPr lang="en-US" sz="3600" dirty="0"/>
          </a:p>
        </p:txBody>
      </p:sp>
      <p:pic>
        <p:nvPicPr>
          <p:cNvPr id="5" name="Image 0" descr="/home/claude/f4/img/v2/quake_mid.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earthquake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Earthquakes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Destruction: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destroy buildings, roads and bridges.</a:t>
            </a:r>
            <a:endParaRPr lang="en-US" sz="3600" dirty="0"/>
          </a:p>
        </p:txBody>
      </p:sp>
      <p:pic>
        <p:nvPicPr>
          <p:cNvPr id="5" name="Image 0" descr="/home/claude/f4/img/v2/f4_quakedamage.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buildings destroyed by an earthquake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Earthquakes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die under collapsed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Earthquakes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Tsunamis: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Earthquakes under the sea cause giant waves that flood coasts.</a:t>
            </a:r>
            <a:endParaRPr lang="en-US" sz="3600" dirty="0"/>
          </a:p>
        </p:txBody>
      </p:sp>
      <p:pic>
        <p:nvPicPr>
          <p:cNvPr id="5" name="Image 0" descr="/home/claude/f4/img/v2/lsa_tsunami.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tsunami</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Earthquakes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Landslides and fires: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shaking causes landslides and fires from broken gas and electric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Volcanism</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Negative Consequences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Lava flows: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Lava burns and buries houses, farms and roads, as on Mount Cameroon in 1999.</a:t>
            </a:r>
            <a:endParaRPr lang="en-US" sz="3600" dirty="0"/>
          </a:p>
        </p:txBody>
      </p:sp>
      <p:pic>
        <p:nvPicPr>
          <p:cNvPr id="6" name="Image 0" descr="/home/claude/f4/img/v2/f4_lavahouse.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lava flow</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Volcanism</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Negative Consequences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Poisonous gases: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Gases kill people and animals, as at Lake Nyos in 1986.</a:t>
            </a:r>
            <a:endParaRPr lang="en-US" sz="3600" dirty="0"/>
          </a:p>
        </p:txBody>
      </p:sp>
      <p:pic>
        <p:nvPicPr>
          <p:cNvPr id="6" name="Image 0" descr="/home/claude/f4/img/v2/f4_nyos.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Lake Nyos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Volcanism</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Negative Consequences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Ash covers crops and makes breathing difficult.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Volcanism</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Positive Consequences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Fertile soils: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Volcanic soils are very fertile, as around Mount Cameroon.</a:t>
            </a:r>
            <a:endParaRPr lang="en-US" sz="3600" dirty="0"/>
          </a:p>
        </p:txBody>
      </p:sp>
      <p:pic>
        <p:nvPicPr>
          <p:cNvPr id="6" name="Image 0" descr="/home/claude/f4/img/v2/f2t_tea_highlands.jpg">    </p:cNvPr>
          <p:cNvPicPr>
            <a:picLocks noChangeAspect="1"/>
          </p:cNvPicPr>
          <p:nvPr/>
        </p:nvPicPr>
        <p:blipFill>
          <a:blip r:embed="rId1"/>
          <a:stretch>
            <a:fillRect/>
          </a:stretch>
        </p:blipFill>
        <p:spPr>
          <a:xfrm>
            <a:off x="5349240" y="2451667"/>
            <a:ext cx="6659575" cy="2933075"/>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tea on volcanic soil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Volcanism</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Positive Consequences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Volcanoes attract tourists, like Mount Cameroon.</a:t>
            </a:r>
            <a:endParaRPr lang="en-US" sz="3600" dirty="0"/>
          </a:p>
        </p:txBody>
      </p:sp>
      <p:pic>
        <p:nvPicPr>
          <p:cNvPr id="6" name="Image 0" descr="/home/claude/f4/img/v2/lsa_mtcameroon.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Mount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Volcanism</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Positive Consequences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Energy: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heat of volcanoes produces geothermal electricity.</a:t>
            </a:r>
            <a:endParaRPr lang="en-US" sz="3600" dirty="0"/>
          </a:p>
        </p:txBody>
      </p:sp>
      <p:pic>
        <p:nvPicPr>
          <p:cNvPr id="6" name="Image 0" descr="/home/claude/f4/img/v2/f4_geothermal.jpg">    </p:cNvPr>
          <p:cNvPicPr>
            <a:picLocks noChangeAspect="1"/>
          </p:cNvPicPr>
          <p:nvPr/>
        </p:nvPicPr>
        <p:blipFill>
          <a:blip r:embed="rId1"/>
          <a:stretch>
            <a:fillRect/>
          </a:stretch>
        </p:blipFill>
        <p:spPr>
          <a:xfrm>
            <a:off x="5477905" y="1783080"/>
            <a:ext cx="6402246" cy="4270248"/>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geothermal power station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Volcanism</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Positive Consequences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Volcanic rocks such as basalt are used for building.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sudden movement of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negative and one positive consequence of volcanism.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Negative: lava destroys farms. Positive: fertile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sudden shaking of the ground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Melted rock that comes out of a volcano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active volcano of Cameroon is Mount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rule to follow during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What to Do in Case of an Earthquake or a Volcanic Eruption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Earthquake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tremblement de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Lava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cendre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L'éruption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Protection against the Wrath of Nature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Consequences of the Instability of the Earth's Crust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earthquake and volcanism. Give the consequences of earthquakes. Give the consequences of volcanism.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earthquakes and volcanoes and their consequences for people.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Earthquakes; Negative Consequences; Positive Consequences.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one rule to follow during an earthquake.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shake a table with objects on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earthquake damage.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volcano.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1999 eruption.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crops of Buea.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3: Protection from the Wrath of Nature.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“Collapsed buildings in earthquake-hit Chautara, Nepal” by DFID - UK Department for International Development, CC BY 2.0, via Flickr (https://www.flickr.com/photos/14214150@N02/16693413433)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“Lava flow over road” by J. N. Stuart, CC BY-NC-ND 2.0, via Flickr (https://www.flickr.com/photos/21786539@N03/3387263273)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(Tsunamis): “Tsunami damage” by robertodevido, CC BY-NC-ND 2.0, via Flickr (https://www.flickr.com/photos/63082042@N00/5531541425)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(Poisonous gases): “Lake Nyos, Cameroon” by jbdodane, CC BY-NC 2.0, via Flickr (https://www.flickr.com/photos/27998473@N02/11584073056)</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(Tourism):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(Energy): “Global Geothermal Alliance Stakeholder Meeting and Site Tour, 15-16 Ju” by International Renewable Energy Agency (IRENA), CC BY-NC-SA 2.0, via Flickr (https://www.flickr.com/photos/127932406@N06/18856399410)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2026-09-29T03:11:14Z</dcterms:created>
  <dcterms:modified xsi:type="dcterms:W3CDTF">2026-09-29T03:11:14Z</dcterms:modified>
</cp:coreProperties>
</file>