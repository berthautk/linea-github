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Consequences of the Instability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crustal instability, volcanism, earthquake. At the end, you should be able to do this: learners are able to explain earthquakes and volcanoes and their consequences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Plate Movements. The question was: Give one consequence of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Buildings collapse (also loss of life, tsunamis and landslides).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earthquake and volcanism. Number 2: give the consequences of earthquakes. Number 3: give the consequences of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into plates. Plates move slowly. The mantle contains very hot rock.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1999, Mount Cameroon erupted, and lava cut the road near Bakingili. In 1986, gas from Lake Nyos killed about 1,700 people in their sleep. A pupil in Buea asks: "Why does the Earth do this, and what other damage can it cause?"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understand why volcanoes and gases cause damage and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lava of Mount Cameroon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the road near Bakingili.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killed people at Lake Nyos?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Poisonous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follow safety rules for earthquakes and volcanic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of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ground shakes.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the ground shake suddenly?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sudden movement of plates in the crust: it is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buildings after the ground shook.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buildings during a strong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crack and collapse, and people inside can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mountain with an opening at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comes out of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ash, rocks and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lava flow.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damage can lava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houses, farms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volcanic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like the soils around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Volcanic soils are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Volcanism.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Earthquakes have the following cause and consequences. Copy the point on Cause on the left, then draw the diagram on the right: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on the left, then draw the diagram on the right: buildings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Loss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Landslides and fires.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Consequences. Copy the point on Lava flows on the left, then draw the diagram on the right: a lava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Consequences. On this slide we have Ash.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Consequences. Copy the point on Fertile soils on the left, then draw the diagram on the right: tea on volcanic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Consequences. On this slide we have Building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causes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sudden movement of plates.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and one positive consequence of volcanism.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negative: lava destroys farms. Positive: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lava; number 3,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rule to follow during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What to Do in Case of an Earthquake or a Volcanic Eruption.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CONSEQUENCES OF THE INSTABILITY OF THE EARTH'S CRUST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Consequences of the Instability of the Earth's Crust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instability, volcanism,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Earthquakes; volcanism (definition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Plate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collapse (also loss of life, tsunamis and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and volcanism.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into plates.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move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contains very hot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 Mount Cameroon erupted, and lava cut the road near Bakingili. In 1986, gas from Lake Nyos killed about 1,700 people in their sleep. A pupil in Buea asks: "Why does the Earth do this, and what other damage can it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understand why volcanoes and gases cause damage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lava of Mount Cameroon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the road near Bakingili.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people at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Poisonous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follow safety rules for earthquakes and volcanic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of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ground shakes.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ground shake suddenly?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 in the crust: it is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after the ground shook.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buildings during a strong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collapse, and people inside can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mountain with an opening at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ash, rocks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lava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can lava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houses, farms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volcanic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like the soils around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coming out of magma, gases and ash from inside the Earth through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that comes out on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 and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are caused mainly by the sudden movement of plates.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destroy buildings, roads and bridges.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buildings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die under collapsed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giant waves that flood coasts.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Landslides and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causes landslides and fires from broken gas and electric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Lava burns and buries houses, farms and roads, as on Mount Cameroon in 1999.</a:t>
            </a:r>
            <a:endParaRPr lang="en-US" sz="3600" dirty="0"/>
          </a:p>
        </p:txBody>
      </p:sp>
      <p:pic>
        <p:nvPicPr>
          <p:cNvPr id="6"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lava flow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kill people and animals, as at Lake Nyos in 1986.</a:t>
            </a:r>
            <a:endParaRPr lang="en-US" sz="3600" dirty="0"/>
          </a:p>
        </p:txBody>
      </p:sp>
      <p:pic>
        <p:nvPicPr>
          <p:cNvPr id="6"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Negative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and makes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are very fertile, as around Mount Cameroon.</a:t>
            </a:r>
            <a:endParaRPr lang="en-US" sz="3600" dirty="0"/>
          </a:p>
        </p:txBody>
      </p:sp>
      <p:pic>
        <p:nvPicPr>
          <p:cNvPr id="6"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volcanic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Volcanoes attract tourists, like Mount Cameroon.</a:t>
            </a:r>
            <a:endParaRPr lang="en-US" sz="36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heat of volcanoes produces geothermal electricity.</a:t>
            </a:r>
            <a:endParaRPr lang="en-US" sz="3600" dirty="0"/>
          </a:p>
        </p:txBody>
      </p:sp>
      <p:pic>
        <p:nvPicPr>
          <p:cNvPr id="6"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Positive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rocks such as basalt are used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and one positive consequence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Negative: lava destroys farms. Positive: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Melted rock that comes out of a volcano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active volcano of Cameroon is Mount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rule to follow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and volcanism. Give the consequences of earthquakes. Give the consequences of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Earthquakes; Negative Consequences; Positive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rule to follow during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shake a table with objects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earthquake damage.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volcano.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1999 eruption.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Buea.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(Poisonous gases): “Lake Nyos, Cameroon” by jbdodane, CC BY-NC 2.0, via Flickr (https://www.flickr.com/photos/27998473@N02/11584073056)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2026-09-28T21:32:29Z</dcterms:created>
  <dcterms:modified xsi:type="dcterms:W3CDTF">2026-09-28T21:32:29Z</dcterms:modified>
</cp:coreProperties>
</file>