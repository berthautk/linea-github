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Construction and Reading of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2: Preservation of the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Let's Preserve our Environment, and the sub-topic is Natural Regions (Bio-climatic Zones) and their Degradation. The key notions we shall use today are: climograph, temperature, rainfall, bar graph, line graph, annual range. At the end, you should be able to do this: learners are able to draw and read the climograph of a town of their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Natural Regions (Bio-climatic Zones) of Cameroon. The question was: Name the two elements shown on a climograph.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Temperature and rainfall.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 climograph. Number 2: draw a climograph from temperature and rainfall data. Number 3: read and describe a climograph.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Garoua has a rainy season and a dry season. Temperature is measured in °C and rainfall in mm. A graph shows numbers as a drawing.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weather station of Garoua airport gives the class a table of 12 monthly temperatures and rainfall amounts. The table is hard to read. The class asks the teacher: "How can we show all these numbers in one clear drawing?"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does not know how to show temperature and rainfall in one clear drawing.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graph shows both?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climograph (temperature-rainfall graph).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How is rainfall shown on it?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By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draw neat graphs with a title, labelled axes and a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show and understand the climate of our 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a graph of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red line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temperature of each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a graph of the climate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the blue bars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rainfall of each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climate data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is written on the horizontal axis of a climograph?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twelve months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reading the climograph of Garoua.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is the wettest month in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August, with about 250 mm of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climograph of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Compare the rainfall of Yaoundé with that of Garoua.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Yaoundé has rain in almost every month, while Garoua has a long dry season with no 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Climograph and Weather 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Construction of a Climograph. We draw a climograph in the following steps. Copy the point on Step 1 on the left, then draw the diagram on the right: climate data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Climograph. On this slide we have Step 2 and Step 3.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Construction of a Climograph. On this slide we have Step 4.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Step 5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Reading a Climograph. We read a climograph as follows. On this slide we have Rainfall and Temperature.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Reading a Climograph. On this slide we have Type of climate.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Interpretation on the left, then draw the diagram on the right: the climograph of Garoua.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two elements does a climograph show?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temperature and rainfall.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The hottest month is 33 °C and the coolest 26 °C. Find the annual range.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33 − 26 = 7 °C.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bars; number 2, line; number 3, range.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causes of the degradation of natural regions.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6: Forms of Degradation of the Natural Regions of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PRACTICAL WORK 4: CONSTRUCTION AND READING OF A CLIMOGRAPH</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Construction and Reading of a Climograph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2: Preservation of the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Let's Preserve our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 (Bio-climatic Zones) and their Degradation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Construction and Reading of a Climograph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Climograph, temperature, rainfall, bar graph, line graph, annual range.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Theoretical basis: define a temperature-rainfall graph. Construct and read a climograph based on data from a weather station in the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read the climograph of a town of their region.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Natural Regions (Bio-climatic Zones)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elements shown on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 climograph.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 climograph from temperature and rainfall data.</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and describe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Garoua has a rainy season and a dry season.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Temperature is measured in °C and rainfall in mm.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graph shows numbers as a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weather station of Garoua airport gives the class a table of 12 monthly temperatures and rainfall amounts. The table is hard to read. The class asks the teacher: "How can we show all these numbers in one clear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does not know how to show temperature and rainfall in one clear drawing.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graph shows both?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climograph (temperature-rainfall 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is rainfall shown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neat graphs with a title, labelled axes and a key.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show and understand the climate of 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red line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graph of the climate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the blue bars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A CLIMOGRAPH</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rainfall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roua_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Climate data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written on the horizontal axis of a climograph?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CONSTRUCTION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twelve months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garoua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Reading the climograph of Garoua.</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is the wettest month in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August, with about 250 mm of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yaounde_climate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climograph of 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the rainfall of Yaoundé with that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READING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Yaoundé has rain in almost every month, while Garoua has a long dry season with no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Let's Preserve our Environment</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Natural Regions (Bio-climatic Zones) and their Degradation</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Practical Work 4: Construction and Reading of a Climograph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Climograph: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that shows the monthly temperature and rainfall of a place.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Weather 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place where instruments measure temperature, rainfall and other weather elements.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We draw a climograph in the following steps: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1: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collect the monthly data of a weather station, for example Garoua.</a:t>
            </a:r>
            <a:endParaRPr lang="en-US" sz="3600" dirty="0"/>
          </a:p>
        </p:txBody>
      </p:sp>
      <p:pic>
        <p:nvPicPr>
          <p:cNvPr id="5" name="Image 0" descr="/home/claude/f4/img/v2/garoua_data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climate data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2: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the horizontal axis for the 12 months and two vertical axes, one for rainfall (mm) and one for temperature (°C).</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3: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draw a blue bar for the rainfall of each month.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 4: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plot the temperature of each month as a point and join the points with a red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Construction of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Step 5: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We add a title and a key.</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We read a climograph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Rainfall: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wettest and driest months and the length of the rainy season.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Temperature: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find the hottest and coolest months and calculate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Type of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name the type of climate, for example the tropical climate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Reading a Climograph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Interpretation: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Garoua has one rainy season from May to October and a hot dry season: it has a tropical climate.</a:t>
            </a:r>
            <a:endParaRPr lang="en-US" sz="3600" dirty="0"/>
          </a:p>
        </p:txBody>
      </p:sp>
      <p:pic>
        <p:nvPicPr>
          <p:cNvPr id="5" name="Image 0" descr="/home/claude/f4/img/v2/garoua_climate_big.png">    </p:cNvPr>
          <p:cNvPicPr>
            <a:picLocks noChangeAspect="1"/>
          </p:cNvPicPr>
          <p:nvPr/>
        </p:nvPicPr>
        <p:blipFill>
          <a:blip r:embed="rId1"/>
          <a:stretch>
            <a:fillRect/>
          </a:stretch>
        </p:blipFill>
        <p:spPr>
          <a:xfrm>
            <a:off x="5349240" y="2461422"/>
            <a:ext cx="6659575" cy="291356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climograph of Garoua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two elements does a climograph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Temperature and rainfall.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hottest month is 33 °C and the coolest 26 °C. Find the annual range.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33 − 26 = 7 °C.</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Rainfall is shown by ______ on a climograph.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Temperature is shown by a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difference between the hottest and coolest month is the annual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the degradation of natural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Forms of Degradation of the Natural Regions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Rainfall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précipitations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Temperature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température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Month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Axis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L'axe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Let's Preserve our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Construction and Reading of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 climograph. Draw a climograph from temperature and rainfall data. Read and describe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read the climograph of a town of their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Construction of a Climograph; Reading a Climograph.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causes of the degradation of natural regions.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simple climograph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point at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the axes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the two tables.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2: Preservation of the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2026-09-28T21:32:27Z</dcterms:created>
  <dcterms:modified xsi:type="dcterms:W3CDTF">2026-09-28T21:32:27Z</dcterms:modified>
</cp:coreProperties>
</file>