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Ask an elder how many months of rain there are in Garoua each year and write down the months.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five to six months, from May to October; the heaviest rains fall in July and August.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class must show this information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show temperature and rainfall in one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red line shows temperature; the blue bars show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axes of a climograph.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written on the horizontal axis and on the two vertical 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Months on the horizontal axis; rainfall (mm) on one side and temperature (°C)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part is drawn first: the bars or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draw the rainfall bars first, then plot the temperatures as points and join them with a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and which is the hottest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wettest is August (about 250 mm); the hottest is April (about 33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Steps to Draw a Climograph. We draw a climograph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Steps to Draw a Climograph.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Conclusion.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climograph of Garoua using the data given in class.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a temperature-rainfall graph; construction and reading of a climograph using data from a weather station of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to six months, from May to October; the heaviest rains fall in July and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class must show this information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show temperature and rainfall in one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 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red line shows temperature; the blue bars show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axes of a climograph.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and on the two vertical 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Months on the horizontal axis; rainfall (mm) on one side and temperature (°C)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drawn first: the bars or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rainfall bars first, then plot the temperatures as points and join them with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and which is the hottest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wettest is August (about 250 mm); the hottest is April (about 33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Draw a Climograph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for rainfall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bar for the rainfall of each month and colour it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Draw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a title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Draw a Climograph</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Steps to Draw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climograph of Garoua using the data given in class.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data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2026-09-27T13:44:19Z</dcterms:created>
  <dcterms:modified xsi:type="dcterms:W3CDTF">2026-09-27T13:44:19Z</dcterms:modified>
</cp:coreProperties>
</file>