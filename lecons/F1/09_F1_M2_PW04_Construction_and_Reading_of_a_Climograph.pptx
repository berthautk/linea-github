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Construction and Reading of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climograph, temperature, rainfall, bar graph, line graph, annual range. At the end, you should be able to do this: learners are able to draw and read the climograph of a town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Natural Regions (Bio-climatic Zones) of Cameroon. The question was: Name the two elements shown on a climograph.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climograph. Number 2: draw a climograph from temperature and rainfall data. Number 3: read and describe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Temperature is measured in °C and rainfall in mm. A graph shows numbers as a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weather station of Garoua airport gives the class a table of 12 monthly temperatures and rainfall amounts. The table is hard to read. The class asks the teacher: "How can we show all these numbers in one clear drawing?"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show temperature and rainfall in one clear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both?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 (temperature-rainfall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rainfall shown on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and understand the climate of 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red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blue bars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rainfall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data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written on the horizontal axis of a climograph?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twelve months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reading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is the wettest month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August, with about 250 mm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climograph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rainfall of Yaoundé with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has rain in almost every month, while Garoua has a long dry season with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Climograph and Weather 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Climograph. We draw a climograph in the following steps. Copy the point on Step 1 on the left, then draw the diagram on the right: climate data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5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a Climograph. We read a climograph as follows. On this slide we have Rainfall and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a Climograph. On this slide we have Type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two elements does a climograph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and rainfall.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hottest month is 33 °C and the coolest 26 °C. Find the annual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33 − 26 = 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bars; number 2, line;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the degradation of natural regions.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Forms of Degradation of the Natural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CONSTRUCTION AND READING OF A CLIMOGRAPH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Construction and Reading of a Climograph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Climograph, temperature, rainfall, bar graph, line graph, annual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a temperature-rainfall graph. Construct and read a climograph based on data from a weather station in the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Natural Regions (Bio-climatic Zones)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elements shown on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from temperature and rainfall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describe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in °C and rainfall in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graph shows numbers as a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station of Garoua airport gives the class a table of 12 monthly temperatures and rainfall amounts. The table is hard to read. The class asks the teacher: "How can we show all these numbers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show temperature and rainfall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 (temperature-rainfall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shown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and understand the climate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red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blue bars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data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on the horizontal axis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months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Reading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wettest month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August, with about 250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Yaoundé with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while Garoua has a long dry season with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the monthly temperature and rainfall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instruments measure temperature, rainfall and other weather elements.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draw a climograph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monthly data of a weather station, for example Garoua.</a:t>
            </a:r>
            <a:endParaRPr lang="en-US" sz="3600" dirty="0"/>
          </a:p>
        </p:txBody>
      </p:sp>
      <p:pic>
        <p:nvPicPr>
          <p:cNvPr id="5" name="Image 0" descr="/home/claude/f4/img/v2/garoua_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climate data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horizontal axis for the 12 months and two vertical axes, one for rainfall (mm) and one for temperature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blue bar for 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plot the temperature of each month as a point and join the points with a red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5: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add a title and a key.</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a climograph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wettest and driest months and the length of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hottest and coolest months and calculate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type of climate, for example the tropical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has one rainy season from May to October and a hot dry season: it has a tropical climate.</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elements does a climograph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hottest month is 33 °C and the coolest 26 °C. Find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33 − 26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shown by ______ on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is shown by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degradation of natural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climograph. Draw a climograph from temperature and rainfall data. Read and describe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Climograph; Reading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the degradation of natural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climograph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at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axes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tables.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2026-09-29T03:10:59Z</dcterms:created>
  <dcterms:modified xsi:type="dcterms:W3CDTF">2026-09-29T03:10:59Z</dcterms:modified>
</cp:coreProperties>
</file>