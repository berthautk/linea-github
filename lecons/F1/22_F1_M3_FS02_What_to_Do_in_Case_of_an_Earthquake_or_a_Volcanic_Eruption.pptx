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What to Do in Case of an Earthquake or a Volcanic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Movements of the Earth's Crust. The key notions we shall use today are: safety, evacuation, first aid, adaptation, mitigation, warning. At the end, you should be able to do this: learners are able to react safely during an earthquake or volcanic eruption and help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Consequences of the Instability of the Earth's Crust. The question was: Give one rule to follow during an earthquake.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Take cover under a strong table and protect your head (or go outside, away from buildings).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safety rules during an earthquake. Number 2: give the safety rules during a volcanic eruption. Number 3: describe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Earthquakes shake the ground. Volcanoes give lava, ash and gases. Mount Cameroon is an active volcano.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radio announces that Mount Cameroon may erupt soon. The people of Buea are worried: some want to stay, and others want to leave immediately. A mother asks: "What must my family do to stay safe?"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people of Buea do not know what to do before and during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should they listen to?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warnings of the authorities.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should they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safe places far from the lava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safe places and the first aid rules; help the weak during an emergency.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protect our lives during natural disasters.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damage after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should you hide inside a building when the ground shakes?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Under a strong table, covering your head, away from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rescue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should you do after the shaking stops?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 out carefully to an open space, help the injured and call the rescue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volcanic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must people leave the valleys during an eruption?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Lava and heavy gases flow down the valleys.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scientists at work on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scientists reduce the danger of volcanoes?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watching volcanoes with instruments to predict eruptions and warn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lake Nyos.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was done at Lake Nyos to prevent another disaster?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Pipes were placed to remove the dangerous gas from the lake.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Evacuation and First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an Earthquake. In case of an earthquake, we follow these rules. Copy the point on Inside on the left, then draw the diagram on the right: damage after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Outside.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After on the left, then draw the diagram on the right: rescue workers.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an Earthquake. On this slide we have Tsunami warning.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What to Do in Case of a Volcanic Eruption. In case of a volcanic eruption, we follow these rules. On this slide we have Warnings.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Evacuation on the left, then draw the diagram on the right: a volcanic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What to Do in Case of a Volcanic Eruption. On this slide we have Protection and Emergency bag.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Measures. The following measures reduce the dangers. Copy the point on Monitoring on the left, then draw the diagram on the right: volcano monitoring.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Strong buildings and Land-use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Degassing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Measures. On this slide we have Education.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rules during an earthquake.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drop, cover and hold on; stay away from windows.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rules during a volcanic eruption.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obey warnings and leave the area away from lava paths.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hold; number 2, evacuation; number 3, warnings.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items of an emergency bag.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WHAT TO DO IN CASE OF AN EARTHQUAKE OR A VOLCANIC ERUPTION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What to Do in Case of an Earthquake or a Volcanic Eruption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Movements of the Earth's Crust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Safety, evacuation, first aid, adaptation, mitigation, warning.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What to do in case of an earthquake or a volcanic eruption, and what adaptation and mitigation measures to take.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Consequences of the Instability of the Earth's Crust):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rule to follow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Take cover under a strong table and protect your head (or go outside, away from buildings).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an earthquake.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safety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Earthquakes shake the ground.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Volcanoes give lava, ash and gases.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radio announces that Mount Cameroon may erupt soon. The people of Buea are worried: some want to stay, and others want to leave immediately. A mother asks: "What must my family do to stay safe?"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people of Buea do not know what to do before and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they listen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warnings of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they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safe places far from the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safe places and the first aid rules; help the weak during an emergency.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protect our lives during natural disasters.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Damage after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should you hide inside a building when the ground shakes?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DURING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 a strong table, covering your head,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andbag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Rescue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should you do after the shaking stops?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AFTER AN EARTHQUAKE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 out carefully to an open space, help the injured and call the rescue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erup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must people leave the valleys during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DURING A VOLCANIC ERUPTION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and heavy gases flow down the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volcmonito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Scientists at work on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scientists reduce the danger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MITIGATION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watching volcanoes with instruments to predict eruptions and warn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was done at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ADAPTATION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were placed to remove the dangerous gas from the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Movements of the Earth's Crust</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What to Do in Case of an Earthquake or a Volcanic Eruption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leaving a dangerous place quickly and in an organised way.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first help given to an injured person before the doctor arrives.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In case of an earthquake, we follow these rules: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Inside: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drop, cover our head under a strong table and hold on, away from windows.</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damage after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Outside: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move to an open space away from buildings, trees and electric wires.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After: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go out carefully, help the injured, give first aid and call the rescue services.</a:t>
            </a:r>
            <a:endParaRPr lang="en-US" sz="3600" dirty="0"/>
          </a:p>
        </p:txBody>
      </p:sp>
      <p:pic>
        <p:nvPicPr>
          <p:cNvPr id="5" name="Image 0" descr="/home/claude/f4/img/v2/usa_sandbag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rescue workers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What to Do in Case of an Earthquake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Tsunami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coast, we move quickly to high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 case of a volcanic eruption, we follow these rules: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listen to the radio and obey the authorities.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Evacuation: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leave quickly, away from lava paths and low valleys.</a:t>
            </a:r>
            <a:endParaRPr lang="en-US" sz="3600" dirty="0"/>
          </a:p>
        </p:txBody>
      </p:sp>
      <p:pic>
        <p:nvPicPr>
          <p:cNvPr id="5" name="Image 0" descr="/home/claude/f4/img/v2/f4_erup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volcanic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What to Do in Case of a Volcanic Eruption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cover the nose and mouth against ash and gases.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bag: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take water, food, a torch, a first-aid kit and our documents.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following measures reduce the dangers: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and earthquakes to warn people in time.</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volcano monitoring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made to resist shaking save lives.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do not build in valleys where lava and gases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Pipes remove the gas from Lake Nyos and Lake Monoun.</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and Mitigation Measures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safety drills and first aid, as the Red Cross teaches.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Drop, cover and hold on; stay away from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rules during a volcanic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Obey warnings and leave the area away from lava paths.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During an earthquake, we drop, cover and ______ 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Leaving a dangerous area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Scientists watch volcanoes to give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items of an emergency bag.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Safety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sécurité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First 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premiers secours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Rescue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sauvetage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Injured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blessé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What to Do in Case of an Earthquake or a Volcanic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safety rules during an earthquake. Give the safety rules during a volcanic eruption. Describe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react safely during an earthquake or volcanic eruption and help others.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What to Do in Case of an Earthquake; What to Do in Case of a Volcanic Eruption;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items of an emergency bag.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practise "drop, cover, hold 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role-play a rescue.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items to take when leaving.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monitoring.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degassing pipes.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“160310-F-VO743-004” by Official U.S. Air Force, CC BY-NC 2.0, via Flickr (https://www.flickr.com/photos/39513508@N06/25854674326)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“Happy Anniversary Hawaii” by U.S. Geological Survey, CC0 1.0, via Flickr (https://www.flickr.com/photos/27784370@N05/14802198589)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2026-10-02T05:13:09Z</dcterms:created>
  <dcterms:modified xsi:type="dcterms:W3CDTF">2026-10-02T05:13:09Z</dcterms:modified>
</cp:coreProperties>
</file>