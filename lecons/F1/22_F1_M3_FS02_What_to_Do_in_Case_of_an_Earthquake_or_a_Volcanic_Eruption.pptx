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What to Do in Case of an Earthquake or a Volcanic Eruption.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3: Protection from the Wrath of Nature.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Protection against the Wrath of Nature, and the sub-topic is Movements of the Earth's Crust. The key notions we shall use today are: safety, evacuation, first aid, adaptation, mitigation, warning. At the end, you should be able to do this: learners are able to react safely during an earthquake or volcanic eruption and help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Consequences of the Instability of the Earth's Crust. The question was: Find out what happened at Lake Nyos in 1986 and write three sentences about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On 21 August 1986, a cloud of carbon dioxide gas came out of Lake Nyos. It flowed down the valleys and killed about 1,700 people and many animals. Today pipes remove the gas from the lake.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give the safety rules during an earthquake. Number 2: give the safety rules during a volcanic eruption. Number 3: describe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Earthquakes shake the ground. Volcanoes give lava, ash and gases. Mount Cameroon is an active volcano.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radio announces that Mount Cameroon may erupt soon. The people of Buea are worried: some want to stay, and others want to leave immediately. A mother asks: "What must my family do to stay safe?"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people of Buea do not know what to do before and during an eruption.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should they listen to?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warnings of the authorities.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should they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safe places far from the lava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the safe places and the first aid rules; help the weak during an emergency.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protect our lives during natural disasters.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damage after an earthquake.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should you hide inside a building when the ground shakes?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Under a strong table, covering your head, away from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rescue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should you do after the shaking stops?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Go out carefully to an open space, help the injured and call the rescue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volcanic eruption.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must people leave the valleys during an eruption?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Lava and heavy gases flow down the valleys.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scientists at work on a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scientists reduce the danger of volcanoes?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watching volcanoes with instruments to predict eruptions and warn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lake Nyos.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was done at Lake Nyos to prevent another disaster?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Pipes were placed to remove the dangerous gas from the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Evacuation and First aid.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What to Do in Case of an Earthquake. In case of an earthquake, we follow these rules. Copy the point on Inside on the left, then draw the diagram on the right: damage after an earthquake.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What to Do in Case of an Earthquake. On this slide we have Outside.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After on the left, then draw the diagram on the right: rescue workers.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What to Do in Case of an Earthquake. On this slide we have Tsunami warning.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What to Do in Case of a Volcanic Eruption. In case of a volcanic eruption, we follow these rules. On this slide we have Warnings.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Evacuation on the left, then draw the diagram on the right: a volcanic eruption.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What to Do in Case of a Volcanic Eruption. On this slide we have Protection and Emergency bag.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and Mitigation Measures. The following measures reduce the dangers. Copy the point on Monitoring on the left, then draw the diagram on the right: volcano monitoring.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and Mitigation Measures. On this slide we have Strong buildings and Land-use planning.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Degassing on the left, then draw the diagram on the right: lake Nyos.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and Mitigation Measures. On this slide we have Education.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rules during an earthquake.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drop, cover and hold on; stay away from windows.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rules during a volcanic eruption.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obey warnings and leave the area away from lava paths.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hold; number 2, evacuation; number 3,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Prepare a list of five items to take in an emergency bag.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FURTHER STUDY 2: WHAT TO DO IN CASE OF AN EARTHQUAKE OR A VOLCANIC ERUPTION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What to Do in Case of an Earthquake or a Volcanic Eruption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Protection from the Wrath of Nature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Protection against the Wrath of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Movements of the Earth's Crust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What to Do in Case of an Earthquake or a Volcanic Eruption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Safety, evacuation, first aid, adaptation, mitigation, warning.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What to do in case of an earthquake or a volcanic eruption, and what adaptation and mitigation measures to take.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react safely during an earthquake or volcanic eruption and help others.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Consequences of the Instability of the Earth's Crust):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out what happened at Lake Nyos in 1986 and write three sentences about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21 August 1986, a cloud of carbon dioxide gas came out of Lake Nyos. It flowed down the valleys and killed about 1,700 people and many animals. Today pipes remove the gas from the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safety rules during an earthquake.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safety rules during a volcanic eruption.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adaptation and mitigation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Earthquakes shake the ground.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Volcanoes give lava, ash and gases.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radio announces that Mount Cameroon may erupt soon. The people of Buea are worried: some want to stay, and others want to leave immediately. A mother asks: "What must my family do to stay safe?"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people of Buea do not know what to do before and during an eruption.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they listen 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warnings of the authorities.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should they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safe places far from the lava paths.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the safe places and the first aid rules; help the weak during an emergency.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protect our lives during natural disasters.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DURING AN EARTHQUAKE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quakedam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Damage after an earthquake.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DURING AN EARTHQUAKE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should you hide inside a building when the ground shakes?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DURING AN EARTHQUAKE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 a strong table, covering your head, away from windows.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AFTER AN EARTHQUAKE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andbag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Rescue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AFTER AN EARTHQUAKE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you do after the shaking stops?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AFTER AN EARTHQUAKE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 out carefully to an open space, help the injured and call the rescue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DURING A VOLCANIC ERUPTION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erup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volcanic eruption.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DURING A VOLCANIC ERUPTION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must people leave the valleys during an eruption?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DURING A VOLCANIC ERUPTION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 and heavy gases flow down the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volcmonit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Scientists at work on a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scientists reduce the danger of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watching volcanoes with instruments to predict eruptions and warn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nyo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Nyos.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was done at Lake Nyos to prevent another disaster?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Pipes were placed to remove the dangerous gas from the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Protection against the Wrath of Nature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Movements of the Earth's Crust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2: What to Do in Case of an Earthquake or a Volcanic Eruption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Evacuation: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leaving a dangerous place quickly and in an organised way.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First aid: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first help given to an injured person before the doctor arrives.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What to Do in Case of an Earthquake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In case of an earthquake, we follow these rules: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Inside: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drop, cover our head under a strong table and hold on, away from windows.</a:t>
            </a:r>
            <a:endParaRPr lang="en-US" sz="3600" dirty="0"/>
          </a:p>
        </p:txBody>
      </p:sp>
      <p:pic>
        <p:nvPicPr>
          <p:cNvPr id="5" name="Image 0" descr="/home/claude/f4/img/v2/f4_quakedamage.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damage after an earthquake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What to Do in Case of an Earthquake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Outside: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move to an open space away from buildings, trees and electric wires.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What to Do in Case of an Earthquake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After: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go out carefully, help the injured, give first aid and call the rescue services.</a:t>
            </a:r>
            <a:endParaRPr lang="en-US" sz="3600" dirty="0"/>
          </a:p>
        </p:txBody>
      </p:sp>
      <p:pic>
        <p:nvPicPr>
          <p:cNvPr id="5" name="Image 0" descr="/home/claude/f4/img/v2/usa_sandbag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rescue workers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What to Do in Case of an Earthquake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Tsunami warning: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coast, we move quickly to high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What to Do in Case of a Volcanic Eruption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 case of a volcanic eruption, we follow these rules: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Warnings: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listen to the radio and obey the authorities.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What to Do in Case of a Volcanic Eruption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Evacuation: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leave quickly, away from lava paths and low valleys.</a:t>
            </a:r>
            <a:endParaRPr lang="en-US" sz="3600" dirty="0"/>
          </a:p>
        </p:txBody>
      </p:sp>
      <p:pic>
        <p:nvPicPr>
          <p:cNvPr id="5" name="Image 0" descr="/home/claude/f4/img/v2/f4_eruptio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volcanic eruption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What to Do in Case of a Volcanic Eruption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cover the nose and mouth against ash and gases.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Emergency bag: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take water, food, a torch, a first-aid kit and our documents.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Measures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following measures reduce the dangers: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Monitoring: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Scientists watch volcanoes and earthquakes to warn people in time.</a:t>
            </a:r>
            <a:endParaRPr lang="en-US" sz="3600" dirty="0"/>
          </a:p>
        </p:txBody>
      </p:sp>
      <p:pic>
        <p:nvPicPr>
          <p:cNvPr id="5" name="Image 0" descr="/home/claude/f4/img/v2/lsa_volcmonito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volcano monitoring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Measures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Strong buildings: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made to resist shaking save lives.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Land-use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do not build in valleys where lava and gases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Measures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Degassing: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Pipes remove the gas from Lake Nyos and Lake Monoun.</a:t>
            </a:r>
            <a:endParaRPr lang="en-US" sz="3600" dirty="0"/>
          </a:p>
        </p:txBody>
      </p:sp>
      <p:pic>
        <p:nvPicPr>
          <p:cNvPr id="5" name="Image 0" descr="/home/claude/f4/img/v2/f4_nyo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Lake Nyos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Measures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learn safety drills and first aid, as the Red Cross teaches.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rules during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Drop, cover and hold on; stay away from windows.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rules during a volcanic eruption.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Obey warnings and leave the area away from lava paths.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During an earthquake, we drop, cover and ______ 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Leaving a dangerous area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Scientists watch volcanoes to give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a list of five items to take in an emergency bag.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Safety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sécurité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Evacuation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L'évacuation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First aid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premiers secours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Rescue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sauvetage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Injured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blessé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Protection against the Wrath of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What to Do in Case of an Earthquake or a Volcanic Eruption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the safety rules during an earthquake. Give the safety rules during a volcanic eruption. Describe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react safely during an earthquake or volcanic eruption and help others.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What to Do in Case of an Earthquake; What to Do in Case of a Volcanic Eruption;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Prepare a list of five items to take in an emergency bag.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practise "drop, cover, hold 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role-play a rescue.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items to take when leaving.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monitoring.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degassing pipes.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3: Protection from the Wrath of Nature.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“Collapsed buildings in earthquake-hit Chautara, Nepal” by DFID - UK Department for International Development, CC BY 2.0, via Flickr (https://www.flickr.com/photos/14214150@N02/16693413433)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“160310-F-VO743-004” by Official U.S. Air Force, CC BY-NC 2.0, via Flickr (https://www.flickr.com/photos/39513508@N06/25854674326)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“Happy Anniversary Hawaii” by U.S. Geological Survey, CC0 1.0, via Flickr (https://www.flickr.com/photos/27784370@N05/14802198589)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“Hawaiian Volcano Observatory, Hawaiʻi Volcanoes National Park, Hawaii” by Ken Lund, CC BY-SA 2.0, via Flickr (https://www.flickr.com/photos/75683070@N00/4528702285)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“Lake Nyos, Cameroon” by jbdodane, CC BY-NC 2.0, via Flickr (https://www.flickr.com/photos/27998473@N02/11584073056)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2026-09-28T21:13:59Z</dcterms:created>
  <dcterms:modified xsi:type="dcterms:W3CDTF">2026-09-28T21:13:59Z</dcterms:modified>
</cp:coreProperties>
</file>