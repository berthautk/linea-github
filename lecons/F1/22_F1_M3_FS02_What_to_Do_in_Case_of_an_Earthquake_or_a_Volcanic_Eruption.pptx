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What to Do in Case of an Earthquake or a Volcanic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safety, evacuation, first aid, adaptation, mitigation, warning. At the end, you should be able to do this: learners are able to react safely during an earthquake or volcanic eruption and help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Consequences of the Instability of the Earth's Crust. The question was: Find out what happened at Lake Nyos in 1986 and write three sentences about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21 August 1986, a cloud of carbon dioxide gas came out of Lake Nyos. It flowed down the valleys and killed about 1,700 people and many animals. Today pipes remove the gas from the lake.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safety rules during an earthquake. Number 2: give the safety rules during a volcanic eruption. Number 3: describe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shake the ground. Volcanoes give lava, ash and gases.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radio announces that Mount Cameroon may erupt soon. The people of Buea are worried and do not know what to do. Some want to stay, others want to leave immediately.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do not know what to do before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should they listen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warnings of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safe places far from the lava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safe places and the first aid rules; help the weak during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protect our lives during natural disasters.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damage after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should you do inside a building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Drop, cover your head under a strong table and hold on; stay away from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rescue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do after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 out carefully to an open space, help the injured and call the rescue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should people do when a volcano erupts?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Follow warnings, leave the area quickly, move away from lava paths and valleys, and cover the nose and mouth against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volcano monitoring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scientists reduce the danger of volcanoes?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watching volcanoes with instruments to predict eruptions and warn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was done at Lake Nyos to prevent another disaster?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Pipes were placed to remove the dangerous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During an Earthquake. During an earthquake, we follow these rules. On this slide we have Inside and Outside.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During an Earthquake. On this slide we have After.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During a Volcanic Eruption. During a volcanic eruption, we follow these rules. On this slide we have Warnings and Evacuation.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During a Volcanic Eruption. On this slide we have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The following measures reduce the dangers. On this slide we have Monitoring and Strong buildings.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rules during an earthquake.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drop, cover and hold on; stay away from windows.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rules during a volcanic eruption.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obey warnings and leave the area away from lava paths.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hold; number 2, evacuation; number 3,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list of five items to take in an emergency bag.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WHAT TO DO IN CASE OF AN EARTHQUAKE OR A VOLCANIC ERUPTION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to Do in Case of an Earthquake or a Volcanic Eruption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Safety, evacuation, first aid, adaptation, mitigation,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to do in case of an earthquake or a volcanic eruption;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Consequences of the Instability of the Earth's Crust):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happened at Lake Nyos in 1986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August 1986, a cloud of carbon dioxide gas came out of Lake Nyos. It flowed down the valleys and killed about 1,700 people and many animals. Today pipes remove the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an earthquake.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radio announces that Mount Cameroon may erupt soon. The people of Buea are worried and do not know what to do. Some want to stay, others want to leave immediately.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do not know what to do before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they listen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warnings of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safe places far from the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safe places and the first aid rules; help the weak during an emergency.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protect our lives during natural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after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inside a building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your head under a strong table and hold on; stay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ndbag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Rescue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after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 out carefully to an open space, help the injured and call the rescue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people do when a volcano erupts?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warnings, leave the area quickly, move away from lava paths and valleys, and cover the nose and mouth against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volcano monitoring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watching volcanoes with instruments to predict eruptions and warn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done at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were placed to remove the dangerous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During an Earthquake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During an earthquake, we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drop, cover our head under a strong table and hold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move to an open space away from buildings, trees and electric wires.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During an Earthquake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help the injured, give first aid and call the rescue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During a Volcanic Eruption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During a volcanic eruption, we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listen to the radio and obey the authorities.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leave quickly, away from lava paths and low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During a Volcanic Eruption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cover the nose and mouth against ash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reduce the dangers: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watch volcanoes and earthquakes to warn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made to resist shaking save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safety drills and first aid, as the Red Cross teaches.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and hold on; stay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Obey warnings and leave the area away from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During an earthquake, we drop, cover and ______ 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dangerous area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Scientists watch volcanoes to give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list of five items to take in an emergency bag.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Safety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First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premiers secours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Rescue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sauvetage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Injured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blessé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safety rules during an earthquake. Give the safety rules during a volcanic eruption. Describe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What to Do During an Earthquake; What to Do During a Volcanic Eruption;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list of five items to take in an emergency bag.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practise "drop, cover, hold 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role-play a rescue.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items to take when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monitoring.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degassing pipes.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“160310-F-VO743-004” by Official U.S. Air Force, CC BY-NC 2.0, via Flickr (https://www.flickr.com/photos/39513508@N06/25854674326)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2026-09-27T13:44:24Z</dcterms:created>
  <dcterms:modified xsi:type="dcterms:W3CDTF">2026-09-27T13:44:24Z</dcterms:modified>
</cp:coreProperties>
</file>