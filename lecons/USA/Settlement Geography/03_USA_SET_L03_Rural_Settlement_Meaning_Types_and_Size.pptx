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Rural Settlement: Meaning, Types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rural settlement, isolated dwelling, hamlet, village, settlement hierarchy, size. At the end, you should be able to do this: learners are able to classify rural settlements and explain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Site and Situation of Settlements. The question was: Describe the site and situation of your town with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 site: on the right bank of the Benue, on flat land near the river; situation: at the crossroads of routes to Ngaoundéré, Maroua and Nigeria, with a river 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classify rural settlements by size. Number 3: explain the factors of settlement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range from a house to a city. Rural areas are mostly farmland.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Mbororo family lives alone with its cattle, far from other houses. In the Far North, villages of a thousand people are packed together. Learners ask why size differs.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 settlements have very different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single house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affects village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land, security and farming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and type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villages where most Africans still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area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hamlet different from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hamlet is smaller (under about 100 people) and has few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chiefdom of Bandjoun.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chief's palace important in a Grassfields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centre of power, culture and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well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water supply affect village size?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water points make people gather in large villages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herders' settlements often small and scattered?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need large grazing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Rural Settlement. Rural settlement can be understood as follows. On this slide we have Rural settlement.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Rural Settlement.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settlement types.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of Rural Settlements. Size and its factors can be explained as follows. On this slide we have Meaning of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of Rural Settlements.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rural settlements by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isolated dwellings, hamlets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village size.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fertile land (also security, roads, farming system).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isolated; number 2, hamlet; number 3,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houses and services of your village or neighbourhood.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Settlement Morphology: Forms and Shapes.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RURAL SETTLEMENT: MEANING, TYPES AND SIZE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Meaning, Types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Rural Settlement: Meaning, Types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isolated dwelling, hamlet, village, settlement hierarchy,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rural settlement; size and factors affecting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Site and Situation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 site: on the right bank of the Benue, on flat land near the river; situation: at the crossroads of routes to Ngaoundéré, Maroua and Nigeria, with a river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settlement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range from a house to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areas are mostly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Mbororo family lives alone with its cattle, far from other houses. In the Far North, villages of a thousand people are packed together. Learners ask why size differs.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have very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single house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affects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land, security and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and type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villages where most Africans still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area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hamlet different from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hamlet is smaller (under about 100 people) and has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chiefdom of Bandjoun.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chief's palace important in a Grassfields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centre of power, culture and meetings.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water supply affect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water points make people gather in large villages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herders' settlements often small and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SIZE: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need large grazing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whose people depend mainly on primary activities such as farming, fishing and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isolated dwellings, hamlets and villages. In Cameroon they include compounds, Grassfields villages with chiefdoms, and herders' camps.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Rural Settlement</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settlement types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its factors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the number of people, houses or the area covered. A hamlet has a few houses; a village has hundreds of people and some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soil fertility and relief limit how many people can live in one place. Large villages grow near reliable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 land tenure, security and services affect size. Herders' settlements are small and scattered, while farming villages with markets are larger.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rural settlements by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dwellings, hamlets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village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fertile land (also security, roads, farming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single house is an ______ dwelling.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Ranking settlements by size is the settlement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Dwelling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chefferie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Rural Settlement: Meaning, Types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Classify rural settlements by size. Explain the factors of settlement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rural settlements and explain their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Rural Settlement; Size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houses and services of your village or neighbourhood.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chiefdom.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Mbororo settlements.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2026-09-29T03:13:03Z</dcterms:created>
  <dcterms:modified xsi:type="dcterms:W3CDTF">2026-09-29T03:13:03Z</dcterms:modified>
</cp:coreProperties>
</file>