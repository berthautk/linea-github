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Rural Settlement: Meaning, Types and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Rural Settlement, and the sub-topic is Settlement Structure. The key notions we shall use today are: rural settlement, isolated dwelling, hamlet, village, settlement hierarchy, size. At the end, you should be able to do this: learners are able to classify rural settlements and explain their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Site and Situation of Settlements. The question was: Describe the site and situation of your town with a sketch.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Garoua – site: on the right bank of the Benue, on flat land near the river; situation: at the crossroads of routes to Ngaoundéré, Maroua and Nigeria, with a river port.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rural settlement. Number 2: classify rural settlements by size. Number 3: explain the factors of settlement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Settlements range from a house to a city. Rural areas are mostly farmland.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Adamawa, a Mbororo family lives alone with its cattle, far from other houses. In the Far North, villages of a thousand people are packed together. Learners ask why size differs.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Rural settlements have very different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a single house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isolated dwelling.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affects village size?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Water, land, security and farming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services according to the size and type of rural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villages where most Africans still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rural area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rural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settlement in the countryside where most people farm.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settlement hierarchy.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is a hamlet different from a village?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hamlet is smaller (under about 100 people) and has few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chiefdom of Bandjoun.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chief's palace important in a Grassfields village?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the centre of power, culture and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well in a dry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water supply affect village size?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Few water points make people gather in large villages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cattle grazing.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herders' settlements often small and scattered?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Cattle need large grazing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of Rural Settlement. Rural settlement can be understood as follows. On this slide we have Rural settlement.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Rural Settlement. On this slide we have Types.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rural settlement types.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Size of Rural Settlements. Size and its factors can be explained as follows. On this slide we have Meaning of size.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Size of Rural Settlements. On this slide we have Physical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Size of Rural Settlements. On this slide we have Human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Classify rural settlements by size.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isolated dwellings, hamlets and villages.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factors of village size.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supply and fertile land (also security, roads, farming system).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isolated; number 2, hamlet; number 3,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Count the houses and services of your village or neighbourhood.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Settlement Morphology: Forms and Shapes.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 RURAL SETTLEMENT: MEANING, TYPES AND SIZE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Rural Settlement: Meaning, Types and Size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Settlement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Rural Settlement: Meaning, Types and Size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 isolated dwelling, hamlet, village, settlement hierarchy, size.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types of rural settlement; size and factors affecting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rural settlements and explain their size.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Site and Situation of Settlements):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and situation of your town with a sketch.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Garoua – site: on the right bank of the Benue, on flat land near the river; situation: at the crossroads of routes to Ngaoundéré, Maroua and Nigeria, with a river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rural settlement.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rural settlements by size.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settlement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Settlements range from a house to a city.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Rural areas are mostly farmland.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Adamawa, a Mbororo family lives alone with its cattle, far from other houses. In the Far North, villages of a thousand people are packed together. Learners ask why size differs.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 settlements have very different sizes.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single house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isolated dwelling.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affects village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land, security and farming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services according to the size and type of rural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villages where most Africans still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cmr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rural area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rural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settlement in the countryside where most people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settlement hierarchy.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a hamlet different from a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hamlet is smaller (under about 100 people) and has few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bandjou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chiefdom of Bandjoun.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chief's palace important in a Grassfields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centre of power, culture and meetings.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SIZE: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desert_we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well in a dry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SIZE: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water supply affect village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SIZE: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 water points make people gather in large villages around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SIZE: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grazing.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SIZE: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herders' settlements often small and scattered?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SIZE: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need large grazing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Rural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Settlement Structure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Rural Settlement: Meaning, Types and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Rural Settlement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Rural settlement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settlement: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settlement whose people depend mainly on primary activities such as farming, fishing and herding.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Rural Settlement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 settlements are isolated dwellings, hamlets and villages. In Cameroon they include compounds, Grassfields villages with chiefdoms, and herders' camps.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Rural Settlement</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rural settlement types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Size of Rural Settlements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Size and its factors can be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of size: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Size is measured by the number of people, houses or the area covered. A hamlet has a few houses; a village has hundreds of people and some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Size of Rural Settlements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supply, soil fertility and relief limit how many people can live in one place. Large villages grow near reliable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Size of Rural Settlements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system, land tenure, security and services affect size. Herders' settlements are small and scattered, while farming villages with markets are larger.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rural settlements by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Isolated dwellings, hamlets and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village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supply and fertile land (also security, roads, farming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single house is an ______ dwelling.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small group of houses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Ranking settlements by size is the settlement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the houses and services of your village or neighbourhood.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Settlement Morphology: Forms and Shapes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Hamlet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hameau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Dwelling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L'habitation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Hierarchy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hiérarchie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Chiefdom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chefferie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Rural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Rural Settlement: Meaning, Types and Size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rural settlement. Classify rural settlements by size. Explain the factors of settlement size.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rural settlements and explain their size.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Types of Rural Settlement; Size of Rural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Count the houses and services of your village or neighbourhood.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village.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pyramid.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chiefdom.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the north and south.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Mbororo settlements.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“Cameroon - UN Women's Gender Road Project” by UN Women Gallery, CC BY-NC-ND 2.0, via Flickr (https://www.flickr.com/photos/51431730@N04/46914753474)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“Bandjoun's chefferie: I - the approach past the royal quarters” by 10b travelling / Carsten ten Brink, CC BY-NC-ND 2.0, via Flickr (https://www.flickr.com/photos/77334245@N00/7326237514)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“Well in the desert” by Focx Photography, CC BY-SA 2.0, via Flickr (https://www.flickr.com/photos/30780900@N02/4117141154)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2026-09-27T10:31:43Z</dcterms:created>
  <dcterms:modified xsi:type="dcterms:W3CDTF">2026-09-27T10:31:43Z</dcterms:modified>
</cp:coreProperties>
</file>