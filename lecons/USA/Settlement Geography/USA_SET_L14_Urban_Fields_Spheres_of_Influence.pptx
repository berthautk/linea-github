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14: Urban Fields (Spheres of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Hierarchy, and the sub-topic is Urban Growth. The key notions we shall use today are: urban field, sphere of influence, hinterland, breaking point. At the end, you should be able to do this: learners are able to describe and explain the urban fields of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Urban Regions: Millionaire Cities, Conurbations and Megalopolis. The question was: Name five megacities and mark them on a world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Tokyo (Japan), Delhi (India), Shanghai (China), São Paulo (Brazil), Lagos (Nigeria), marked on a world map.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urban field. Number 2: describe the shapes and sizes of urban fields. Number 3: explain the factors of urban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provide services to villages. Big towns interact more (gravity model).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People from villages around Dschang come to its market every week, but for a university they go to Dschang, while for a specialist hospital many travel to Yaoundé or Douala.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serve areas of different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area served by a town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Its urban field (sphere of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people go to Yaoundé for a hospital?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Specialist services are found only in big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delimit the zones served by towns to plan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links between towns and their surrounding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urban field of a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urban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area around a town that depends on it for services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low- and high-order services.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field for a hospital larger than for a bakery?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People travel further for rare, high-order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railway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urban fields often stretched along roads and railways?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Transport makes it easier to reach the town along those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factors of the size of an urban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Size of the town, number of services and transport (also competing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breaking point between two towns.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Where is the breaking point between two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Where their fields meet; closer to the smaller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Urban Field. An urban field can be understood as follows. On this slide we have Urban field (sphere of influence).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an urban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Shapes and Sizes. Urban fields vary in shape and size. On this slide we have Sizes.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Shapes and Sizes. On this slide we have Shapes.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Urban Fields. The size and shape of fields depend on. On this slide we have Size and functions of the town.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Urban Fields. On this slide we have Transport and competition.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Urban Fields. On this slide we have Physical and political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competition between towns.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an urban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area served by a town for goods, services and jobs.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of the size of an urban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town size and transport (also number of services, competition).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field; number 2, breaking; number 3,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10 people where they go for a market, a bank and a hospital. Draw the fields.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Delimiting Urban Fields.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14: URBAN FIELDS (SPHERES OF INFLUENCE)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 Fields (Spheres of Influence)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14: Urban Fields (Spheres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field, sphere of influence, hinterland, breaking point.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shapes and sizes of urban fields;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urban fields of towns.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Urban Regions: Millionaire Cities, Conurbations and Megalopolis):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five megacities and mark them on a world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Tokyo (Japan), Delhi (India), Shanghai (China), São Paulo (Brazil), Lagos (Nigeria), marked on a world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urban field.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shapes and sizes of urban fields.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urban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provide services to villages.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Big towns interact more (gravity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from villages around Dschang come to its market every week, but for a university they go to Dschang, while for a specialist hospital many travel to Yaoundé or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serve areas of different sizes.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area served by a town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urban field (sphere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go to Yaoundé for a hospital?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Specialist services are found only in big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Delimit the zones served by towns to plan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links between towns and their surrounding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fie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urban field of a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area around a town that depends on it for services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Low- and high-order services.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field for a hospital larger than for a bakery?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travel further for rare, high-order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railway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urban fields often stretched along roads and railways?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Transport makes it easier to reach the town along those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the size of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Size of the town, number of services and transport (also competing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COMPETITION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reill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breaking point between two towns.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COMPETITION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breaking point between two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 COMPETITION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their fields meet; closer to the smaller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Hierarchy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Growth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Urban Fields (Spheres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Urban Field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urban field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field (sphere of influence):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area around a town that is served by it and depends on it for goods, services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Urban Field</a:t>
            </a:r>
            <a:endParaRPr lang="en-US" sz="3600" dirty="0"/>
          </a:p>
        </p:txBody>
      </p:sp>
      <p:pic>
        <p:nvPicPr>
          <p:cNvPr id="4" name="Image 0" descr="/home/claude/f4/img/v2/urban_fie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an urban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Shapes and Sizes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fields vary in shape and size: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service has its own field: high-order services (hospitals, universities) have large fields and low-order services (bakeries) small ones. Large towns have larger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Shapes and Sizes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Fields are rarely circular; they stretch along roads and railways. Relief, rivers and borders cut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Urban Fields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size and shape of fields depend 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 and functions of the town: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with more and higher-order services attract people from further away. Yaoundé serves the whole Centre region and beyond.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Urban Fields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and competition: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roads extend fields, while nearby competing towns limit them. The breaking point between two towns can be found with Reilly's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Urban Fields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and political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rivers and borders limit fields. Administrative boundaries also influence where people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Factors of Urban Fields</a:t>
            </a:r>
            <a:endParaRPr lang="en-US" sz="3600" dirty="0"/>
          </a:p>
        </p:txBody>
      </p:sp>
      <p:pic>
        <p:nvPicPr>
          <p:cNvPr id="4" name="Image 0" descr="/home/claude/f4/img/v2/reill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competition between towns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area served by a town for goods, services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the size of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size and transport (also number of services, competition).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area served by a town is its urban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boundary between two fields is the ______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Rare services have ______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10 people where they go for a market, a bank and a hospital. Draw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Delimiting Urban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 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d'influence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Hinterland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L'arrière-pays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Boundary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Competition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concurrence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14: Urban Fields (Spheres of Influence)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urban field. Describe the shapes and sizes of urban fields. Explain the factors of urban fields.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urban fields of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Urban Field; Shapes and Sizes; Factors of Urban Fields.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10 people where they go for a market, a bank and a hospital. Draw the fields.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rings.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services.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routes to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two towns.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2026-09-27T10:08:10Z</dcterms:created>
  <dcterms:modified xsi:type="dcterms:W3CDTF">2026-09-27T10:08:10Z</dcterms:modified>
</cp:coreProperties>
</file>