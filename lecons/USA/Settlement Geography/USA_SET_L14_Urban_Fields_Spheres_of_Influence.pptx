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14: Urban Fields (Spheres of Influence).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routes to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two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field 2. breaking 3. large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Fields (Spheres of Influence)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Growth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Urban Fields (Spheres of Influence)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field, sphere of influence, hinterland, breaking point.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shapes and sizes of urban fields;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urban fields of towns.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urban field.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shapes and sizes of urban fields.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urban fields.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provide services to villages.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towns interact more (gravity model).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from villages around Dschang come to its market every week, but for a university they go to Dschang, while for a specialist hospital many travel to Yaoundé or Douala.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serve areas of different sizes.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area served by a town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urban field (sphere of influence).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people go to Yaoundé for a hospital?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Specialist services are found only in big cities.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links between towns and their surrounding areas.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rban_fie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urban field of a city.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urban field?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area around a town that depends on it for services and jobs.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ange_thresho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 and high-order services.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field for a hospital larger than for a bakery?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travel further for rare, high-order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t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railway line.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urban fields often stretched along roads and railways?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 makes it easier to reach the town along those routes.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yaou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the size of an urban field.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Size of the town, number of services and transport (also competing towns).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COMPETITION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reill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breaking point between two towns.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COMPETITION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breaking point between two towns?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COMPETITION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their fields meet; closer to the smaller town.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Fields (Spheres of Influence)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Growth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14: Urban Fields (Spheres of Influence)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field: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area served by a town for goods, services and jobs.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Hinterland: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area that sends goods and people to a town or port.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Breaking point: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boundary between the fields of two towns.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Shapes and Sizes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Size: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towns with many high-order services have large fields. Small towns have small fields.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Different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service has its own field. Fields for newspapers or hospitals are larger than for markets.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Shapes and Sizes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Shape: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Fields are rarely circles. They stretch along roads and are cut by rivers, borders and competing towns.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Size and functions: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functions attract people from further away. Capitals have national fields.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 roads and railways enlarge fields. Poor roads reduce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Competition: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Nearby towns share the area. The breaking point can be calculated with Reilly's law.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an urban field.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area served by a town for goods, services and jobs.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of the size of an urban field.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 size and transport (also number of services, competition).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area served by a town is its urban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boundary between two fields is the ______ point.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Rare services have ______ fields.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10 people where they go for a market, a bank and a hospital. Draw the fields.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Delimiting Urban Fields.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field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 d'influence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L'arrière-pays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service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concurrence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Urban Fields (Spheres of Influence)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 urban field. Describe the shapes and sizes of urban fields. Explain the factors of urban fields.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urban fields of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field, Hinterland, Breaking point; II. Shapes and Sizes: Size, Different services, Shape; III. Factors: Size and functions, Transport, Competition.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10 people where they go for a market, a bank and a hospital. Draw the fields.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“Train de nuit” by Huard, CC BY-NC-ND 2.0, via Flickr (https://www.flickr.com/photos/41569561@N07/5499545979)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“Yaoundé” by wili_hybrid, CC BY-NC 2.0, via Flickr (https://www.flickr.com/photos/62223880@N00/5677034246)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