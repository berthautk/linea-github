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Site and Situation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Location of Settlement, and the sub-topic is Location of Settlement. The key notions we shall use today are: site, situation, wet point, dry point, defensive site, bridging point, gap town, confluence. At the end, you should be able to do this: learners are able to describe the site and situation of a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Settlement: Meaning, Evolution and Early Location. The question was: Ask an old person why your village was founded where it is.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elder explained that the village was founded near a permanent spring, on a hill that was easy to defend, with fertile land around it.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distinguish site and situation. Number 2: describe the types of settlement site with examples. Number 3: explain how situation helps a town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Early settlements needed water and defence. Towns grow at crossroads.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Douala began on the banks of the Wouri estuary, a good place for a port. Today it is linked by roads and railway to Yaoundé, the west and Chad. A learner asks what makes a site good.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know why Douala grew.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was Douala's site?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banks of the Wouri estuary, good for a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its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the centre of routes to the interior and neighbouring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describe the site and situation of towns to understand their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describe the location of towns in a precise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site and situation.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difference between site and situation?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Site is the land a town is built on; situation is its position in the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six types of site.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 bridging point?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place where a river can be crossed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monteriggioni, a walled hilltop town (Italy).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type of site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defensive (hilltop)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has Douala's situation helped it to grow?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a port linked to the interior and neighbouring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bamenda in its valley.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Describe the site of Bamenda.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a valley below an escarpment, with streams and fertile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Site.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Situation.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Sites. Common types of sites are. On this slide we have Wet-point and dry-point sites.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Sites. On this slide we have Defensive sites and Bridging points and gap towns.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site.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Situation. A good situation helps a settlement to grow. On this slide we have Douala.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Situation. On this slide we have Bamenda and Yaoundé.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site and situation.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Settlement Site. The choice of a site depends on.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Settlement Site.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site and situation.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site is the land a town is built on; situation is its position relative to its surroundings.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types of site.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wet point, defensive site, bridging point (also dry point, gap, confluence).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site; number 2, bridging; number 3,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site and situation of your town with a sketch.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Rural Settlement: Meaning, Types and Size.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SITE AND SITUATION OF SETTLEMENTS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Site and Situation of Settlements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Site and Situation of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Site, situation, wet point, dry point, defensive site, bridging point, gap town, confluence.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Site and situation; types of site with examples; factors of site.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site and situation of a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Settlement: Meaning, Evolution and Early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old person why your village was founded where it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elder explained that the village was founded near a permanent spring, on a hill that was easy to defend, with fertile land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site and situation.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types of settlement site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situation helps a town to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Early settlements needed water and defence.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grow at crossroads.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began on the banks of the Wouri estuary, a good place for a port. Today it is linked by roads and railway to Yaoundé, the west and Chad. A learner asks what makes a site good.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know why Douala grew.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was Douala's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banks of the Wouri estuary, good for a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its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centre of routes to the interior and neighbouring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and situation of towns to understand their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describe the location of towns in a precise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SITE AND SITUATION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te_situ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Site and situation.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SITE AND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site and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SITE AND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Site is the land a town is built on; situation is its position in the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it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Six types of site.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bridging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place where a river can be crossed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monteriggion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Monteriggioni, a walled hilltop town (Italy).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site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defensive (hilltop)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 OF SITUATION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 OF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has Douala's situation helped it to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 OF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port linked to the interior and neighbouring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 OF SITE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bamend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Bamenda in its valley.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 OF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of Bamenda.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 OF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valley below an escarpment, with streams and fertile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Location of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of Settlement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Site and Situation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actual land on which a settlement is built, with its relief, soil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position of a settlement in relation to the surrounding area, routes and other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Sites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Common types of sites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Wet-point and dry-point sites: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Wet-point sites are near water in dry regions, like oasis towns. Dry-point sites are raised above marshes or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Sites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Defensive sites: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on hills, in river meanders or on islands, like medieval hill towns. They were easy to protect from enemies.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Bridging points and gap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Bridging points grow where a river can be crossed. Gap towns grow in valleys through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Sites</a:t>
            </a:r>
            <a:endParaRPr lang="en-US" sz="3600" dirty="0"/>
          </a:p>
        </p:txBody>
      </p:sp>
      <p:pic>
        <p:nvPicPr>
          <p:cNvPr id="4" name="Image 0" descr="/home/claude/f4/img/v2/sit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site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Situation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good situation helps a settlement to grow: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Douala: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on the Wouri estuary, near the sea, at the start of the railway and roads to the interior. This situation made it the economic capital and main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Situation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Bamenda and Yaoundé: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Bamenda sits on a plateau below an escarpment at a route centre of the North-West. Yaoundé lies on hills at the centre of the country, a good situation for a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Situation</a:t>
            </a:r>
            <a:endParaRPr lang="en-US" sz="3600" dirty="0"/>
          </a:p>
        </p:txBody>
      </p:sp>
      <p:pic>
        <p:nvPicPr>
          <p:cNvPr id="4" name="Image 0" descr="/home/claude/f4/img/v2/site_situ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site and situation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Settlement Site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choice of a site depends 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supply, relief, drainage, soils and building materials were the main factors. Flood-free, gentle land was preferred.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Settlement Site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Defence, routes, trade and political decisions also mattered. Modern sites depend more on roads, industries and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site and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Site is the land a town is built on; situation is its position relative to its surroundings.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types of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point, defensive site, bridging point (also dry point, gap, confluence).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land a town is built on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place to cross a river is a ______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in a gap between hills is a ______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and situation of your town with a sketch.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Rural Settlement: Meaning, Types and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Situation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situation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Hilltop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sommet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Crossroads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carrefour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Estuary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L'estuaire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of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Site and Situation of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site and situation. Describe the types of settlement site with examples. Explain how situation helps a town to grow.</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site and situation of a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Examples of Sites; Examples of Situation; Factors of Settlement Site.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site and situation of your town with a sketch.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two panels.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 from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Rhumsiki.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trace routes from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your own town.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“Piazza Roma, Monteriggioni, Tuscany” by Ray in Manila, CC BY 2.0, via Flickr (https://www.flickr.com/photos/21186555@N07/27053980373)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“Bamenda, Cameroon” by jbdodane, CC BY-NC 2.0, via Flickr (https://www.flickr.com/photos/27998473@N02/11293877215)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2026-09-29T03:13:03Z</dcterms:created>
  <dcterms:modified xsi:type="dcterms:W3CDTF">2026-09-29T03:13:03Z</dcterms:modified>
</cp:coreProperties>
</file>