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Current Trends in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Urbanisation. The key notions we shall use today are: suburbanisation, counter-urbanisation, re-urbanisation, centripetal forces, centrifugal forces, gentrification. At the end, you should be able to do this: learners are able to explain the recent stages of urban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Urbanisation. The question was: List three urban problems of your town and a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traffic jams – build more roads and use buses; flooding – clean and enlarge drains; unemployment – support small businesses and vocational training.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suburbanisation. Number 2: explain counter-urbanisation. Number 3: explain re-urbanisation and centripetal and centrifugal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Cities grow with urbanisation. Cities have a centre and suburbs.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London, rich families first left the centre for the suburbs, then some moved to villages. Now young professionals are moving back into renewed flats in the old docks.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move in and out of cities in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moving to the suburbs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Suburbanisation.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moving back to the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current urban trends in our towns and plan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cities in MEDCs change and what may happen in our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stages of urban 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stages of urban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Urbanisation, suburbanisation, counter-urbanisation, re-urbanisation.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suburbs from the air (Chicago).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suburbanisation.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Cars and better roads, and the wish for space and quiet.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countryside with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some city people move to the countryside?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quiet, clean air and cheaper houses; working from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old and new buildings: London Docklands.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attracts people back to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Renewed housing, jobs and services close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zones of the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centripetal and centrifugal forces.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Centripetal forces pull people to the centre; centrifugal forces push them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Centripetal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Centrifugal forces.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Current Trends in Urbanisation. Towns in MEDCs have gone through the following trends. On this slide we have Suburbanisation.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Current Trends in Urbanisation. On this slide we have Counter-urbanisation.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Current Trends in Urbanisation. On this slide we have Re-urbanisation.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urban change.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These trends have causes and consequences. On this slide we have Centripetal and centrifugal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counter-urbanisation.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people from cities to small towns and villages.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centripetal and one centrifugal force.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centripetal: jobs in the centre. Centrifugal: high land prices.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suburbanisation; number 2, re-urbanisation; number 3, centrifugal.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Which of the four stages is happening in your town? Give evidence.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Urban Regions: Millionaire Cities, Conurbations and Megalopolis.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CURRENT TRENDS IN URBANISATION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Current Trends in Urbanisation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Current Trends in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Suburbanisation, counter-urbanisation, re-urbanisation, centripetal forces, centrifugal forces, gentrification.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Suburbanisation, counter-urbanisation and re-urbanisation: causes and consequences; centripetal and centrifugal forces.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recent stages of urban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a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traffic jams – build more roads and use buses; flooding – clean and enlarge drains; unemployment – support small businesses and vocational training.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suburbanisation.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counter-urbanisation.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re-urbanisation and centripetal and centrifugal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grow with urbanisation.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a centre and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London, rich families first left the centre for the suburbs, then some moved to villages. Now young professionals are moving back into renewed flats in the old docks.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in and out of cities in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moving to the suburbs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moving back to the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current urban trends in our towns and plan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cities in MEDCs change and what may happen in our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urban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stages of urban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suburbanisation, counter-urbanisation, re-urbanisation.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from the air (Chicago).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suburbanisation.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and better roads, and the wish for space and quiet.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Countryside with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city people move 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quiet, clean air and cheaper houses; working from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and new buildings: London Docklands.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people back to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Renewed housing, jobs and services close by.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of the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centripetal and centrifugal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Centripetal forces pull people to the centre; centrifugal forces push them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Current Trends in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Centripetal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forces that attract people and activities to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Centrifugal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forces that push people and activities away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in MEDCs have gone through the following trends: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activities move from the inner city to the suburbs, helped by cars and cheaper land. It causes urban sprawl and 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Counter-urbanisation: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cities to small towns and villages in search of a quieter life and cheaper houses. Telecommuting and retirement encourage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back into renewed city centres to be near jobs and entertainment. Gentrification and regeneration schemes such as the London Docklands attract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a:t>
            </a:r>
            <a:endParaRPr lang="en-US" sz="3600" dirty="0"/>
          </a:p>
        </p:txBody>
      </p:sp>
      <p:pic>
        <p:nvPicPr>
          <p:cNvPr id="4" name="Image 0" descr="/home/claude/f4/img/v2/urban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urban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trends have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Centripetal and centrifugal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services and accessibility attract people to the centre. Congestion, pollution, high rents and crime push them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Suburbanisation empties inner cities and increases traffic. Re-urbanisation renews centres but may push poor residents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counter-urbanisation.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from cities to small towns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centripetal and one centrifugal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Centripetal: jobs in the centre. Centrifugal: high land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to the suburbs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back to the centre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Forces pushing people outward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 four stages is happening in your town?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Urban Regions: Millionaire Cities, Conurbations and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banlieue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Counter-urbanisation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contre-urbanisation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Current Trends in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suburbanisation. Explain counter-urbanisation. Explain re-urbanisation and centripetal and centrifugal forces.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recent stages of urban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Current Trends in Urbanisation; Causes and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Which of the four stages is happening in your town? Give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new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retirees going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renewal.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each force.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2026-09-27T10:08:10Z</dcterms:created>
  <dcterms:modified xsi:type="dcterms:W3CDTF">2026-09-27T10:08:10Z</dcterms:modified>
</cp:coreProperties>
</file>