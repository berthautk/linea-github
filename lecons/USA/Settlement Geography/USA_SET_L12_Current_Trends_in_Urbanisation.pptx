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12: Current Trends in Urbanisation.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new quarters.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retirees going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renewal.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each force.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suburbanisation 2. re-urbanisation 3. centrifugal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SETTLEMENT GEOGRAPHY  —  LESSON 12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Trends in Urbanisation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5: Understanding and managing settlement dynamics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 Settlement and Urbanisation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Urbanisation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12: Current Trends in Urbanisation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Suburbanisation, counter-urbanisation, re-urbanisation, centripetal forces, centrifugal forces, gentrification.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Suburbanisation, counter-urbanisation and re-urbanisation: causes and consequences; centripetal and centrifugal forces.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the recent stages of urban change.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suburbanisation.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counter-urbanisation.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re-urbanisation and centripetal and centrifugal forces.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grow with urbanisation.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have a centre and suburbs.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London, rich families first left the centre for the suburbs, then some moved to villages. Now young professionals are moving back into renewed flats in the old docks.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People move in and out of cities in stages.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moving to the suburbs called?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Suburbanisation.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moving back to the centre called?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Re-urbanisation.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how cities in MEDCs change and what may happen in our cities.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STAGES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urban_cycl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Stages of urban change.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STAGES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four stages of urban change.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STAGES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Urbanisation, suburbanisation, counter-urbanisation, re-urbanisation.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SUBURBANISATION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usa_subur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Suburbs from the air (Chicago).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SUBURBANISATION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causes of suburbanisation.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SUBURBANISATION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Cars and better roads, and the wish for space and quiet.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COUNTER-URBANISATION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mixed_far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Countryside with farms.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COUNTER-URBANISATION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some city people move to the countryside?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COUNTER-URBANISATION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quiet, clean air and cheaper houses; working from home.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RE-URBANISATION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usa_docklan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0153" y="1691640"/>
            <a:ext cx="872864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Old and new buildings: London Docklands.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RE-URBANISATION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attracts people back to the city centre?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RE-URBANISATION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Renewed housing, jobs and services close by.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FORCES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cbd_zon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Zones of the city.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FORCES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centripetal and centrifugal forces.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FORCES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Centripetal forces pull people to the centre; centrifugal forces push them out.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 Trends in Urbanisation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Urban Settlement and Urbanisation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Urbanisation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12: Current Trends in Urbanisation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Suburbanisation: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movement of people and activities from the centre to the suburbs.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Counter-urbanisation: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movement of people from cities to small towns and villages.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Re-urbanisation: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movement of people back into city centres.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Trends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Suburbanisation: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Cars, roads and cheaper land pull people outward. The suburbs grow and the centre may decline.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Counter-urbanisation: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Pollution, crime and costs push people away from cities. Phones and the internet allow work from home.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Trends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Re-urbanisation: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Urban renewal makes centres attractive again. Young professionals move in (gentrification).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Forces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Centripetal forces: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Jobs, services and accessibility pull people to the centre. They cause urbanisation and re-urbanisation.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Centrifugal forces: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land prices, congestion and pollution push people out. They cause suburbanisation and counter-urbanisation.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Forces (2/2)</a:t>
            </a:r>
            <a:endParaRPr lang="en-US" sz="3600" dirty="0"/>
          </a:p>
        </p:txBody>
      </p:sp>
      <p:pic>
        <p:nvPicPr>
          <p:cNvPr id="13" name="Image 0" descr="/home/claude/f4/img/v2/urban_cycl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cycle.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 counter-urbanisation.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movement of people from cities to small towns and villages.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centripetal and one centrifugal force.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Centripetal: jobs in the centre. Centrifugal: high land prices.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Movement to the suburbs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Movement back to the centre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Forces pushing people outward are ______.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of the four stages is happening in your town? Give evidence.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13: Urban Regions.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Suburb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banlieue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Suburbanisation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périurbanisation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Counter-urbanisation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contre-urbanisation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Gentrification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gentrification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centre-ville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force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 Settlement and Urbanisation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12: Current Trends in Urbanisation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suburbanisation. Explain counter-urbanisation. Explain re-urbanisation and centripetal and centrifugal forces.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the recent stages of urban change.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Suburbanisation, Counter-urbanisation, Re-urbanisation; II. Trends: Suburbanisation, Counter-urbanisation, Re-urbanisation; III. Forces: Centripetal forces, Centrifugal forces.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of the four stages is happening in your town? Give evidence.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5 (Settlement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“Chicago suburbs from the air” by Scorpions and Centaurs, CC BY-NC-SA 2.0, via Flickr (https://www.flickr.com/photos/62736719@N00/2912708983)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“Timid” by tricky (rick harrison), CC BY-NC-SA 2.0, via Flickr (https://www.flickr.com/photos/81851211@N00/205287304)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“Old &amp; new: University Greenwich, The Queen's House &amp; London Docklands” by Bert Kaufmann, CC BY-NC 2.0, via Flickr (https://www.flickr.com/photos/22746515@N02/26742366958)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2026-09-26T19:01:08Z</dcterms:created>
  <dcterms:modified xsi:type="dcterms:W3CDTF">2026-09-26T19:01:08Z</dcterms:modified>
</cp:coreProperties>
</file>