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Settlement: Meaning, Evolution and Early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Location of Settlement, and the sub-topic is Location of Settlement. The key notions we shall use today are: settlement, permanent settlement, temporary settlement, evolution, location factors. At the end, you should be able to do this: learners are able to explain how settlements began and why early settlements were located where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Population Change in Cameroon. The question was: Draw a map of Cameroon showing dense and sparse regions and the main migration flows.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map shows dense regions (Littoral, West, North-West, Far North) and sparse regions (East, South, Adamawa), with arrows from the West, North and villages to Douala and Yaoundé.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settlement and its types. Number 2: describe the evolution of settlements. Number 3: explain the factors of the location of early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need water, food and shelter. Population is unevenly distributed.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Many old villages in the Mandara Mountains are built on hills with springs nearby, while fishing villages sit on the shores of Lake Chad. Learners ask how early people chose where to live.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want to know why settlements are where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were villages built on hills?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 defence and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near springs and lakes?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 water and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why settlements were founded where they are, to plan new ones wisely.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origin of the villages and towns we live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village built into a hillside (Mandara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place where people live, from one house to a big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nomad tent in the Sahara (Morocco).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Is a nomad camp a permanent or a temporary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Temporary: nomads move with their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from camp to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Put these in order: town, hamlet, city,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Hamlet, village, town,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types of settlement site.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factors of the location of early settlements.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supply, defence and dry, fertile land (also routes,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village on stilts over water (Brunei).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did some people build on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 fishing, trade by boat and protection.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Settlement. A settlement can be understood as follows. On this slide we have Settlement.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Settlement. On this slide we have Permanent and temporary settlements.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Evolution of Settlement. Settlements evolved as follows. On this slide we have Early settlements.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Evolution of Settlement. On this slide we have Growth into towns and cities.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from hamlet to city.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Affecting the Location of Early Settlements. Early settlements were located according to. On this slide we have Water supply and drainage.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Affecting the Location of Early Settlements. On this slide we have Resources and relief.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Affecting the Location of Early Settlements. On this slide we have Defence and routes.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early settlement sites.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permanent and temporary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permanent settlements are lived in all year; temporary ones only for a short time.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factors of the location of early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defence and fertile land (also routes, resources).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settlement; number 2, temporary; number 3, defence.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an old person why your village was founded where it is.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Site and Situation of Settlements.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 SETTLEMENT: MEANING, EVOLUTION AND EARLY LOCATION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Settlement: Meaning, Evolution and Early Location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Settlement: Meaning, Evolution and Early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Settlement, permanent settlement, temporary settlement, evolution, location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settlement; evolution of settlement; factors of the location of early settlements (resources, relief, drainage, routes, defence).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settlements began and why early settlements were located where they are.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Population Change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map of Cameroon showing dense and sparse regions and the main migration 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map shows dense regions (Littoral, West, North-West, Far North) and sparse regions (East, South, Adamawa), with arrows from the West, North and villages to 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settlement and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evolution of settlements.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 location of early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need water, food and shelter.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is unevenly distributed.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old villages in the Mandara Mountains are built on hills with springs nearby, while fishing villages sit on the shores of Lake Chad. Learners ask how early people chose where to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want to know why settlements are where they 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were villages built on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defence and safety.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near springs and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water and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why settlements were founded where they are, to plan new ones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origin of the villages and towns we live 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SETTLEMENT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hillvill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built into a hillside (Mandara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SETTLEMENT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SETTLEMENT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place where people live, from one house to a big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SETTLEMENT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nom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nomad tent in the Sahara (Morocco).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SETTLEMENT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a nomad camp a permanent or a temporary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SETTLEMENT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Temporary: nomads move with their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EVOLUTION OF SETTLEMENT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vo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From camp to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EVOLUTION OF SETTLEMENT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these in order: town, hamlet, city,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EVOLUTION OF SETTLEMENT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Hamlet, village, town,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EARLY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it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settlement site.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EARLY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of the location of early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EARLY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supply, defence and dry, fertile land (also routes,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EARLY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til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on stilts over water (Brunei).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EARLY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some people build on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EARLY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fishing, trade by boat and protection.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Location of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of Settlement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Settlement: Meaning, Evolution and Early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Settlement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settlement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place where people live, with houses and the activities linked to them, from a single hut to a large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Settlement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Permanent and temporary settlements: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Permanent settlements are occupied all year, like villages and towns. Temporary ones are used for a season, like nomad camps and fishing camps.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Evolution of Settlement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Settlements evolved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Early settlements: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Hunters and gatherers lived in temporary camps. The development of farming about 10,000 years ago led to permanent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Evolution of Settlement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Growth into towns and cities: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Surplus food, trade and crafts allowed villages to grow into towns. The Industrial Revolution made cities grow very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Evolution of Settlement</a:t>
            </a:r>
            <a:endParaRPr lang="en-US" sz="3600" dirty="0"/>
          </a:p>
        </p:txBody>
      </p:sp>
      <p:pic>
        <p:nvPicPr>
          <p:cNvPr id="4" name="Image 0" descr="/home/claude/f4/img/v2/evo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from hamlet to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Affecting the Location of Early Settlements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Early settlements were located according to:</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supply and 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settled near springs, rivers and wells, but above flood level. Wet-point sites were common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Affecting the Location of Early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Resources and 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soils, forests, fish and minerals attracted people. Gentle slopes and flat land were easier to build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Affecting the Location of Early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Defence and routes: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Hill tops, river bends and islands were easy to defend. Route junctions, fords and bridging points favoured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Affecting the Location of Early Settlements</a:t>
            </a:r>
            <a:endParaRPr lang="en-US" sz="3600" dirty="0"/>
          </a:p>
        </p:txBody>
      </p:sp>
      <p:pic>
        <p:nvPicPr>
          <p:cNvPr id="4" name="Image 0" descr="/home/claude/f4/img/v2/sit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early settlement sites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permanent and temporary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Permanent settlements are lived in all year; temporary ones only for a short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of the location of early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defence and fertile land (also routes,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place where people live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nomad camp is a ______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Hilltop sites were chosen for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old person why your village was founded where it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Site and Situation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Settlement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L'habitat, l'établissement humain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Hamlet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hameau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nomade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of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Settlement: Meaning, Evolution and Early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settlement and its types. Describe the evolution of settlements. Explain the factors of the location of early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settlements began and why early settlements were located where they are.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Settlement; Evolution of Settlement; Factors Affecting the Location of Early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an old person why your village was founded where it 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your home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Mbororo camps.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the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fishing camps on the coast.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“Village built into the hillside” by 10b travelling / Carsten ten Brink, CC BY-NC-ND 2.0, via Flickr (https://www.flickr.com/photos/77334245@N00/5677301357)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 roadside stop for souvenirs &amp; exploring dry wells, Northern Sahara, ” by ali eminov, CC BY-NC 2.0, via Flickr (https://www.flickr.com/photos/27435717@N00/3437516165)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“Village on the water Brunei.” by Bernard Spragg, CC0 1.0, via Flickr (https://www.flickr.com/photos/88123769@N02/15383937049)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2026-09-27T10:08:08Z</dcterms:created>
  <dcterms:modified xsi:type="dcterms:W3CDTF">2026-09-27T10:08:08Z</dcterms:modified>
</cp:coreProperties>
</file>