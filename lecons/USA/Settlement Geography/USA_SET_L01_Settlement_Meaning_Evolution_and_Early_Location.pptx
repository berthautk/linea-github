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1: Settlement: Meaning, Evolution and Early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your home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compare with Mbororo camps.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the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list the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mention fishing camps on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settlement 2. temporary 3. defence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UPPER SIXTH ARTS  —  SETTLEMENT GEOGRAPHY  —  LESSON 1</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Settlement: Meaning, Evolution and Early Location</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Upper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Location of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Location of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1: Settlement: Meaning, Evolution and Early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Settlement, permanent settlement, temporary settlement, evolution, location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Meaning of settlement; evolution of settlement; factors of the location of early settlements (resources, relief, drainage, routes, defence).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explain how settlements began and why early settlements were located where they are.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settlement and its types.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the evolution of settlements.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factors of the location of early settlements.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People need water, food and shelter.</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Population is unevenly distributed.</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old villages in the Mandara Mountains are built on hills with springs nearby, while fishing villages sit on the shores of Lake Chad. Learners ask how early people chose where to live.</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know why settlements are where they are.</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villages built on hills?</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defence and safety.</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near springs and lakes?</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water and food.</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origin of the villages and towns we live in.</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usa_hillvillage.jpg">    </p:cNvPr>
          <p:cNvPicPr>
            <a:picLocks noChangeAspect="1"/>
          </p:cNvPicPr>
          <p:nvPr/>
        </p:nvPicPr>
        <p:blipFill>
          <a:blip r:embed="rId1"/>
          <a:stretch>
            <a:fillRect/>
          </a:stretch>
        </p:blipFill>
        <p:spPr>
          <a:xfrm>
            <a:off x="2018433" y="1691640"/>
            <a:ext cx="8152085"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village built into a hillside (Mandara region).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settlement?</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place where people live, from one house to a big city.</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TYPES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usa_nomad.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nomad tent in the Sahara (Morocco).</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TYPES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nomad camp a permanent or a temporary settlement?</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TYPES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Temporary: nomads move with their animals.</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EVOLUTION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evolution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From camp to city.</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EVOLUTION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these in order: town, hamlet, city, village.</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EVOLUTION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Hamlet, village, town, city.</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EARLY LOCATION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site_type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Types of settlement site.</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EARLY LOCATION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the location of early settlements.</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EARLY LOCATION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defence and dry, fertile land (also routes, resources).</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EARLY LOCATION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usa_stilt.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village on stilts over water (Brunei).</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EARLY LOCATION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some people build on water?</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EARLY LOCATION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fishing, trade by boat and protection.</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Settlement: Meaning, Evolution and Early Location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Location of Settlement</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Location of Settlement</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Settlement: Meaning, Evolution and Early Location</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Settlement: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place where people live, from a single house to a city.</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Permanent settlement: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settlement that is lived in all year for a long time.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Temporary settlement: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settlement used for a short time, like a nomad camp.</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Evolution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Early settlements: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Hunters and gatherers lived in temporary camps. Farming allowed people to settle permanently.</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Growth: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Hamlets grew into villages, and markets grew into towns. Trade and industry created cities.</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Factors of Early Location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Water and relief: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Settlements needed a water supply but a dry site safe from floods. Gentle slopes and fertile soils were preferred.</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Defence: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Hilltops, river bends and islands were easy to defend. The Mandara villages are an example.</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Factors of Early Location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Resources and routes: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Wood, stone, fish and good land attracted people. Crossroads and river crossings encouraged trade.</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permanent and temporary settlements.</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Permanent settlements are lived in all year; temporary ones only for a short time.</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the location of early settlements.</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defence and fertile land (also routes, resources).</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 place where people live is a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 nomad camp is a ______ settlement.</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Hilltop sites were chosen for ______.</a:t>
            </a:r>
            <a:endParaRPr lang="en-US" sz="3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old person why your village was founded where it is.</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2: Site and Situation.</a:t>
            </a:r>
            <a:endParaRPr lang="en-US" sz="4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Settlement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L'habitat, l'établissement humain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Village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village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Hamlet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hameau</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Defence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défense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Spring</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source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Nomad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nomade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Location of Settlement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1: Settlement: Meaning, Evolution and Early Location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settlement and its types. Describe the evolution of settlements. Explain the factors of the location of early settlements.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explain how settlements began and why early settlements were located where they are.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Settlement, Permanent settlement, Temporary settlement; II. Evolution: Early settlements, Growth; III. Factors of Early Location: Water and relief, Defence, Resources and routes.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Ask an old person why your village was founded where it is.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5 (Settlement Geography).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1: “Village built into the hillside” by 10b travelling / Carsten ten Brink, CC BY-NC-ND 2.0, via Flickr (https://www.flickr.com/photos/77334245@N00/5677301357)</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“A roadside stop for souvenirs &amp; exploring dry wells, Northern Sahara, ” by ali eminov, CC BY-NC 2.0, via Flickr (https://www.flickr.com/photos/27435717@N00/3437516165)</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“Village on the water Brunei.” by Bernard Spragg, CC0 1.0, via Flickr (https://www.flickr.com/photos/88123769@N02/15383937049)</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2026-09-26T19:01:07Z</dcterms:created>
  <dcterms:modified xsi:type="dcterms:W3CDTF">2026-09-26T19:01:07Z</dcterms:modified>
</cp:coreProperties>
</file>