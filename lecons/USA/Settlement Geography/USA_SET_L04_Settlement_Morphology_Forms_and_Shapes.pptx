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Settlement Morphology: Forms and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Settlement Structure. The key notions we shall use today are: morphology, spontaneous, planned, compact, linear, loose-knit, T-shaped, cross-roads, ring, composite. At the end, you should be able to do this: learners are able to identify and explain the shapes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Rural Settlement: Meaning, Types and Size. The question was: Count the houses and services of your village or neighbourhood.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neighbourhood has about 80 houses and services such as a primary school, a church, a mosque, a borehole and a small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morphology. Number 2: distinguish spontaneous and planned forms. Number 3: identify and explain settlement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differ in size. Roads attract houses.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Along the road from Yaoundé to Douala, villages stretch in a long line beside the tarmac. In some old Bamiléké areas, houses are scattered among farms. In new government housing estates, houses are in straight rows.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some villages in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follow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settlement with straight rows?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planned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settlement forms and shapes and encourage planned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shapes of settlements on maps and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temporary nomad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a nomad camp an unstable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moves often and changes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shapes of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shape grows along a road or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linear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compact walled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old walled towns compact?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were built close together inside the walls for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planned suburbs from the air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you recognise a planned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streets and houses of the same size and spacing.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unplanned settlement (Mathare,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spontaneous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that grows without a plan, often irregular and crowded.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Forms. Settlements have the following forms. On this slide we have Unstable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Forms. On this slide we have Stable spontaneous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Forms. On this slide we have Stable planned 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Shapes. The main shapes of settlements are. On this slide we have Isolated dwellings and compact shapes.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Shapes. On this slide we have Loose-knit and linear shapes.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Shapes. On this slide we have T, cross, ring, planned and composite shapes.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shapes.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settlement 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form, shape and layout of a settlement.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houses built along a road, river or coast for access.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linear; number 2, compact; number 3, spontaneous.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shape of your village or quarter and name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Settlement Distribution and Pattern.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SETTLEMENT MORPHOLOGY: FORMS AND SHAPES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Morphology: Forms and Shapes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Settlement Morphology: Forms and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Morphology, spontaneous, planned, compact, linear, loose-knit, T-shaped, cross-roads, ring, composite.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(unstable, stable, spontaneous, planned); shapes and their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explain the shapes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Rural Settlement: Meaning, Types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houses and services of your village or neighbourhood.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neighbourhood has about 80 houses and services such as a primary school, a church, a mosque, a borehole and a small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morphology.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spontaneous and planned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settlement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differ in size.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attract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road from Yaoundé to Douala, villages stretch in a long line beside the tarmac. In some old Bamiléké areas, houses are scattered among farms. In new government housing estates, houses are in straight 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some villages in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follow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settlement with straight 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planned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settlement forms and shapes and encourage planned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shapes of settlements on maps and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temporary nomad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nomad camp an unstable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often and changes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shapes of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shape grows along a road or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linear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compact walled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old walled towns compact?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were built close together inside the walls for defence.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Planned suburbs from the air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recognise a planned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streets and houses of the same size and spacing.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unplanned settlement (Mathare,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spontaneous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that grows without a plan, often irregular and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Settlement Morphology: Forms and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have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temporary or moving settlements, such as nomad camps and shifting cultivators' huts. They change place with seasons or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spontaneous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without a plan, with irregular streets, as in old villages and slums. Houses are added as people arrive.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planned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built according to a plan, with regular streets and plots, like new towns and estates. Services are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shapes of settlements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Isolated dwellings and compact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dwelling stands alone on its farm. A compact settlement has houses close together around a centre, like walled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Loose-knit and linear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Loose-knit settlements have houses spread out with spaces between them. Linear settlements stretch along a road, river or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 cross, ring, planned and composite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 and cross shapes grow at road junctions, and ring shapes surround a central space. Composite shapes mix several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settlement 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 shape and layout of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built along a road, river or coast for access.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along a road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with houses close together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built without a plan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shape of your village or quarter and name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Settlement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Layout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Settlement Morphology: Forms and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morphology. Distinguish spontaneous and planned forms. Identify and explain settlement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explain the shapes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Settlement Forms; Settlement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shape of your village or quarter and name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stone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each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compact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a planned estate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unplanned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2026-09-27T10:08:08Z</dcterms:created>
  <dcterms:modified xsi:type="dcterms:W3CDTF">2026-09-27T10:08:08Z</dcterms:modified>
</cp:coreProperties>
</file>