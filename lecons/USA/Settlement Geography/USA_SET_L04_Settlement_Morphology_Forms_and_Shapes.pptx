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4: Settlement Morphology: Forms and Shapes.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compare with a stone village.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each shape.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a compact village.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find a planned estate in your town.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an unplanned quarter.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linear 2. compact 3. spontaneous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UPPER SIXTH ARTS  —  SETTLEMENT GEOGRAPHY  —  LESSON 4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Settlement Morphology: Forms and Shapes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Upper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5: Understanding and managing settlement dynamics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Rural Settlement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Settlement Structure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4: Settlement Morphology: Forms and Shapes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Morphology, spontaneous, planned, compact, linear, loose-knit, T-shaped, cross-roads, ring, composite.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Forms (unstable, stable, spontaneous, planned); shapes and their types.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identify and explain the shapes of settlements.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settlement morphology.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Distinguish spontaneous and planned forms.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and explain settlement shapes.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Villages differ in size.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Roads attract houses.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Along the road from Yaoundé to Douala, villages stretch in a long line beside the tarmac. In some old Bamiléké areas, houses are scattered among farms. In new government housing estates, houses are in straight rows.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Settlements have different shapes.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are some villages in a line?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follow the road.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do we call a settlement with straight rows?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planned settlement.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read the shapes of settlements on maps and on the ground.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FORMS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usa_noma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temporary nomad camp.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FORMS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is a nomad camp an unstable form?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FORMS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moves often and changes shape.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SHAPES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shapes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shapes of settlements.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SHAPES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Which shape grows along a road or river?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SHAPES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linear shape.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SHAPES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usa_monteriggioni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compact walled town.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SHAPES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are old walled towns compact?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SHAPES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Houses were built close together inside the walls for defence.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PLANNED FORMS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usa_suburb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Planned suburbs from the air (Chicago).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PLANNED FORMS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can you recognise a planned settlement?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PLANNED FORMS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Regular streets and houses of the same size and spacing.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SPONTANEOUS FORMS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usa_slum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8433" y="1691640"/>
            <a:ext cx="8152085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 unplanned settlement (Mathare, Nairobi).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SPONTANEOUS FORMS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a spontaneous settlement?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SPONTANEOUS FORMS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One that grows without a plan, often irregular and crowded.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Settlement Morphology: Forms and Shapes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Rural Settlement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Settlement Structure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4: Settlement Morphology: Forms and Shapes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Settlement morphology: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form, shape and layout of a settlement.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Planned settlement: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settlement built according to a plan, often with a regular layout.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Spontaneous settlement: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settlement that grows without a plan.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Forms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Unstable and stable forms: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Unstable forms like nomad camps move and change. Stable forms stay in one place for generations.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Spontaneous and planned forms: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Spontaneous forms grow freely and are irregular. Planned forms follow a design, like grid towns and estates.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Shapes (1/3)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Compact and loose-knit: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Compact settlements have houses close together around a centre. Loose-knit ones have houses spread with gaps.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Linear, T and cross-roads: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Linear settlements follow a road, river or coast. T and cross-shapes grow where roads meet.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Shapes (2/3)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Ring, planned and composite: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Ring settlements surround a green or square. Composite settlements mix several shapes.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Shapes (3/3)</a:t>
            </a:r>
            <a:endParaRPr lang="en-US" sz="3600" dirty="0"/>
          </a:p>
        </p:txBody>
      </p:sp>
      <p:pic>
        <p:nvPicPr>
          <p:cNvPr id="13" name="Image 0" descr="/home/claude/f4/img/v2/shapes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four shapes.</a:t>
            </a:r>
            <a:endParaRPr lang="en-US" sz="14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Define settlement morphology.</a:t>
            </a:r>
            <a:endParaRPr lang="en-US" sz="4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form, shape and layout of a settlement.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Explain linear settlements.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Houses built along a road, river or coast for access.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settlement along a road is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settlement with houses close together is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settlement built without a plan is ______.</a:t>
            </a:r>
            <a:endParaRPr lang="en-US" sz="36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Draw the shape of your village or quarter and name it.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5: Settlement Distribution and Pattern.</a:t>
            </a:r>
            <a:endParaRPr lang="en-US" sz="4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Shape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forme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Linéaire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Compact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Groupé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Planned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Planifié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Layout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plan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Street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rue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Rural Settlement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4: Settlement Morphology: Forms and Shapes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Define settlement morphology. Distinguish spontaneous and planned forms. Identify and explain settlement shapes.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identify and explain the shapes of settlements.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Settlement morphology, Planned settlement, Spontaneous settlement; II. Forms: Unstable and stable forms, Spontaneous and planned forms; III. Shapes: Compact and loose-knit, Linear, T and cross-roads, Ring, planned and composite.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Draw the shape of your village or quarter and name it.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5 (Settlement Geography).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1: “A roadside stop for souvenirs &amp; exploring dry wells, Northern Sahara, ” by ali eminov, CC BY-NC 2.0, via Flickr (https://www.flickr.com/photos/27435717@N00/3437516165)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3: “Piazza Roma, Monteriggioni, Tuscany” by Ray in Manila, CC BY 2.0, via Flickr (https://www.flickr.com/photos/21186555@N07/27053980373)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4: “Chicago suburbs from the air” by Scorpions and Centaurs, CC BY-NC-SA 2.0, via Flickr (https://www.flickr.com/photos/62736719@N00/2912708983)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5: “Mathare” by Book Aid International, CC BY-NC-ND 2.0, via Flickr (https://www.flickr.com/photos/45024905@N07/4135561707)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2026-09-26T19:01:08Z</dcterms:created>
  <dcterms:modified xsi:type="dcterms:W3CDTF">2026-09-26T19:01:08Z</dcterms:modified>
</cp:coreProperties>
</file>