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20: Settlement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Problems of Town Growth and Planning, and the sub-topic is Problems of Town Growth. The key notions we shall use today are: urban planning, master plan, housing, transport, environment, social inequality. At the end, you should be able to do this: learners are able to explain why towns need planning and suggest planning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19: Bid Rent and Functional Segregation. The question was: Ask the rent of a shop in the centre and one on the outskirts of your town. Explain the difference.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shop in the centre costs much more (e.g. 100,000 FCFA per month) than one on the outskirts (e.g. 20,000 FCFA) because the centre is more accessible and has more customers.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urban planning. Number 2: explain the economic and social reasons for planning. Number 3: explain the transport and environmental reasons for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Towns grow fast in LEDCs. Urban problems include slums and traffic.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After heavy rain, houses built in swamps in Douala are flooded, roads are blocked and waste piles up. The city council says it needs a better master plan.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Unplanned growth causes floods, traffic and waste.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can prevent these problems?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Urban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a master plan?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long-term plan for the land use of a town.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support urban planning to solve problems in our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towns must be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planned housing in a new town (Milton Keynes).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urban planning?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Organising the use of land and services in a town for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four groups of urban problems.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one example of each group of urban problems.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Economic: unemployment. Social: slums. Transport: traffic. Environment: waste.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informal settlement.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can planning improve housing?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Site-and-service schemes and low-cost housing estates.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traffic congestion.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transport solutions.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Bus systems and ring roads (also traffic lights, parking).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flooded street.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planning reduce urban floods?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Stop building in swamps and build good drains.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Planning. Settlement planning can be understood as follows. On this slide we have Urban planning.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for Urban Planning. Planning is needed to solve the following problems. On this slide we have Economic problems.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Urban Planning. On this slide we have Social inequalities and housing.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Urban Planning. On this slide we have Transport problems.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Urban Planning. On this slide we have Environmental problems.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urban problems.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do towns need planning?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to solve economic, social, transport and environmental problems.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planning measures against urban floods.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stop building in swamps and build drains.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planning; number 2, master; number 3, floods.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Suggest a plan to solve one problem in your quarter.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21: Solving Inner City Decay.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20: SETTLEMENT PLANNING</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Settlement Planning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Problems of Town Growth and Planning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Problems of Town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20: Settlement Planning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planning, master plan, housing, transport, environment, social inequality.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planning; reasons: economic problems, social inequalities and housing, transport and environmental problems.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towns need planning and suggest planning measures.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19: Bid Rent and Functional Segregation):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the rent of a shop in the centre and one on the outskirts of your town. Explain the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shop in the centre costs much more (e.g. 100,000 FCFA per month) than one on the outskirts (e.g. 20,000 FCFA) because the centre is more accessible and has more customers.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urban planning.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economic and social reasons for planning.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transport and environmental reasons for planning.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grow fast in LEDCs.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Urban problems include slums and traffic.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heavy rain, houses built in swamps in Douala are flooded, roads are blocked and waste piles up. The city council says it needs a better master plan.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Unplanned growth causes floods, traffic and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prevent these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Urban planning.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master plan?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long-term plan for the land use of a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Support urban planning to solve problems in our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towns must be planned.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newtow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Planned housing in a new town (Milton Keynes).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urban planning?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Organising the use of land and services in a town for the future.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FOR PLANNING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rban_proble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Four groups of urban problems.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FOR PLANNING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of each group of urban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FOR PLANNING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Economic: unemployment. Social: slums. Transport: traffic. Environment: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SOCIAL INEQUALITIES AND HOUSING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slu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informal settlement.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SOCIAL INEQUALITIES AND HOUSING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planning improve housing?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SOCIAL INEQUALITIES AND HOUSING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Site-and-service schemes and low-cost housing estates.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TRANSPORT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traffic.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Traffic congestion.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TRANSPORT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transport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TRANSPORT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Bus systems and ring roads (also traffic lights, parking).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ENVIRONMENTAL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streetflood.jpg">    </p:cNvPr>
          <p:cNvPicPr>
            <a:picLocks noChangeAspect="1"/>
          </p:cNvPicPr>
          <p:nvPr/>
        </p:nvPicPr>
        <p:blipFill>
          <a:blip r:embed="rId1"/>
          <a:stretch>
            <a:fillRect/>
          </a:stretch>
        </p:blipFill>
        <p:spPr>
          <a:xfrm>
            <a:off x="2253375" y="1783080"/>
            <a:ext cx="768494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flooded street.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ENVIRONMENTAL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planning reduce urban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ENVIRONMENTAL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Stop building in swamps and build good drains.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Problems of Town Growth and Planning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Problems of Town Growth</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20: Settlement Planning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Planning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Settlement planning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 planning: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organisation of land use, buildings, transport and services in a settlement to improve living conditions. It is done by councils and ministries.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Urban Planning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Planning is needed to solve the following problems: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Unemployment, informal trade and poor infrastructure slow development. Planning creates industrial zones and markets.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Urban Planning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Social inequalities and housing: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Slums lack water, sanitation and security, while the rich live in separate areas. Planning provides serviced plots and low-cost housing.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Urban Planning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Traffic jams, accidents and poor public transport waste time. Planning builds roads, bus lanes and parking.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Urban Planning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Environmental 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Floods, pollution, waste and loss of green spaces harm health. Planning provides drains, waste collection and parks.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Urban Planning</a:t>
            </a:r>
            <a:endParaRPr lang="en-US" sz="3600" dirty="0"/>
          </a:p>
        </p:txBody>
      </p:sp>
      <p:pic>
        <p:nvPicPr>
          <p:cNvPr id="4" name="Image 0" descr="/home/claude/f4/img/v2/urban_proble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urban problems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towns need planning?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solve economic, social, transport and environmental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planning measures against urban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Stop building in swamps and build drains.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Organising land use in a town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long-term town plan is a ______ plan.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Building in swamps causes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Suggest a plan to solve one problem in your quarter.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21: Solving Inner City Decay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L'urbanisme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Master plan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plan directeur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Housing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logement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caniveau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Council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mairie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Estate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lotissement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Problems of Town Growth and Planning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20: Settlement Planning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urban planning. Explain the economic and social reasons for planning. Explain the transport and environmental reasons for planning.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towns need planning and suggest planning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Planning; Reasons for Urban Planning.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Suggest a plan to solve one problem in your quarter.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define planning.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copy the four boxes.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mention SIC and MAETUR.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your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floods in Douala.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“New Town Housing, Fullers Slade, Milton Keynes” by The JR James Archive, University of Sheffield, CC BY-NC 2.0, via Flickr (https://www.flickr.com/photos/98068999@N05/9253665547)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“Mathare” by Book Aid International, CC BY-NC-ND 2.0, via Flickr (https://www.flickr.com/photos/45024905@N07/4135561707)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“Nairobi Traffic Jam” by rogiro, CC BY-NC 2.0, via Flickr (https://www.flickr.com/photos/43132185@N00/48712135)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“Vicenza flooding Nov.1, 2010” by US Army Africa, CC BY 2.0, via Flickr (https://www.flickr.com/photos/36281822@N08/5157191333)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2026-09-27T10:31:46Z</dcterms:created>
  <dcterms:modified xsi:type="dcterms:W3CDTF">2026-09-27T10:31:46Z</dcterms:modified>
</cp:coreProperties>
</file>