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Settlement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Problems of Town Growth. The key notions we shall use today are: urban planning, master plan, housing, transport, environment, social inequality. At the end, you should be able to do this: learners are able to explain why towns need planning and suggest planning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Bid Rent and Functional Segregation. The question was: Ask the rent of a shop in the centre and one on the outskirts of your town.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shop in the centre costs much more (e.g. 100,000 FCFA per month) than one on the outskirts (e.g. 20,000 FCFA) because the centre is more accessible and has more customers.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planning. Number 2: explain the economic and social reasons for planning. Number 3: explain the transport and environmental reasons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fast in LEDCs. Urban problems include slums and traffic.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heavy rain, houses built in swamps in Douala are flooded, roads are blocked and waste piles up. The city council says it needs a better master plan.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Unplanned growth causes floods, traffic and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can prevent these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master plan?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long-term plan for the land use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urban planning to solve problems in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must be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planned housing in a new town (Milton Keynes).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urban planning?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Organising the use of land and services in a town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four groups of urban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each group of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unemployment. Social: slums. Transport: traffic. Environment: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informal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planning improve housing?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Site-and-service schemes and low-cost housing estates.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traffic congestion.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transport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Bus systems and ring roads (also traffic lights, parking).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planning reduce urban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Stop building in swamps and build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Planning. Settlement planning can be understood as follows. On this slide we have Urban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Urban Planning. Planning is needed to solve the following problems. On this slide we have Economic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Social inequalities and housing.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Transport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Environmental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problems.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towns need planning?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solve economic, social, transport and environmental problems.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planning measures against urban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stop building in swamps and build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planning; number 2, master;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a plan to solve one problem in your quarter.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Solving Inner City Decay.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SETTLEMENT PLANNING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Planning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Settlement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planning, master plan, housing, transport, environment, social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planning; reasons: economic problems, social inequalities and housing, transport and environmental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towns need planning and suggest planning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Bid Rent and Functional Segregation):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the rent of a shop in the centre and one on the outskirts of your town.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shop in the centre costs much more (e.g. 100,000 FCFA per month) than one on the outskirts (e.g. 20,000 FCFA) because the centre is more accessible and has more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planning.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and social reasons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transport and environmental reasons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problems include slums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heavy rain, houses built in swamps in Douala are flooded, roads are blocked and waste piles up. The city council says it needs a better master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Unplanned growth causes floods, traffic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prevent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master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long-term plan for the land use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urban planning to solve problems in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must be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Planned housing in a new town (Milton Keynes).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urban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Organising the use of land and services in a town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groups of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group of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unemployment. Social: slums. Transport: traffic. Environment: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improve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Site-and-service schemes and low-cost housing estates.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congestion.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transport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 systems and ring roads (also traffic lights, parking).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reduce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Stop building in swamps and build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Problems of Town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Settlement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Planning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planning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land use, buildings, transport and services in a settlement to improve living conditions. It is done by councils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Planning is needed to solve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informal trade and poor infrastructure slow development. Planning creates industrial zones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inequalities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lack water, sanitation and security, while the rich live in separate areas. Planning provides serviced plots and low-cost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accidents and poor public transport waste time. Planning builds roads, bus lanes and parking.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pollution, waste and loss of green spaces harm health. Planning provides drains, waste collection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need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solve economic, social, transport and environmental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planning measures against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Stop building in swamps and build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Organising land use in a town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long-term town plan is a ______ plan.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Building in swamps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solve one problem in your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Solving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Master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 directeur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Settlement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planning. Explain the economic and social reasons for planning. Explain the transport and environmental reasons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towns need planning and suggest planning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Planning; Reasons for Urban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a plan to solve one problem in your quarter.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planning.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SIC and MAETUR.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floods in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2026-09-29T03:13:07Z</dcterms:created>
  <dcterms:modified xsi:type="dcterms:W3CDTF">2026-09-29T03:13:07Z</dcterms:modified>
</cp:coreProperties>
</file>