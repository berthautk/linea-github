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urbanisation, urban growth, rural-urban migration, natural increase, urban problems. At the end, you should be able to do this: learners are able to explain urbanisation, its causes and effects, and suggest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The Urban Settlement: Meaning, Types and Origin. The question was: Classify five towns of Cameroon by their main function.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Yaoundé – administrative; Douala – port and commercial; Edéa – industrial (aluminium); Limbe – tourist and industrial (oil refinery); Ngaoundéré – railway and commercial.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urbanisation and describe its history. Number 2: compare urbanisation in MEDCs and LEDCs. Number 3: explain advantages,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migrate from villages to towns. Towns have more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about 14 % of Cameroonians lived in towns; today it is almost 60 %. Douala and Yaoundé grow by thousands of people every month, with new quarters, traffic jams and floods.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are growing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and natural increase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urban growth to reduce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 growth of towns and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share of people living in towns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Compare urbanisation in MEDCs and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MEDCs are already highly urban; LEDCs are urbanising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travellers arriving in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urbanisation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modern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advantages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jobs and better services (schools,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and unemployment (also traffic, pollution,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traffic jam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solution to traffic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Public transport, wider roads and ring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History and Rates of Urbanisation. Urbanisation can be understood as follows. On this slide we have Urbanisation and Brief history.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History and Rates of Urbanisation. On this slide we have Differences between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urbanisation in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Urbanisation. The causes differ between MEDCs and LEDCs. On this slide we have In MEDCs.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Urbanisation. On this slide we have In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Problems and Solutions. Urbanisation has positive and negative effects.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Problems and Solutions. On this slide we have Disadvantages (urban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Problems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urbanisation and urban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urbanisation is the increase in the share of people in towns; urban growth is the increase in town size.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urbanisation in LEDCs.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natural increase.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slums; number 3,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urban problems of your town and a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Current Trends in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rural-urban migration, natural increase,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brief history; rates in MEDCs and LEDCs and their causes; advantages, disadvantages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urbanisation, its causes and effects, and suggest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The Urban Settlement: Meaning, Types and Origin):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towns of Cameroon 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 administrative; Douala – port and commercial; Edéa – industrial (aluminium); Limbe – tourist and industrial (oil refinery); Ngaoundéré – railway and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urbanisation and describe its history.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urbanisation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advantages,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more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about 14 % of Cameroonians lived in towns; today it is almost 60 %. Douala and Yaoundé grow by thousands of people every month, with new quarters, traffic jams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growing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urban growth to reduce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 growth of towns and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people living in towns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urbanisation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DIFFERENCES IN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are already highly urban; LEDCs are urbanising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arriving in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urbanisation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jobs and better services (schools,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unemployment (also traffic, pollution,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traffic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Public transport, wider roads and ring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Brief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1800 only about 3 % of people lived in towns; the world passed 50 % urban in 2007. Europe urbanised first with 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Differences between 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MEDCs are about 80 % urban and grow slowly. LEDCs are less urban (Cameroon about 58 %) but urbanise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History and Rates of Urbanisation</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urbanisation in MEDCs and LEDCs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causes differ between MEDCs and LEDCs: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MEDCs: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created factory jobs in towns in the 19th century. Mechanisation of farming released rural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(push of poverty, pull of jobs, schools and services) and high natural increase in towns cause rapid growth. Insecurity also pushes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positive and negative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jobs, schools, hospitals and markets and drive economic growth. Services are cheaper to provide to concentrated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(urban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causes slums, unemployment, traffic jams, pollution, crime and floods. Water and electricity supply cannot keep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Problems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planning, site-and-service schemes, public transport and rural development reduce problems. Decentralisation develops smaller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urbanisation and urban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is the increase in the share of people in towns; urban growth is the increase in town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urbanisation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increase in the share of town dwellers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Poor, crowded housing areas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Today over ______ % of people live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Public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 en commun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urbanisation and describe its history. Compare urbanisation in MEDCs and LEDCs. Explain advantages,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urbanisation, its causes and effects, and suggest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History and Rates of Urbanisation; Causes of Urbanisation; Advantages,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urban problems of your town and a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push and pull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town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2026-09-29T12:18:51Z</dcterms:created>
  <dcterms:modified xsi:type="dcterms:W3CDTF">2026-09-29T12:18:51Z</dcterms:modified>
</cp:coreProperties>
</file>