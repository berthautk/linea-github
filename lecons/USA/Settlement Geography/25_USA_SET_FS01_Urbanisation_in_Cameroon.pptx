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Urbanisation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Urban Settlement in Cameroon. The key notions we shall use today are: urban centre, urban ranking, colonial town, hinterland, urban problems, planning. At the end, you should be able to do this: learners are able to describe urbanisation in Cameroon and study two major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Controlling Town Spread. The question was: Propose three measures to control the spread of Yaoundé or Douala.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Measures for Yaoundé or Douala: create a green belt, develop satellite towns (e.g. Soa, Edéa), build ring roads and improve public transport so that people can live further away without sprawl.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and ranking of towns in Cameroon. Number 2: explain the growth of towns since colonial times. Number 3: study the site, situation, functions and problems of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 binary urban pattern. Urban problems include slums, traffic and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1900, Cameroon had few towns. Today more than half of Cameroonians live in towns, and Douala and Yaoundé each have about four million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in Cameroon have grown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two cities dominate?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started modern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Colonial administration, ports and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growth of towns in Cameroon to improve living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towns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most large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and west, with some regional capitals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rank-size graph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Rank the first four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Douala, Bamenda, Bafoussam (Garoua is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railway.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urban growth since colonial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administration and transport (ports, railways), then migration and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site, situation and main functions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Wouri estuary; gateway to Central Africa; port, industry,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site and main functions of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Hills of the southern plateau; capital, administration, universities.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in Cameroon. Urbanisation in Cameroon can be described as follows. On this slide we have Rate and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in Cameroon. On this slide we have Ranking.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Growth. Towns in Cameroon grew because of. On this slide we have Colonial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Growth. On this slide we have Demographic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Studies: Douala and Yaoundé. The two main cities can be described as follows. On this slide we have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Douala and Yaoundé.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Douala and Yaoundé. On this slide we have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functions of Douala and Yaoundé.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port, industry, trade. Yaoundé: administration,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urban problems in Cameroon and one solution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floods: drains; traffic: public transport (also slums: housing schemes).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Yaoundé; number 3,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site of Douala or Yaoundé and list three problems of the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Natural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URBANISATION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centre, urban ranking, colonial town, hinterland, urban problems,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and ranking of towns; growth since colonial times and its factors; site, situation, functions and links of two towns; urban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urbanisation in Cameroon and study two major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Controlling Town Spread):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measures to control the spread of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Measures for Yaoundé or Douala: create a green belt, develop satellite towns (e.g. Soa, Edéa), build ring roads and improve public transport so that people can live further away without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and ranking of towns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growth of towns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Study the site, situation, functions and problems of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binary urban pattern.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problems include slums, traffic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1900, Cameroon had few towns. Today more than half of Cameroonians live in towns, and Douala and Yaoundé each have about four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in Cameroon have grown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cities dominate?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started modern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administration, ports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growth of towns in Cameroon to improve living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towns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OF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large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and west, with some regional capitals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RANKING OF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graph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RANKING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 first four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RANKING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Douala, Bamenda, Bafoussam (Garoua is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URBAN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URBAN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urban growth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URBAN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administration and transport (ports, railways), then migration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DOUALA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situation and main functions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Wouri estuary; gateway to Central Africa; port, industry,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YAOUNDÉ</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main functions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Hills of the southern plateau; capital, administration,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in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in Cameroon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and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58 % of Cameroonians live in towns, and the rate is rising fast. Most large towns are in the south and west, with Douala and Yaoundé far ahead.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and Douala have about 4 million people each, followed by Garoua, Bamenda, Bafoussam and Maroua. The pattern is 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in Cameroon</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Urban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in Cameroon grew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and 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ports, railways and plantations created towns such as Douala and Nkongsamba. Industries, trade and administration attract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Urban Growth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 add many people. Administrative decisions (regional capitals, universities) also create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Case Studies: Douala and Yaoundé</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main cities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sited on low, swampy land on the Wouri estuary, with a situation at the gate of Cameroon and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Case Studies: Douala and Yaoundé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port, industrial and commercial centre, but suffers from floods, slums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Case Studies: Douala and Yaoundé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sited on hills and valleys of the South Cameroon Plateau, at the centre of the country. It is the political capital with ministries, universities and embassies, but faces erosion, floods in valleys and congestion.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functions of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industry, trade. Yaoundé: administration,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 in Cameroon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drains; traffic: public transport (also slums: housing schemes).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capital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sited on the ______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site of Douala or Yaoundé and list three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Urbanisation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and ranking of towns in Cameroon. Explain the growth of towns since colonial times. Study the site, situation, functions and problems of Douala and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urbanisation in Cameroon and study two major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Urbanisation in Cameroon; Factors of Urban Growth; Case Studies: Douala and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site of Douala or Yaoundé and list three problems of the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rank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Yaoundé.</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2026-09-27T10:31:46Z</dcterms:created>
  <dcterms:modified xsi:type="dcterms:W3CDTF">2026-09-27T10:31:46Z</dcterms:modified>
</cp:coreProperties>
</file>