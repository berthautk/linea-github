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5: Settlement Distribution and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dots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Bamiléké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dispersed.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roadside villages.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village regrouping.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dispersed 2. nucleated 3. linear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Distribution and Pattern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 on the Landscape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Settlement Distribution and 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Distribution, pattern, dispersed, nucleated, clustered, linear, intercalary, regular, random.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and pattern: meaning, types and factors; changes of rural patterns over time.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settlement patterns and their changes.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settlement distribution and pattern.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dispersed, nucleated, linear and planned patterns.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and changes of patterns.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have different shapes.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roads attract settlement.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of the West Region, houses are scattered all over the hills. On a map of the Far North plains, houses gather in tight villages far apart. Near new roads, villages have moved to line the road.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Settlements are spread in different ways.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West pattern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Dispersed.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did villages move to the roads?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transport, markets and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describe how settlements are spread over the land and why.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atter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settlement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dispersed and nucleated patterns.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Dispersed: houses scattered. Nucleated: houses grouped in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DISPERSED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tea_highlan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994" y="1691640"/>
            <a:ext cx="1027696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 and houses on the highlands.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DISPERSED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settlement dispersed in the Western Highlands?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DISPERSED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is everywhere and each family lives on its farmland.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NUCLEATED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hillvi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grouped village on a hillside.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NUCLEATED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reasons for nucleated settlement.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NUCLEATED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Defence and scarce water points (also shared land, tradition).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moto_tax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roadside village.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villages line up along roads today?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transport, trade and access to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cmr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rural road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have rural patterns changed in Cameroon since colonial times?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were regrouped along roads, and some became more nucleated.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 Distribution and Pattern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Rural Settlement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Rural Settlement on the Landscape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Settlement Distribution and Pattern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how settlements are spread over an area, dense or sparse.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 pattern: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arrangement of settlements in relation to each other.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Intercalary settlement: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small settlement between larger ones.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Pattern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Dispersed: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Houses are scattered across the land. It is found where water is everywhere and land is shared by families.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Nucleated: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Houses are grouped in villages with open land between. It results from defence, scarce water or common land.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Pattern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Linear and planned: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patterns follow roads, rivers or coasts. Planned patterns are regular, made by governments.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Changes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Water, relief, soils and floods decide where houses can be built. Swamps and steep slopes are avoided.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Human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Security, land tenure, roads and government policy shape patterns. Towns attract settlements.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Changes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Changes: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Peace allowed people to leave hilltops and disperse. Roads and regrouping made villages linear.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distribution and pattern.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is how dense or sparse settlements are; pattern is their arrangement.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causes of a dispersed pattern.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everywhere and family land (also peace, fertile soils).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Scattered houses form a ______ pattern.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Grouped houses form a ______ pattern.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along a road form a ______ pattern.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topographic map, describe the settlement pattern of one area.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1: Nearest Neighbour Analysis.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disposition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Regrouping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regroupement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tenure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régime foncier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Settlement Distribution and Pattern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settlement distribution and pattern. Describe dispersed, nucleated, linear and planned patterns. Explain the factors and changes of patterns.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settlement patterns and their changes.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Settlement distribution, Settlement pattern, Intercalary settlement; II. Types of Pattern: Dispersed, Nucleated, Linear and planned; III. Factors and Changes: Physical factors, Human factors, Changes.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topographic map, describe the settlement pattern of one area.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“Carlo in the tea” by luigig, CC BY 2.0, via Flickr (https://www.flickr.com/photos/51035803402@N01/3175986747)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“Village built into the hillside” by 10b travelling / Carsten ten Brink, CC BY-NC-ND 2.0, via Flickr (https://www.flickr.com/photos/77334245@N00/5677301357)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“Cameroon - UN Women's Gender Road Project” by UN Women Gallery, CC BY-NC-ND 2.0, via Flickr (https://www.flickr.com/photos/51431730@N04/47586053052)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“Cameroon - UN Women's Gender Road Project” by UN Women Gallery, CC BY-NC-ND 2.0, via Flickr (https://www.flickr.com/photos/51431730@N04/46914753474)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