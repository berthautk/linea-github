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Solving Inner City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Planning Inner Cities. The key notions we shall use today are: inner city decay, urban renewal, redevelopment, gentrification, regeneration. At the end, you should be able to do this: learners are able to explain inner city decay and evaluate urban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Settlement Planning. The question was: Suggest a plan to solve one problem in your quarter.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our quarter floods every rainy season; plan – clean the drains monthly, build a wider concrete drain, stop building on the stream bed and plant grass on bare land.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inner city decay and its causes. Number 2: explain urban renewal and its stages. Number 3: evaluate a renewal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inner city surrounds the CBD. People moved out to the suburbs.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London, the old docks closed in the 1970s and the area became empty and poor. Today it has tall offices, new flats and a light railway. Learners ask if everyone benefited.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old inner area declined and was then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decline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Inner city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rebuilding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renew old quarters while protecting their inhabitants.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old city areas can be revived.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old, crowded housing.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signs of inner city decay.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Old, crowded houses and empty factories (also poverty,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suburbs.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did inner cities decline in MEDCs?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Factories closed and richer people moved to the suburbs.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stages of urban renewal.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during redevelopment?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flats, offices, roads and parks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london Docklands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success and one problem of the Docklands scheme.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Success: new jobs and offices. Problem: local people could not afford new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are old quarters renewed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Demolition of slums and building of roads and estates (with compensation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Inner city decay and Urban renewal.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Inner City Decay. Inner city decay can be studied as follows. On this slide we have Signs.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Inner City Decay. On this slide we have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Renewal in Inner Cities. Inner cities are renewed in the following ways. On this slide we have Redevelopment.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Renewal in Inner Cities. On this slide we have Rehabilitation.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Renewal in Inner Cities.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renewal.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inner city decay.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closure of industries and movement of people to the suburbs.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urban renewal.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better environment and jobs. Disadvantage: poor local people pushed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decay; number 2, renewal; number 3, gentrification.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an old quarter in your town and suggest how it could be renewed.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Controlling Town Spread.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SOLVING INNER CITY DECAY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Solving Inner City Decay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Planning Inner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Solving Inner City Decay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Inner city decay, urban renewal, redevelopment, gentrification, regeneration.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Inner city decay and urban renewal in inner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inner city decay and evaluate urban renewal.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Settlement Planning):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solve one problem in your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our quarter floods every rainy season; plan – clean the drains monthly, build a wider concrete drain, stop building on the stream bed and plant grass on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inner city decay and its causes.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urban renewal and its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a renewal scheme.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inner city surrounds the CBD.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moved out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London, the old docks closed in the 1970s and the area became empty and poor. Today it has tall offices, new flats and a light railway. Learners ask if everyone benefited.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old inner area declined and was then rebuilt.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decline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rebuilding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renewal.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 old quarters while protecting their inhabitants.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old city areas can be revived.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crowded housing.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signs of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crowded houses and empty factories (also poverty,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inner cities decline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closed and richer people moved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during redevelopment?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flats, offices, roads and parks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docklands.jpg">    </p:cNvPr>
          <p:cNvPicPr>
            <a:picLocks noChangeAspect="1"/>
          </p:cNvPicPr>
          <p:nvPr/>
        </p:nvPicPr>
        <p:blipFill>
          <a:blip r:embed="rId1"/>
          <a:stretch>
            <a:fillRect/>
          </a:stretch>
        </p:blipFill>
        <p:spPr>
          <a:xfrm>
            <a:off x="1978396" y="1783080"/>
            <a:ext cx="8234904"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London Docklands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success and one problem of the Docklands scheme.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Success: new jobs and offices. Problem: local people could not afford new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old quarters renewed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Demolition of slums and building of roads and estates (with compensation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Planning Inner Cities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Solving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city decay: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decline of the old areas near the city centre.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renewal: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improvement of decayed urban areas by redevelopment or rehabilitation.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Inner City Decay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Inner city decay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overcrowded houses, empty factories, derelict land, unemployment and crime are signs of decay. Services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Inner City Decay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closed or moved to the suburbs, and richer people left for better housing. Poor migrants remained in old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Inner cities are renewed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buildings are demolished and replaced by new housing, offices and roads. It is fast but displaces residents.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Rehabilitation: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houses are repaired and modernised, and services improved. It keeps the community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London Docklands were transformed into offices, housing and transport links, but some local people could not afford the new houses. In Cameroon, old quarters of Douala and Yaoundé are restructured with new roads and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Closure of industries and movement of people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urban renewal.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better environment and jobs. Disadvantage: poor local people pushed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decline of old central areas is inner city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Rebuilding old areas is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Richer people moving into renewed areas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an old quarter in your town and suggest how it could be renewed.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Controlling Town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dégradation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Renewal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rénovation urbaine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Demolition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démolition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Docks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docks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L'indemnisation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Solving Inner City Decay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inner city decay and its causes. Explain urban renewal and its stages. Evaluate a renewal scheme.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inner city decay and evaluate urban renewal.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Inner City Decay; Urban Renewal in Inner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 old quarter in your town and suggest how it could be renewed.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link to suburbanisation.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four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winners and losers.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demolitions.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“Old &amp; new: University Greenwich, The Queen's House &amp; London Docklands” by Bert Kaufmann, CC BY-NC 2.0, via Flickr (https://www.flickr.com/photos/22746515@N02/26742366958)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2026-09-29T12:18:53Z</dcterms:created>
  <dcterms:modified xsi:type="dcterms:W3CDTF">2026-09-29T12:18:53Z</dcterms:modified>
</cp:coreProperties>
</file>