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9: Differences between Rural and Urban Settlements.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copy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Norway and Japan.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services in town.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differences.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the fringe.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trade (industry) 2. continuum 3. agricultural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SETTLEMENT GEOGRAPHY  —  LESSON 9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between Rural and Urban Settlements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5: Understanding and managing settlement dynamics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 Settlement and Urbanisation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Comparing Settlements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9: Differences between Rural and Urban Settlements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Rural, urban, population threshold, function, land use, continuum.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Criteria: population size and composition, sociological characteristics, land use, functions, morphology; critical analysis.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distinguish rural and urban settlements using several criteria.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criteria used to distinguish rural and urban settlements.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rural and urban settlements.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Criticise the criteria.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people mostly farm.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 have many services.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Cameroon, a settlement is often called urban if it is a divisional headquarters. In Norway, 200 people make a town; in Japan you need 50,000. Learners ask what really makes a town.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Countries use different definitions of "urban".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population size enough?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No, functions and way of life also matter.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another criterion.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occupation of the people.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what makes a place a town.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CRITERIA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rural_urba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Criteria for rural and urban settlements.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CRITERIA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criteria used to distinguish rural and urban settlements.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CRITERIA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Population size, main occupation and land use (also way of life, services).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POPULATION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usa_crow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busy town market.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POPULATION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population size not a perfect criterion?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POPULATION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Countries use very different thresholds.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FUNCTIONS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usa_cb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central business district.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FUNCTIONS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functions are typical of towns?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FUNCTIONS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Trade, industry, administration and services.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WAY OF LIFE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usa_hillvill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village.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WAY OF LIFE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is village life different from town life?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WAY OF LIFE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Closer family ties and traditions; town life is more individual and mixed.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CRITICAL ANALYSIS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usa_subur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Suburbs mixing town and countryside.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CRITICAL ANALYSIS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geographers speak of a rural-urban continuum?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CRITICAL ANALYSIS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no sharp line; places change gradually from rural to urban.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Differences between Rural and Urban Settlements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Urban Settlement and Urbanisation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Comparing Settlements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9: Differences between Rural and Urban Settlements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Urban settlement: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large settlement where most people work in industry, trade and services.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Rural-urban continuum: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gradual change from rural to urban with no sharp line.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Criteria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Population: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Towns have more people and higher densities. Each country uses its own threshold.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Functions and occupation: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Villages are mainly agricultural. Towns have trade, industry, administration and services.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Criteria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Land use and morphology: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Towns have dense buildings, roads and a CBD. Villages have fields and scattered houses.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Sociological characteristics: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Town dwellers come from many groups and live more individually. Villagers share close family ties.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Critical Analysis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Weaknesses: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single criterion works everywhere. Some large villages are more populous than small towns.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Conclusion: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Several criteria must be used together. The rural-urban continuum better describes reality.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Critical Analysis (2/2)</a:t>
            </a:r>
            <a:endParaRPr lang="en-US" sz="3600" dirty="0"/>
          </a:p>
        </p:txBody>
      </p:sp>
      <p:pic>
        <p:nvPicPr>
          <p:cNvPr id="13" name="Image 0" descr="/home/claude/f4/img/v2/rural_urba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table.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differences between rural and urban settlements.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Size, main occupation and services (also land use, way of life).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population size a weak criterion?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country uses a different threshold.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Towns mainly have ______ and services.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gradual change from village to city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Villages are mainly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your village and a nearby town using four criteria.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10: The Urban Settlement.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critère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fonction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seuil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Way of life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mode de vie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 Settlement and Urbanisation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9: Differences between Rural and Urban Settlements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the criteria used to distinguish rural and urban settlements. Compare rural and urban settlements. Criticise the criteria.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distinguish rural and urban settlements using several criteria.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Urban settlement, Rural-urban continuum; II. Criteria: Population, Functions and occupation, Land use and morphology, Sociological characteristics; III. Critical Analysis: Weaknesses, Conclusion.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your village and a nearby town using four criteria.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5 (Settlement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“Wax market” by zouzouwizman, CC BY 2.0, via Flickr (https://www.flickr.com/photos/61111202@N00/12129001)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“Central Business District” by alantankenghoe, CC BY 2.0, via Flickr (https://www.flickr.com/photos/57785759@N06/5548938771)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“Village built into the hillside” by 10b travelling / Carsten ten Brink, CC BY-NC-ND 2.0, via Flickr (https://www.flickr.com/photos/77334245@N00/5677301357)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“Chicago suburbs from the air” by Scorpions and Centaurs, CC BY-NC-SA 2.0, via Flickr (https://www.flickr.com/photos/62736719@N00/2912708983)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2026-09-26T19:01:08Z</dcterms:created>
  <dcterms:modified xsi:type="dcterms:W3CDTF">2026-09-26T19:01:08Z</dcterms:modified>
</cp:coreProperties>
</file>