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19: Bid Rent and Functional Segregation.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three curves.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building heights.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rich and poor quarters.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your town.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link to density.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bid 2. CBD 3. social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SETTLEMENT GEOGRAPHY  —  LESSON 19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Rent and Functional Segregation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5: Understanding and managing settlement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City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City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19: Bid Rent and Functional Segregation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 rent, land value, accessibility, functional segregation, social segregation.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 rent theory: land value falling with distance from the CBD; bid rent curves; other factors (government, planning, relief, social segregation); effects on housing and activities.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land use zones in cities with bid rent theory.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bid rent and land value.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and read bid rent curves.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other factors of segregation and their effects.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is expensive in the CBD.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have zones.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Douala, a small shop in Akwa pays a very high rent, while a large factory in Bassa pays less per square metre, and families find cheaper land far from the centre. Learners ask why.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 prices change across the city.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land most expensive?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centre, the most accessible place.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theory explains this?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Bid rent theory.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why activities occupy different parts of a city.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BID RENT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bid_rent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960" y="1691640"/>
            <a:ext cx="998903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Bid rent curves.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BID RENT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can shops pay the highest rents in the CBD?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BID RENT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need many customers, and the centre is most accessible.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BID RENT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usa_cb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Tall buildings in the CBD.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BID RENT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buildings tall in the CBD?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BID RENT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 is expensive, so owners build upwards.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SEGREGATION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usa_sl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poor quarter.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SEGREGATION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social segregation?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SEGREGATION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separation of rich and poor groups in different areas.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OTHER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usa_bamen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city in hilly relief.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OTHER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relief affect land use in a city?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OTHER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Steep slopes and swamps are avoided or used by the poor.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density_laps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Density falls from the centre.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bid rent affect population density?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rents near the centre lead to dense housing or flats.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Bid Rent and Functional Segregation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Internal City Structure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Internal City Structure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19: Bid Rent and Functional Segregation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Bid rent: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price a land user is willing to pay for land at a given place.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how easy it is to reach a place.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segregation: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separation of different land uses into different zones.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Bid Rent Theory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Principle: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 value is highest at the most accessible point, the CBD. It falls with distance from the centre.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Curves: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Shops and offices have steep curves and win the centre. Industry is next, and housing takes cheaper land further out.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Bid Rent Theory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Secondary peaks: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 junctions and suburban centres have higher values. They form small peaks on the curve.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Other Factors and Effects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Other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Government planning, zoning laws and relief change land use. Social segregation separates rich and poor.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Effects on housing: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 the centre there are flats or crowded housing. Far out there are larger houses and gardens.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Other Factors and Effects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Effects on activities: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Shops and offices stay central, and industry moves to the edge. Hypermarkets use cheap land on the outskirts.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Other Factors and Effects (3/3)</a:t>
            </a:r>
            <a:endParaRPr lang="en-US" sz="3600" dirty="0"/>
          </a:p>
        </p:txBody>
      </p:sp>
      <p:pic>
        <p:nvPicPr>
          <p:cNvPr id="13" name="Image 0" descr="/home/claude/f4/img/v2/bid_rent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960" y="1691640"/>
            <a:ext cx="998903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bid rent graph.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why land values fall with distance from the CBD.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Accessibility falls, so land users bid less.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factors other than bid rent that affect land use.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Planning laws and relief (also social segregation).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price a user will pay for land is the ______ rent.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 value is highest in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Separation of rich and poor is ______ segregation.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the rent of a shop in the centre and one on the outskirts of your town. Explain the difference.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20: Settlement Planning.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loyer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value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valeur foncière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L'accessibilité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Segregation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ségrégation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zonage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Outskirts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périphérie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City Structure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19: Bid Rent and Functional Segregation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bid rent and land value. Draw and read bid rent curves. Explain other factors of segregation and their effects.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land use zones in cities with bid rent theory.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Bid rent, Accessibility, Functional segregation; II. Bid Rent Theory: Principle, Curves, Secondary peaks; III. Other Factors and Effects: Other factors, Effects on housing, Effects on activities.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the rent of a shop in the centre and one on the outskirts of your town. Explain the difference.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5 (Settlement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“Central Business District” by alantankenghoe, CC BY 2.0, via Flickr (https://www.flickr.com/photos/57785759@N06/5548938771)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“Mathare” by Book Aid International, CC BY-NC-ND 2.0, via Flickr (https://www.flickr.com/photos/45024905@N07/4135561707)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“Bamenda, Cameroon” by jbdodane, CC BY-NC 2.0, via Flickr (https://www.flickr.com/photos/27998473@N02/11293877215)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2026-09-26T19:01:09Z</dcterms:created>
  <dcterms:modified xsi:type="dcterms:W3CDTF">2026-09-26T19:01:09Z</dcterms:modified>
</cp:coreProperties>
</file>