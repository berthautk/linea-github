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Lst>
  <p:notesMasterIdLst>
    <p:notesMasterId r:id="rId5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notesMaster" Target="notesMasters/notesMaster1.xml"/><Relationship Id="rId56" Type="http://schemas.openxmlformats.org/officeDocument/2006/relationships/presProps" Target="presProps.xml"/><Relationship Id="rId57" Type="http://schemas.openxmlformats.org/officeDocument/2006/relationships/viewProps" Target="viewProps.xml"/><Relationship Id="rId58" Type="http://schemas.openxmlformats.org/officeDocument/2006/relationships/theme" Target="theme/theme1.xml"/><Relationship Id="rId5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12: Current Trends in Urbanisation.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5: Understanding and managing settlement dynamics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Urban Settlement and Urbanisation, and the sub-topic is Urbanisation. The key notions we shall use today are: suburbanisation, counter-urbanisation, re-urbanisation, centripetal forces, centrifugal forces, gentrification. At the end, you should be able to do this: learners are able to explain the recent stages of urban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11: Urbanisation. The question was: List three urban problems of your town and a solution for each.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Examples: traffic jams – build more roads and use buses; flooding – clean and enlarge drains; unemployment – support small businesses and vocational training.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explain suburbanisation. Number 2: explain counter-urbanisation. Number 3: explain re-urbanisation and centripetal and centrifugal forces.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Cities grow with urbanisation. Cities have a centre and suburbs.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In London, rich families first left the centre for the suburbs, then some moved to villages. Now young professionals are moving back into renewed flats in the old docks.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People move in and out of cities in stages.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is moving to the suburbs called?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Suburbanisation.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is moving back to the centre called?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Re-urbanisation.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recognise current urban trends in our towns and plan for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how cities in MEDCs change and what may happen in our cities.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stages of urban change.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Name the four stages of urban change.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Urbanisation, suburbanisation, counter-urbanisation, re-urbanisation.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suburbs from the air (Chicago).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Give two causes of suburbanisation.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Cars and better roads, and the wish for space and quiet.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countryside with farms.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Why do some city people move to the countryside?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For quiet, clean air and cheaper houses; working from home.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old and new buildings: London Docklands.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What attracts people back to the city centre?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Renewed housing, jobs and services close by.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diagram: zones of the city.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Distinguish centripetal and centrifugal forces.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Centripetal forces pull people to the centre; centrifugal forces push them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Centripetal forces.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Centrifugal forces.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Current Trends in Urbanisation. Towns in MEDCs have gone through the following trends. On this slide we have Suburbanisation.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Current Trends in Urbanisation. On this slide we have Counter-urbanisation.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Current Trends in Urbanisation. On this slide we have Re-urbanisation.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stages of urban change.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Causes and Consequences. These trends have causes and consequences. On this slide we have Centripetal and centrifugal forces.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Causes and Consequences. On this slide we have Consequences.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Define counter-urbanisation.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movement of people from cities to small towns and villages.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one centripetal and one centrifugal force.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centripetal: jobs in the centre. Centrifugal: high land prices.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suburbanisation; number 2, re-urbanisation; number 3, centrifugal.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Which of the four stages is happening in your town? Give evidence.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13: Urban Regions: Millionaire Cities, Conurbations and Megalopolis.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12: CURRENT TRENDS IN URBANISATION</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12</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Current Trends in Urbanisation</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5: Understanding and managing settlement dynamics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Urban Settlement and Urbanisation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Urbanisation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12: Current Trends in Urbanisation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Suburbanisation, counter-urbanisation, re-urbanisation, centripetal forces, centrifugal forces, gentrification.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Suburbanisation, counter-urbanisation and re-urbanisation: causes and consequences; centripetal and centrifugal forces.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the recent stages of urban change.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11: Urbanisation):</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List three urban problems of your town and a solution for each.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Examples: traffic jams – build more roads and use buses; flooding – clean and enlarge drains; unemployment – support small businesses and vocational training.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suburbanisation.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counter-urbanisation.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re-urbanisation and centripetal and centrifugal forces.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Cities grow with urbanisation.</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Cities have a centre and suburbs.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London, rich families first left the centre for the suburbs, then some moved to villages. Now young professionals are moving back into renewed flats in the old docks.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People move in and out of cities in stages.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moving to the suburbs called?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Suburbanisation.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moving back to the centre called?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Re-urbanisation.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Recognise current urban trends in our towns and plan for them.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how cities in MEDCs change and what may happen in our cities.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STAGES OF URBAN CHANGE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urban_cycl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Stages of urban change.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STAGES OF URBAN CHANGE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four stages of urban change.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STAGES OF URBAN CHANGE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Urbanisation, suburbanisation, counter-urbanisation, re-urbanisation.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SUBURBANISATION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usa_suburb.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Suburbs from the air (Chicago).</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SUBURBANISATION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causes of suburbanisation.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SUBURBANISATION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Cars and better roads, and the wish for space and quiet.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COUNTER-URBANISATION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2t_mixed_farm.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Countryside with farms.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COUNTER-URBANISATION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 some city people move to the countryside?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COUNTER-URBANISATION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For quiet, clean air and cheaper houses; working from home.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RE-URBANISATION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usa_docklands.jpg">    </p:cNvPr>
          <p:cNvPicPr>
            <a:picLocks noChangeAspect="1"/>
          </p:cNvPicPr>
          <p:nvPr/>
        </p:nvPicPr>
        <p:blipFill>
          <a:blip r:embed="rId1"/>
          <a:stretch>
            <a:fillRect/>
          </a:stretch>
        </p:blipFill>
        <p:spPr>
          <a:xfrm>
            <a:off x="1978396" y="1783080"/>
            <a:ext cx="8234904"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Old and new buildings: London Docklands.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RE-URBANISATION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attracts people back to the city centre?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RE-URBANISATION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Renewed housing, jobs and services close by.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5. CENTRIPETAL AND CENTRIFUGAL FORCES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cbd_zon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Zones of the city.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5. CENTRIPETAL AND CENTRIFUGAL FORCES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Distinguish centripetal and centrifugal forces.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5. CENTRIPETAL AND CENTRIFUGAL FORCES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Centripetal forces pull people to the centre; centrifugal forces push them out.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Urban Settlement and Urbanisation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Urbanisation</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12: Current Trends in Urbanisation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Centripetal forces: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forces that attract people and activities to the city centre.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Centrifugal forces: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forces that push people and activities away from the centre.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Current Trends in Urbanisation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Towns in MEDCs have gone through the following trends: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Suburbanisation: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People and activities move from the inner city to the suburbs, helped by cars and cheaper land. It causes urban sprawl and commuting.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Current Trends in Urbanisation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Counter-urbanisation: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People move from cities to small towns and villages in search of a quieter life and cheaper houses. Telecommuting and retirement encourage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Current Trends in Urbanisation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Re-urbanisation: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People move back into renewed city centres to be near jobs and entertainment. Gentrification and regeneration schemes such as the London Docklands attract them.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Current Trends in Urbanisation</a:t>
            </a:r>
            <a:endParaRPr lang="en-US" sz="3600" dirty="0"/>
          </a:p>
        </p:txBody>
      </p:sp>
      <p:pic>
        <p:nvPicPr>
          <p:cNvPr id="4" name="Image 0" descr="/home/claude/f4/img/v2/urban_cycl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stages of urban change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Causes and Consequences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These trends have causes and consequences: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Centripetal and centrifugal forces: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Jobs, services and accessibility attract people to the centre. Congestion, pollution, high rents and crime push them out.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Causes and Consequences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Consequences: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Suburbanisation empties inner cities and increases traffic. Re-urbanisation renews centres but may push poor residents out.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Define counter-urbanisation.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movement of people from cities to small towns and villages.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centripetal and one centrifugal force.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Centripetal: jobs in the centre. Centrifugal: high land prices.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Movement to the suburbs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Movement back to the centre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Forces pushing people outward are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of the four stages is happening in your town? Give evidence.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13: Urban Regions: Millionaire Cities, Conurbations and Megalopolis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Suburb</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banlieue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Suburbanisation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périurbanisation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Counter-urbanisation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contre-urbanisation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Gentrification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gentrification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Centre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centre-ville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Force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force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Urban Settlement and Urbanisation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12: Current Trends in Urbanisation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Explain suburbanisation. Explain counter-urbanisation. Explain re-urbanisation and centripetal and centrifugal forces.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the recent stages of urban change.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Current Trends in Urbanisation; Causes and Consequences.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Which of the four stages is happening in your town? Give evidence.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the cycle.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discuss new quarters.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discuss retirees going home.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describe renewal.</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list each force.</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5 (Settlement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“Chicago suburbs from the air” by Scorpions and Centaurs, CC BY-NC-SA 2.0, via Flickr (https://www.flickr.com/photos/62736719@N00/2912708983)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“Timid” by tricky (rick harrison), CC BY-NC-SA 2.0, via Flickr (https://www.flickr.com/photos/81851211@N00/205287304)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“Old &amp; new: University Greenwich, The Queen's House &amp; London Docklands” by Bert Kaufmann, CC BY-NC 2.0, via Flickr (https://www.flickr.com/photos/22746515@N02/26742366958)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53</Slides>
  <Notes>53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53</vt:i4>
      </vt:variant>
    </vt:vector>
  </HeadingPairs>
  <TitlesOfParts>
    <vt:vector size="5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2026-09-29T03:13:04Z</dcterms:created>
  <dcterms:modified xsi:type="dcterms:W3CDTF">2026-09-29T03:13:04Z</dcterms:modified>
</cp:coreProperties>
</file>