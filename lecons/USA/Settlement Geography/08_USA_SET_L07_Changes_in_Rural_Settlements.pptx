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Changes in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Recent Changes in Rural Settlements. The key notions we shall use today are: rural depopulation, suburbanised village, function, planning, rural development. At the end, you should be able to do this: learners are able to explain recent changes in rural settlements and propose planning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Rural Settlements and the Physical Environment. The question was: Describe the traditional house of your area and explain its materials.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 the North, traditional houses are round, with thick mud walls and grass thatch; mud keeps them cool, and grass is available locally and easy to replace.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changes in size, form and function of villages. Number 2: explain the problems that result. Number 3: suggest planning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Young people migrate to towns. Villages move along 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village near Yaoundé now has cement houses, a bar, a secondary school and commuters who work in town. A village in the East has lost half its young people and has empty houses.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are changing in different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first village growing?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city and has become a commuter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second village declining?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Young people have left for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rural development to reduce the problems of changing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villages are changing and how to plan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traditional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some remote villages lose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people migrate to towns for jobs and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 with modern materials.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are village houses changing?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Cement blocks and iron roofs replace mud and thatch.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village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new functions of villages near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Homes for commuters and services like shops and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rural settlements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roads and lack of water, electricity and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to rural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Boreholes, rural electrification and better roads (also schools,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Changes in Rural Settlements. Rural settlements change in the following ways. On this slide we have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in Rural Settlements. On this slide we have Form and Function.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Resultant Problems and Planning. These changes cause problems that need planning.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Resultant Problems and Planning. On this slide we have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two changes in the form of villages.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growth along roads; modern building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rural problems.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boreholes and better roads (also electricity,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depopulation; number 2, commuters; number 3,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an elder about how your village has changed in 30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The Urban Fringe.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CHANGES IN RURAL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Changes in Rural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Recent Changes in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Changes in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depopulation, suburbanised village, function, planning, rural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Changes in size, form and function of rural settlements; resulting problems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recent changes in rural settlements and propose planning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Rural Settlements and the Physical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traditional house of your area and explain its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 the North, traditional houses are round, with thick mud walls and grass thatch; mud keeps them cool, and grass is available locally and easy to replace.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changes in size, form and function of villages.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that result.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planning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people migrate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move along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near Yaoundé now has cement houses, a bar, a secondary school and commuters who work in town. A village in the East has lost half its young people and has empty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are changing in different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first village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city and has become a commuter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second village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have left for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rural development to reduce the problems of changing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villages are changing and how to plan for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remote villages lose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migrate to towns for jobs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 with modern materials.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village houses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blocks and iron roofs replace mud and thatch.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FUNCTION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FUNCTION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new functions of villages near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FUNCTION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Homes for commuters and services like shops and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RESULTANT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RESULTANT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rural settlements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RESULTANT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and lack of water, electricity and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PLANNING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rural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Boreholes, rural electrification and better roads (also schools,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Recent Changes in Rural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Changes in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Changes in Rural Settlements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change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near towns and roads grow, while remote villages lose young people. Some become towns, others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Changes in Rural Settlements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 houses with blocks and iron sheets replace mud and thatch. Settlements stretch along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near towns add markets, shops, schools and commuting. Farming becomes commercial and services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Resultant Problems and Planning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changes cause problems that need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exodus leaves old people and poor services. Land disputes, poor roads, lack of water and loss of traditions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Resultant Problems and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and communities provide boreholes, schools, health centres, electricity and roads. Rural development projects and land-use plans reduce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two changes in the form of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along roads; modern building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rural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Boreholes and better roads (also electricity,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fall in village population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who live in villages but work in towns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Villages now spread along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how your village has changed in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navetteur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L'aménagement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Changes in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changes in size, form and function of villages. Explain the problems that result. Suggest planning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recent changes in rural settlements and propose planning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Changes in Rural Settlements; Resultant Problems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an elder about how your village has changed in 30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 rural exodus.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old and new houses.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services in your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village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council projects.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2026-09-29T12:18:50Z</dcterms:created>
  <dcterms:modified xsi:type="dcterms:W3CDTF">2026-09-29T12:18:50Z</dcterms:modified>
</cp:coreProperties>
</file>