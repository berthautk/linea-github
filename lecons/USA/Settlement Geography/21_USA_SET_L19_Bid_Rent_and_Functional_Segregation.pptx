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19: Bid Rent and Functional Segregation.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Internal City Structure, and the sub-topic is Internal City Structure. The key notions we shall use today are: bid rent, land value, accessibility, functional segregation, social segregation. At the end, you should be able to do this: learners are able to explain land use zones in cities with bid rent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18: Structure of the City in MEDCs. The question was: Draw a simple map of your town showing its zones and compare it with one model.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the town has a central commercial area (market, banks), an old dense quarter, an administrative area, industrial zone near the river and new residential quarters on the edge – close to Hoyt's sector model along the main roads.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bid rent and land value. Number 2: draw and read bid rent curves. Number 3: explain other factors of segregation and their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Land is expensive in the CBD. Cities have zones.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Douala, a small shop in Akwa pays a very high rent, while a large factory in Bassa pays less per square metre, and families find cheaper land far from the centre. Learners ask why.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Land prices change across the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is land most expensive?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the centre, the most accessible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theory explains this?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Bid rent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the urban land market and reduce segregation through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activities occupy different parts of a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bid rent curves.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can shops pay the highest rents in the CBD?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need many customers, and the centre is most accessible.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tall buildings in the CBD.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buildings tall in the CBD?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Land is expensive, so owners build upwards.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poor quarter.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social segregation?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separation of rich and poor groups in different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city in hilly relief.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can relief affect land use in a 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Steep slopes and swamps are avoided or used by the poor.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density falls from the centre.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bid rent affect population density?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 rents near the centre lead to dense housing or flats.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Bid rent.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Functional segregation.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Bid Rent Theory. The urban land market works as follows. On this slide we have Land value and accessibility.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Bid Rent Theory. On this slide we have Bid rent curves.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Bid Rent Theory. On this slide we have Other zones.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bid rent curves.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Other Factors of Segregation. Segregation also depends on. On this slide we have Government and planning.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Other Factors of Segregation. On this slide we have Micro-relief and social segregation.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Consequences. Bid rent and segregation have the following effects. On this slide we have Housing and density.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Consequences. On this slide we have Location of activities.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Explain why land values fall with distance from the CBD.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accessibility falls, so land users bid less.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factors other than bid rent that affect land use.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planning laws and relief (also social segregation).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bid; number 2, CBD; number 3, social.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the rent of a shop in the centre and one on the outskirts of your town. Explain the difference.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20: Settlement Planning.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19: BID RENT AND FUNCTIONAL SEGREGATION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Bid Rent and Functional Segregation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Internal City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Internal City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19: Bid Rent and Functional Segregation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Bid rent, land value, accessibility, functional segregation, social segregation.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Bid rent theory: land value falling with distance from the CBD; bid rent curves; other factors (government, planning, relief, social segregation); effects on housing and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land use zones in cities with bid rent theory.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18: Structure of the City in MEDCs):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simple map of your town showing its zones and compare it with one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the town has a central commercial area (market, banks), an old dense quarter, an administrative area, industrial zone near the river and new residential quarters on the edge – close to Hoyt's sector model along the main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bid rent and land value.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and read bid rent curves.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other factors of segregation and their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Land is expensive in the CBD.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Cities have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Douala, a small shop in Akwa pays a very high rent, while a large factory in Bassa pays less per square metre, and families find cheaper land far from the centre. Learners ask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prices change across the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land most expensive?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centre, the most accessible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theory explains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Bid rent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the urban land market and reduce segregation through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activities occupy different parts of a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BID RENT THEORY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bid_rent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Bid rent curves.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BID RENT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can shops pay the highest rents in the CBD?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BID RENT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need many customers, and the centre is most accessible.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BID RENT THEORY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bd.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Tall buildings in the CBD.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BID RENT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buildings tall in the CBD?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BID RENT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is expensive, so owners build upwards.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SOCIAL SEGREGATION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slu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poor quarter.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SOCIAL SEGREGATION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social segregation?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SOCIAL SEGREGATION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separation of rich and poor groups in different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FACTORS: RELIEF</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bamend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city in hilly relief.</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FACTORS: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relief affect land use in a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FACTORS: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Steep slopes and swamps are avoided or used by the poor.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density_laps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Density falls from the centre.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bid rent affect population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rents near the centre lead to dense housing or flats.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Internal City Structure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Internal City Structure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Bid Rent and Functional Segregation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Bid rent: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amount that a land user is willing to pay for a site at a given distance from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Functional segregation: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separation of different land uses into different zones of a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Bid Rent Theory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urban land market works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value and accessibility: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free market, land is most valuable at the most accessible point, the CBD. Locational rent decreases with distance from the CBD.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Bid Rent Theory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Bid rent curves: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Shops and offices bid the highest rents near the centre, industry and flats next, and houses further out. Each land use occupies the zone where it bids highest.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Bid Rent Theory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zones: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Secondary peaks of land value occur at road junctions and suburban shopping centres. Lower values are found in the fringe.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Bid Rent Theory</a:t>
            </a:r>
            <a:endParaRPr lang="en-US" sz="3600" dirty="0"/>
          </a:p>
        </p:txBody>
      </p:sp>
      <p:pic>
        <p:nvPicPr>
          <p:cNvPr id="4" name="Image 0" descr="/home/claude/f4/img/v2/bid_rent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bid rent curves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Other Factors of Segregation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Segregation also depends 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Government and planning: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Zoning laws separate residential, industrial and commercial areas. Public housing and roads change land values.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Other Factors of Segregation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Micro-relief and social segregation: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Hills, flood plains and valleys affect land use; the rich often live on healthy high ground. Income, ethnicity and religion separate social groups.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Consequences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Bid rent and segregation have the following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Housing and density: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land values in the centre lead to tall buildings and high densities of activities. Poor people live in cheap, crowded areas or slums.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Consequences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of activities: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Commerce concentrates in the CBD, while industries move to the edge where land is cheaper. Population density falls from the inner city outwards.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land values fall with distance from the CBD.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Accessibility falls, so land users bid less.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other than bid rent that affect land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Planning laws and relief (also social segregation).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price a user will pay for land is the ______ rent.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Land value is highest in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Separation of rich and poor is ______ segregation.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the rent of a shop in the centre and one on the outskirts of your town. Explain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Settlement Planning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loyer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 value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valeur foncière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Accessibility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L'accessibilité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Segregation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ségrégation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Zoning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zonage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Outskirts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périphérie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Internal City Structure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19: Bid Rent and Functional Segregation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bid rent and land value. Draw and read bid rent curves. Explain other factors of segregation and their effects.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land use zones in cities with bid rent theory.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Bid Rent Theory; Other Factors of Segregation; Consequences.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the rent of a shop in the centre and one on the outskirts of your town. Explain the difference.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three curves.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building heights.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rich and poor quarters.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your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link to density.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“Central Business District” by alantankenghoe, CC BY 2.0, via Flickr (https://www.flickr.com/photos/57785759@N06/5548938771)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“Mathare” by Book Aid International, CC BY-NC-ND 2.0, via Flickr (https://www.flickr.com/photos/45024905@N07/4135561707)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“Bamenda, Cameroon” by jbdodane, CC BY-NC 2.0, via Flickr (https://www.flickr.com/photos/27998473@N02/11293877215)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2026-09-29T03:13:06Z</dcterms:created>
  <dcterms:modified xsi:type="dcterms:W3CDTF">2026-09-29T03:13:06Z</dcterms:modified>
</cp:coreProperties>
</file>