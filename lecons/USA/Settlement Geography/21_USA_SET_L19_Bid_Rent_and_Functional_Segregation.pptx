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Bid Rent and Functional Segregation.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Internal City Structure, and the sub-topic is Internal City Structure. The key notions we shall use today are: bid rent, land value, accessibility, functional segregation, social segregation. At the end, you should be able to do this: learners are able to explain land use zones in cities with bid rent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Structure of the City in MEDCs. The question was: Draw a simple map of your town showing its zones and compare it with one model.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town has a central commercial area (market, banks), an old dense quarter, an administrative area, industrial zone near the river and new residential quarters on the edge – close to Hoyt's sector model along the main roads.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bid rent and land value. Number 2: draw and read bid rent curves. Number 3: explain other factors of segregation and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Land is expensive in the CBD. Cities have zones.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a small shop in Akwa pays a very high rent, while a large factory in Bassa pays less per square metre, and families find cheaper land far from the centre. Learners ask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Land prices change across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land most expensive?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centre, the most accessible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theory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Bid rent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urban land market and reduce segregation through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activities occupy different parts of a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bid rent curves.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can shops pay the highest rents in the CBD?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need many customers, and the centre is most accessible.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tall buildings in the CBD.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buildings tall in the CBD?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is expensive, so owners build upwards.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poor quarter.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social segregation?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separation of rich and poor groups in different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city in hilly relief.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relief affect land use in a 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and swamps are avoided or used by the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density falls from the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bid rent affect population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rents near the centre lead to dense housing or flats.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Bid rent.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Functional segregation.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Bid Rent Theory. The urban land market works as follows. On this slide we have Land value and accessibility.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Bid Rent Theory. On this slide we have Bid rent curves.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Bid Rent Theory. On this slide we have Other zones.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bid rent curves.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Factors of Segregation. Segregation also depends on. On this slide we have Government and planning.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Factors of Segregation. On this slide we have Micro-relief and social segregation.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Bid rent and segregation have the following effects. On this slide we have Housing and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Location of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why land values fall with distance from the CBD.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accessibility falls, so land users bid less.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other than bid rent that affect land use.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planning laws and relief (also social segregation).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bid; number 2, CBD; number 3, social.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the rent of a shop in the centre and one on the outskirts of your town. Explain the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Settlement Planning.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19: BID RENT AND FUNCTIONAL SEGREGATION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Bid Rent and Functional Segregation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Bid Rent and Functional Segregation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Bid rent, land value, accessibility, functional segregation, social segregation.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Bid rent theory: land value falling with distance from the CBD; bid rent curves; other factors (government, planning, relief, social segregation); effects on housing and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land use zones in cities with bid rent theory.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Structure of the City in MEDCs):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simple map of your town showing its zones and compare it with one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town has a central commercial area (market, banks), an old dense quarter, an administrative area, industrial zone near the river and new residential quarters on the edge – close to Hoyt's sector model along the main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bid rent and land value.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read bid rent curves.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other factors of segregation and their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is expensive in the CBD.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have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a small shop in Akwa pays a very high rent, while a large factory in Bassa pays less per square metre, and families find cheaper land far from the centre. Learners ask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prices change across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land most expensive?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centre, the most accessible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Bid rent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urban land market and reduce segregation through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activities occupy different parts of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d_rent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Bid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shops pay the highest rents in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many customers, and the centre is most accessible.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Tall buildings in the CBD.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buildings tall in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expensive, so owners build upwards.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SEGREGATION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quarter.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social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separation of rich and poor groups in different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mend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in hilly relief.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relief affect land use in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and swamps are avoided or used by the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ensity_laps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falls from the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bid rent affect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rents near the centre lead to dense housing or flats.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Internal City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Internal City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Bid Rent and Functional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Bid rent: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that a land user is willing to pay for a site at a given distance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Functional segregation: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separation of different land uses into different zones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Bid Rent Theory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land market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value and accessibility: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free market, land is most valuable at the most accessible point, the CBD. Locational rent decreases with distance from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Bid Rent Theory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Bid rent curves: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Shops and offices bid the highest rents near the centre, industry and flats next, and houses further out. Each land use occupies the zone where it bids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Bid Rent Theory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Secondary peaks of land value occur at road junctions and suburban shopping centres. Lower values are found in the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Bid Rent Theory</a:t>
            </a:r>
            <a:endParaRPr lang="en-US" sz="3600" dirty="0"/>
          </a:p>
        </p:txBody>
      </p:sp>
      <p:pic>
        <p:nvPicPr>
          <p:cNvPr id="4" name="Image 0" descr="/home/claude/f4/img/v2/bid_rent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bid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Factors of Segregation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Segregation also depends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and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Zoning laws separate residential, industrial and commercial areas. Public housing and roads change land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Factors of Segregation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Micro-relief and social segregation: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Hills, flood plains and valleys affect land use; the rich often live on healthy high ground. Income, ethnicity and religion separate social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Bid rent and segregation have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Housing and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land values in the centre lead to tall buildings and high densities of activities. Poor people live in cheap, crowded areas or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of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Commerce concentrates in the CBD, while industries move to the edge where land is cheaper. Population density falls from the inner city outwards.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land values fall with distance from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Accessibility falls, so land users bid less.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other than bid rent that affect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Planning laws and relief (also social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price a user will pay for land is the ______ rent.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value is highest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Separation of rich and poor is ______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the rent of a shop in the centre and one on the outskirts of your town.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Settlement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value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valeur foncière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Accessibility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L'accessibilité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Segregation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ségrégation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zonage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Outskirts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périphérie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Internal City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Bid Rent and Functional Segregation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bid rent and land value. Draw and read bid rent curves. Explain other factors of segregation and their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land use zones in cities with bid rent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Bid Rent Theory; Other Factors of Segregation;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the rent of a shop in the centre and one on the outskirts of your town. Explain the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curves.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building heights.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rich and poor quarters.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link to density.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2026-09-29T12:18:52Z</dcterms:created>
  <dcterms:modified xsi:type="dcterms:W3CDTF">2026-09-29T12:18:52Z</dcterms:modified>
</cp:coreProperties>
</file>