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Bid Rent and Functional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bid rent, land value, accessibility, functional segregation, social segregation. At the end, you should be able to do this: learners are able to explain land use zones in cities with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Structure of the City in MEDCs. The question was: Draw a simple map of your town showing its zones and compare it with one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town has a central commercial area (market, banks), an old dense quarter, an administrative area, industrial zone near the river and new residential quarters on the edge – close to Hoyt's sector model along the main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bid rent and land value. Number 2: draw and read bid rent curves. Number 3: explain other factors of segregation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is expensive in the CBD. Cities have zones.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small shop in Akwa pays a very high rent, while a large factory in Bassa pays less per square metre, and families find cheaper land far from the centre. Learners ask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prices change across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land most expensive?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centre, the most accessible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urban land market and reduce segregation through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activities occupy different parts of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bid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shops pay the highest rents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many customers, and the centre is most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tall buildings in the CBD.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buildings tall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so owners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social segregation?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separation of rich and poor groups in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city in hilly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relief affect land use in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and swamps are avoided or used by the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falls from the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bid rent affect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rents near the centre lead to dense housing or flats.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Bid 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Bid Rent Theory. The urban land market works as follows. On this slide we have Land value and accessibility.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Bid rent curves.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Other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bid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of Segregation. Segregation also depends on. On this slide we have Government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of Segregation. On this slide we have Micro-relief and social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Bid rent and segregation have the following effects. On this slide we have Housing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Location of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land values fall with distance from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accessibility falls, so land users bid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other than bid rent that affect land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planning laws and relief (also social segregation).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bid; number 2, CBD; number 3,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the rent of a shop in the centre and one on the outskirts of your town.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Settlement Planning.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BID RENT AND FUNCTIONAL SEGREGATION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Bid Rent and Functional Segregation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Bid Rent and Functional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land value, accessibility, functional segregation, social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theory: land value falling with distance from the CBD; bid rent curves; other factors (government, planning, relief, social segregation); effects on housing and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Structure of the City in MEDCs):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town has a central commercial area (market, banks), an old dense quarter, an administrative area, industrial zone near the river and new residential quarters on the edge – close to Hoyt's sector model along the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bid rent and land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bid rent curves.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segregation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small shop in Akwa pays a very high rent, while a large factory in Bassa pays less per square metre, and families find cheaper land far from the centre. Learners ask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change across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land most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centre, the most accessible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Bid rent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urban land market and reduce segregation through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activities occupy different parts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shops pay the highest rents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and the centre is most accessible.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Tall buildings in the CBD.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buildings tall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so owners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separation of rich and poor groups in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hilly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relief affect land use in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and swamps are avoided or used by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from the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bid rent affect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rents near the centre lead to dense housing or flats.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that a land user is willing to pay for a site at a given distance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separation of different land uses into different zones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land market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value and accessibility: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market, land is most valuable at the most accessible point, the CBD. Locational rent decreases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curves: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Shops and offices bid the highest rents near the centre, industry and flats next, and houses further out. Each land use occupies the zone where it bids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peaks of land value occur at road junctions and suburban shopping centres. Lower values are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Segregation also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laws separate residential, industrial and commercial areas. Public housing and roads change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Micro-relief and social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flood plains and valleys affect land use; the rich often live on healthy high ground. Income, ethnicity and religion separate social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Bid rent and segregation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values in the centre lead to tall buildings and high densities of activities. Poor people live in cheap, crowded areas or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of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Commerce concentrates in the CBD, while industries move to the edge where land is cheaper. Population density falls from the inner city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land values fall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Accessibility falls, so land users bid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other than bid rent that affect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and relief (also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price a user will pay for land is the ______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value is highest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Separation of rich and poor is ______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Outskirts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Bid Rent and Functional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bid rent and land value. Draw and read bid rent curves. Explain other factors of segregation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Bid Rent Theory; Other Factors of Segregation;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the rent of a shop in the centre and one on the outskirts of your town.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 heights.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rich and poor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density.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2026-09-27T10:31:46Z</dcterms:created>
  <dcterms:modified xsi:type="dcterms:W3CDTF">2026-09-27T10:31:46Z</dcterms:modified>
</cp:coreProperties>
</file>