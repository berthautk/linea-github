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17: The Rank-Size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calculate for other ranks.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expected and real sizes.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give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the two cities.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reasons.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n 2. primate 3. binary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SETTLEMENT GEOGRAPHY  —  LESSON 17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Rank-Size Rule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5: Understanding and managing settlement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Hierarchy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Hierarchy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17: The Rank-Size Rule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Rank-size rule, primate city, binary pattern, steppe pattern.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and formula; applicability and reasons; deviations: primate, binary and steppe patterns with examples and reasons.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apply the rank-size rule and explain deviations from it.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rank-size rule and its formula.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it to a set of towns.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primate, binary and steppe patterns.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 form a hierarchy.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Douala and Yaoundé are Cameroon's biggest cities.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Senegal, Dakar is many times bigger than any other town. In Cameroon, Douala and Yaoundé are almost equal and much bigger than the rest. Learners ask what the "normal" pattern is.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Countries have different town size patterns.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rule describes the normal pattern?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rank-size rule.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Cameroon's pattern called?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Binary.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compare the urban systems of countries.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RULE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rank_siz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Rank-size rule and Cameroon (approximate).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RULE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According to the rule, how big should the 4th town be if the largest has 4 million?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RULE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÷ 4 = 1 million.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APPLICATION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mr_town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 towns of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APPLICATION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Does Cameroon follow the rank-size rule?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APPLICATION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No, the two biggest cities are too large compared with the others.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DEVIATIONS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pr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Rank-size, primate and binary patterns.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DEVIATIONS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primate city?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DEVIATIONS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city much larger than the second city, dominating the country.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BINARY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doual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Douala, one of Cameroon's two big cities.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BINARY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Cameroon have a binary pattern?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BINARY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 is the economic capital and Yaoundé the political capital.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yaoun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Yaoundé.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reasons for primate cities in LEDCs.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Colonial history and concentration of government and industry in one city.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Rank-Size Rule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Urban Hierarchy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Urban Hierarchy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17: The Rank-Size Rule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Rank-size rule: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says that the town of rank n has 1/n of the population of the largest town.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Primate city: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city more than twice as large as the next city.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Binary pattern: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when two cities of similar size dominate a country.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Rule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Formula: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Pn = P1 ÷ n, where P1 is the largest town and n the rank. The 2nd town is half the 1st, the 3rd a third.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Applicability: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fits large, old and developed countries like the USA. Many towns share the functions.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Deviations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Primate pattern: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city dominates, like Paris, Dakar or Lagos in the past. Colonial history and centralised government explain it.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Binary pattern: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Two cities dominate, like Douala and Yaoundé or Rome and Milan. Economic and political functions are split.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Deviations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Steppe pattern: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Several towns of similar size form steps. It appears where regions each have their own centre.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Deviations (3/3)</a:t>
            </a:r>
            <a:endParaRPr lang="en-US" sz="3600" dirty="0"/>
          </a:p>
        </p:txBody>
      </p:sp>
      <p:pic>
        <p:nvPicPr>
          <p:cNvPr id="13" name="Image 0" descr="/home/claude/f4/img/v2/prim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three patterns.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State the rank-size rule.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town of rank n has 1/n of the population of the largest town.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Cameroon's urban pattern binary?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 (economic capital) and Yaoundé (political capital) are both much larger than other towns.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Pn = P1 ÷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city far larger than the rest is a ______ city.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has a ______ pattern.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Using the populations of 8 Cameroonian towns, draw a rank-size graph.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18: Structure of the City in MEDCs.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rang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Primate city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ville primatiale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Bicéphale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règle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L'écart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capitale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Urban Hierarchy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17: The Rank-Size Rule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the rank-size rule and its formula. Apply it to a set of towns. Explain primate, binary and steppe patterns.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apply the rank-size rule and explain deviations from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Rank-size rule, Primate city, Binary pattern; II. The Rule: Formula, Applicability; III. Deviations: Primate pattern, Binary pattern, Steppe pattern.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Using the populations of 8 Cameroonian towns, draw a rank-size graph.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5 (Settlement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“Douala” by christing-O-, CC BY 2.0, via Flickr (https://www.flickr.com/photos/76187282@N00/7227535754)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“Yaoundé” by wili_hybrid, CC BY-NC 2.0, via Flickr (https://www.flickr.com/photos/62223880@N00/5677034246)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2026-09-26T19:01:09Z</dcterms:created>
  <dcterms:modified xsi:type="dcterms:W3CDTF">2026-09-26T19:01:09Z</dcterms:modified>
</cp:coreProperties>
</file>