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17: The Rank-Size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Urban Hierarchy, and the sub-topic is Urban Hierarchy. The key notions we shall use today are: rank-size rule, primate city, binary pattern, steppe pattern. At the end, you should be able to do this: learners are able to apply the rank-size rule and explain deviations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16: Settlement Size and Functional Relationship. The question was: Count the functions of two towns of different sizes and compare.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village of 2,000 people has 5 functions (school, church, market, borehole, clinic); a town of 50,000 has more than 40 functions (banks, secondary schools, hospital, hotels).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rank-size rule and its formula. Number 2: apply it to a set of towns. Number 3: explain primate, binary and steppe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form a hierarchy. Douala and Yaoundé are Cameroon's biggest cities.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Senegal, Dakar is many times bigger than any other town. In Cameroon, Douala and Yaoundé are almost equal and much bigger than the rest. Learners ask what the "normal" pattern is.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Countries have different town size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rule describes the normal pattern?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rank-size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Cameroon's pattern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Binary.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analyse the urban system of Cameroon with the rank-size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compare the urban systems of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rank-size rule and Cameroon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According to the rule, how big should the 4th town be if the largest has 4 million?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4 ÷ 4 = 1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main towns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Does Cameroon follow the rank-size rule?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the two biggest cities are too large compared with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rank-size, primate and binary patterns.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a primate 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city much larger than the second city, dominating the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douala, one of Cameroon's two big cities.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Cameroon have a binary pattern?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Douala is the economic capital and Yaoundé the political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reasons for primate cities in LEDCs.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Colonial history and concentration of government and industry in one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Formula of the Rank-Size Rule. The rank-size rule can be understood as follows. On this slide we have Rank-size rule.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Formula of the Rank-Size Rule. On this slide we have Formula.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rank-size rule.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Applicability and Reasons. The rule applies in some countries. On this slide we have Applicability.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Applicability and Reasons. On this slide we have Reasons.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Deviations from the Rule. The main deviations are. On this slide we have Primate pattern.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Deviations from the Rule. On this slide we have Binary pattern.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Deviations from the Rule. On this slide we have Stepped pattern.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deviations from the rule.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State the rank-size rule.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town of rank n has 1/n of the population of the largest town.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Cameroon's urban pattern binary?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douala (economic capital) and Yaoundé (political capital) are both much larger than other towns.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 number 2, primate; number 3, binary.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Using the populations of 8 Cameroonian towns, draw a rank-size graph.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18: Structure of the City in MEDCs.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17: THE RANK-SIZE RULE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17: The Rank-Size Rule</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Rank-Size Rule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Hierarchy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Hierarchy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17: The Rank-Size Rule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Rank-size rule, primate city, binary pattern, steppe pattern.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formula; applicability and reasons; deviations: primate, binary and steppe patterns with examples and reasons.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apply the rank-size rule and explain deviations from 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16: Settlement Size and Functional Relationship):</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the functions of two towns of different sizes and compare.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village of 2,000 people has 5 functions (school, church, market, borehole, clinic); a town of 50,000 has more than 40 functions (banks, secondary schools, hospital, hotels).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rank-size rule and its formula.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Apply it to a set of towns.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primate, binary and steppe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form a hierarchy.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Douala and Yaoundé are Cameroon's biggest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Senegal, Dakar is many times bigger than any other town. In Cameroon, Douala and Yaoundé are almost equal and much bigger than the rest. Learners ask what the "normal" pattern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Countries have different town size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rule describes the normal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rank-size rule.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Cameroon's pattern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Binary.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Analyse the urban system of Cameroon with the rank-size rule.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compare the urban systems of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FORMULA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ank_siz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Rank-size rule and Cameroon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FORMULA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According to the rule, how big should the 4th town be if the largest has 4 million?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FORMULA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4 ÷ 4 = 1 million.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APPLICABILITY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town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towns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APPLICABILITY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Does Cameroon follow the rank-size rule?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APPLICABILITY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the two biggest cities are too large compared with the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DEVIATIONS: PRIMATE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r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Rank-size, primate and binary patterns.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DEVIATIONS: PRIMATE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primate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DEVIATIONS: PRIMATE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city much larger than the second city, dominating the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DEVIATIONS: BINARY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 one of Cameroon's two big cities.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DEVIATIONS: BINARY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Cameroon have a binary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DEVIATIONS: BINARY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is the economic capital and Yaoundé the political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yaoun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for primate cities in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Colonial history and concentration of government and industry in one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Urban Hierarchy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Urban Hierarchy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The Rank-Size Rule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Formula of the Rank-Size Rule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rank-size rule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Rank-size rule: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states that the population of a town of rank n equals the population of the largest town divided by n. The second town is half the first, the third one-third, and so 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Formula of the Rank-Size Rule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Pn = P1 ÷ n. If the largest town has 4 million people, the fourth should have 1 million.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Formula of the Rank-Size Rule</a:t>
            </a:r>
            <a:endParaRPr lang="en-US" sz="3600" dirty="0"/>
          </a:p>
        </p:txBody>
      </p:sp>
      <p:pic>
        <p:nvPicPr>
          <p:cNvPr id="4" name="Image 0" descr="/home/claude/f4/img/v2/rank_siz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rank-size rule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Applicability and Reasons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rule applies in some countries: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Applicability: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fits large, developed countries with a long urban history and integrated economies, such as the USA. It is shown as a straight line on a log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Applicability and Reasons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balanced hierarchy develops where economic activities are spread across the country. Many regional centres compete.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Deviations from the Rule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deviations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Primate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largest city is much bigger than the second, like Paris, Lagos (formerly) or Bangkok. It results from colonial history, centralisation of power and investment.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Deviations from the Rule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Binary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cities of almost equal size dominate the country. Cameroon has a binary pattern with Douala (economic capital) and Yaoundé (political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Deviations from the Rule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Stepped pattern: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Several towns of similar size form steps in the hierarchy. It is found in federal or regionally balanced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Deviations from the Rule</a:t>
            </a:r>
            <a:endParaRPr lang="en-US" sz="3600" dirty="0"/>
          </a:p>
        </p:txBody>
      </p:sp>
      <p:pic>
        <p:nvPicPr>
          <p:cNvPr id="4" name="Image 0" descr="/home/claude/f4/img/v2/pr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deviations from the rule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State the rank-size rule.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town of rank n has 1/n of the population of the largest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Cameroon's urban pattern binary?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(economic capital) and Yaoundé (political capital) are both much larger than other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Pn = P1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city far larger than the rest is a ______ city.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Cameroon has a ______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Using the populations of 8 Cameroonian towns, draw a rank-size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Structure of the City in MEDCs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Primate 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ville primatiale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Binary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Bicéphale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règle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Deviation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L'écart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capitale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Hierarchy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17: The Rank-Size Rule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rank-size rule and its formula. Apply it to a set of towns. Explain primate, binary and steppe patterns.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apply the rank-size rule and explain deviations from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Formula of the Rank-Size Rule; Applicability and Reasons; Deviations from the Rule.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Using the populations of 8 Cameroonian towns, draw a rank-size graph.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calculate for other ranks.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expected and real sizes.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the two cities.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reasons.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“Yaoundé” by wili_hybrid, CC BY-NC 2.0, via Flickr (https://www.flickr.com/photos/62223880@N00/5677034246)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2026-09-27T09:44:43Z</dcterms:created>
  <dcterms:modified xsi:type="dcterms:W3CDTF">2026-09-27T09:44:43Z</dcterms:modified>
</cp:coreProperties>
</file>