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21: Solving Inner City Decay.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list signs.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link to suburbanisation.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the four stages.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discuss winners and losers.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discuss demolitions.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decay 2. renewal 3. gentrification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UPPER SIXTH ARTS  —  SETTLEMENT GEOGRAPHY  —  LESSON 21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Solving Inner City Decay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Upper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5: Understanding and managing settlement dynamics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Problems of Town Growth and Planning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Planning Inner Cities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21: Solving Inner City Decay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Inner city decay, urban renewal, redevelopment, gentrification, regeneration.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Inner city decay and urban renewal in inner cities.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inner city decay and evaluate urban renewal.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inner city decay and its causes.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urban renewal and its stages.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a renewal scheme.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inner city surrounds the CBD.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moved out to the suburbs.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London, the old docks closed in the 1970s and the area became empty and poor. Today it has tall offices, new flats and a light railway. Learners ask if everyone benefited.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 old inner area declined and was then rebuilt.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decline called?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Inner city decay.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rebuilding called?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Urban renewal.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how old city areas can be revived.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DECAY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usa_slu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433" y="1691640"/>
            <a:ext cx="8152085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Old, crowded housing.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DECAY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signs of inner city decay.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DECAY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Old, crowded houses and empty factories (also poverty, crime).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CAUSES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usa_suburb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Suburbs.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CAUSES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did inner cities decline in MEDCs?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CAUSES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Factories closed and richer people moved to the suburbs.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RENEWAL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renewal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Stages of urban renewal.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RENEWAL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happens during redevelopment?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RENEWAL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New flats, offices, roads and parks are built.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EXAMPLE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usa_dockland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0153" y="1691640"/>
            <a:ext cx="8728645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London Docklands today.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EXAMPLE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one success and one problem of the Docklands scheme.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EXAMPLE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Success: new jobs and offices. Problem: local people could not afford new homes.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IN CAMEROON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lsa_doual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Douala.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IN CAMEROON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are old quarters renewed in Cameroon?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IN CAMEROON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Demolition of slums and building of roads and estates (with compensation problems).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Solving Inner City Decay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Problems of Town Growth and Planning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Planning Inner Cities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21: Solving Inner City Decay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Inner city decay: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decline of the old areas around the city centre.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Urban renewal: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improvement of old urban areas by rebuilding or repairing.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Gentrification: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when richer people move into a renewed poor area.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Decay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Signs: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Old houses, empty factories, poverty and crime appear. Services and shops close.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Causes: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Industries closed or moved, and richer people left for the suburbs. Investment stopped.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Renewal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Methods: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Slums are cleared and new housing, offices and parks are built. Old buildings can also be repaired.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Example: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London Docklands was rebuilt from the 1980s with offices, flats and a light railway. Jobs grew, but many local people were pushed out.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Renewal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Evaluation: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Renewal improves the environment and the economy. It must include local people and affordable housing.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Renewal (3/3)</a:t>
            </a:r>
            <a:endParaRPr lang="en-US" sz="3600" dirty="0"/>
          </a:p>
        </p:txBody>
      </p:sp>
      <p:pic>
        <p:nvPicPr>
          <p:cNvPr id="13" name="Image 0" descr="/home/claude/f4/img/v2/renewal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stages.</a:t>
            </a:r>
            <a:endParaRPr lang="en-US" sz="14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causes of inner city decay.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Closure of industries and movement of people to the suburbs.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one advantage and one disadvantage of urban renewal.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Advantage: better environment and jobs. Disadvantage: poor local people pushed out.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decline of old central areas is inner city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Rebuilding old areas is urban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Richer people moving into renewed areas is ______.</a:t>
            </a:r>
            <a:endParaRPr lang="en-US" sz="3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Identify an old quarter in your town and suggest how it could be renewed.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22: Controlling Town Spread.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Decay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dégradation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Renewal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rénovation urbaine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Demolition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démolition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Docks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 docks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Gentrification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gentrification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Compensation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L'indemnisation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Problems of Town Growth and Planning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21: Solving Inner City Decay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Describe inner city decay and its causes. Explain urban renewal and its stages. Evaluate a renewal scheme.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inner city decay and evaluate urban renewal.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Inner city decay, Urban renewal, Gentrification; II. Decay: Signs, Causes; III. Renewal: Methods, Example, Evaluation.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Identify an old quarter in your town and suggest how it could be renewed.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5 (Settlement 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1: “Mathare” by Book Aid International, CC BY-NC-ND 2.0, via Flickr (https://www.flickr.com/photos/45024905@N07/4135561707)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“Chicago suburbs from the air” by Scorpions and Centaurs, CC BY-NC-SA 2.0, via Flickr (https://www.flickr.com/photos/62736719@N00/2912708983)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“Old &amp; new: University Greenwich, The Queen's House &amp; London Docklands” by Bert Kaufmann, CC BY-NC 2.0, via Flickr (https://www.flickr.com/photos/22746515@N02/26742366958)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“Douala” by christing-O-, CC BY 2.0, via Flickr (https://www.flickr.com/photos/76187282@N00/7227535754)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2026-09-26T19:01:09Z</dcterms:created>
  <dcterms:modified xsi:type="dcterms:W3CDTF">2026-09-26T19:01:09Z</dcterms:modified>
</cp:coreProperties>
</file>