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21: Solving Inner City Decay.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Problems of Town Growth and Planning, and the sub-topic is Planning Inner Cities. The key notions we shall use today are: inner city decay, urban renewal, redevelopment, gentrification, regeneration. At the end, you should be able to do this: learners are able to explain inner city decay and evaluate urban renewal.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20: Settlement Planning. The question was: Suggest a plan to solve one problem in your quarter.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our quarter floods every rainy season; plan – clean the drains monthly, build a wider concrete drain, stop building on the stream bed and plant grass on bare land.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inner city decay and its causes. Number 2: explain urban renewal and its stages. Number 3: evaluate a renewal scheme.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inner city surrounds the CBD. People moved out to the suburbs.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London, the old docks closed in the 1970s and the area became empty and poor. Today it has tall offices, new flats and a light railway. Learners ask if everyone benefited.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An old inner area declined and was then rebuilt.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decline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Inner city decay.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the rebuilding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Urban renewal.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renew old quarters while protecting their inhabitants.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old city areas can be revived.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old, crowded housing.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signs of inner city decay.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Old, crowded houses and empty factories (also poverty, crime).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suburbs.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did inner cities decline in MEDCs?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Factories closed and richer people moved to the suburbs.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stages of urban renewal.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happens during redevelopment?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New flats, offices, roads and parks are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london Docklands today.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one success and one problem of the Docklands scheme.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Success: new jobs and offices. Problem: local people could not afford new homes.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douala.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are old quarters renewed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Demolition of slums and building of roads and estates (with compensation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Inner city decay and Urban renewal.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Inner City Decay. Inner city decay can be studied as follows. On this slide we have Signs.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Inner City Decay. On this slide we have Causes.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Urban Renewal in Inner Cities. Inner cities are renewed in the following ways. On this slide we have Redevelopment.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Urban Renewal in Inner Cities. On this slide we have Rehabilitation.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Urban Renewal in Inner Cities. On this slide we have Examples.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urban renewal.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causes of inner city decay.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closure of industries and movement of people to the suburbs.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advantage and one disadvantage of urban renewal.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advantage: better environment and jobs. Disadvantage: poor local people pushed out.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decay; number 2, renewal; number 3, gentrification.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Identify an old quarter in your town and suggest how it could be renewed.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22: Controlling Town Spread.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21: SOLVING INNER CITY DECAY</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Solving Inner City Decay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Problems of Town Growth and Planning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Planning Inner Cities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21: Solving Inner City Decay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Inner city decay, urban renewal, redevelopment, gentrification, regeneration.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Inner city decay and urban renewal in inner cities.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inner city decay and evaluate urban renewal.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20: Settlement Planning):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Suggest a plan to solve one problem in your quarter.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our quarter floods every rainy season; plan – clean the drains monthly, build a wider concrete drain, stop building on the stream bed and plant grass on bare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inner city decay and its causes.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urban renewal and its stages.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Evaluate a renewal scheme.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inner city surrounds the CBD.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moved out to the suburbs.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London, the old docks closed in the 1970s and the area became empty and poor. Today it has tall offices, new flats and a light railway. Learners ask if everyone benefited.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old inner area declined and was then rebuilt.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decline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Inner city decay.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rebuilding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Urban renewal.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Renew old quarters while protecting their inhabitants.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old city areas can be revived.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INNER CITY DECAY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slu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Old, crowded housing.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INNER CITY DECAY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signs of inner city decay.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INNER CITY DECAY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Old, crowded houses and empty factories (also poverty, crime).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 OF DECAY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suburb.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Suburbs.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 OF DECAY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inner cities decline in MEDCs?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 OF DECAY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Factories closed and richer people moved to the suburbs.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URBAN RENEWAL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renewa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Stages of urban renewal.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URBAN RENEWAL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during redevelopment?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URBAN RENEWAL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 flats, offices, roads and parks are built.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 LONDON DOCKLANDS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docklands.jpg">    </p:cNvPr>
          <p:cNvPicPr>
            <a:picLocks noChangeAspect="1"/>
          </p:cNvPicPr>
          <p:nvPr/>
        </p:nvPicPr>
        <p:blipFill>
          <a:blip r:embed="rId1"/>
          <a:stretch>
            <a:fillRect/>
          </a:stretch>
        </p:blipFill>
        <p:spPr>
          <a:xfrm>
            <a:off x="1978396" y="1783080"/>
            <a:ext cx="8234904"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London Docklands today.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 LONDON DOCKLANDS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success and one problem of the Docklands scheme.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 LONDON DOCKLANDS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Success: new jobs and offices. Problem: local people could not afford new homes.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RENEWAL IN CAMEROON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RENEWAL IN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old quarters renewed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RENEWAL IN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Demolition of slums and building of roads and estates (with compensation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Problems of Town Growth and Planning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Planning Inner Cities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21: Solving Inner City Decay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Inner city decay: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decline of the old areas near the city centre.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 renewal: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improvement of decayed urban areas by redevelopment or rehabilitation.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Inner City Decay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Inner city decay can be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Signs: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Old, overcrowded houses, empty factories, derelict land, unemployment and crime are signs of decay. Services decline.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Inner City Decay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closed or moved to the suburbs, and richer people left for better housing. Poor migrants remained in old buildings.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Urban Renewal in Inner Cities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Inner cities are renewed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Redevelopment: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Old buildings are demolished and replaced by new housing, offices and roads. It is fast but displaces residents.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Urban Renewal in Inner Cities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Rehabilitation: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Old houses are repaired and modernised, and services improved. It keeps the community in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Urban Renewal in Inner Cities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London Docklands were transformed into offices, housing and transport links, but some local people could not afford the new houses. In Cameroon, old quarters of Douala and Yaoundé are restructured with new roads and drains.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Urban Renewal in Inner Cities</a:t>
            </a:r>
            <a:endParaRPr lang="en-US" sz="3600" dirty="0"/>
          </a:p>
        </p:txBody>
      </p:sp>
      <p:pic>
        <p:nvPicPr>
          <p:cNvPr id="4" name="Image 0" descr="/home/claude/f4/img/v2/renewa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urban renewal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inner city decay.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Closure of industries and movement of people to the suburbs.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urban renewal.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 better environment and jobs. Disadvantage: poor local people pushed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decline of old central areas is inner city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Rebuilding old areas is urban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Richer people moving into renewed areas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Identify an old quarter in your town and suggest how it could be renewed.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22: Controlling Town Spread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Decay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dégradation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Renewal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rénovation urbaine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Demolition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démolition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Docks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docks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Gentrification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gentrification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Compensation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L'indemnisation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Problems of Town Growth and Planning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21: Solving Inner City Decay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inner city decay and its causes. Explain urban renewal and its stages. Evaluate a renewal scheme.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inner city decay and evaluate urban renewal.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Inner City Decay; Urban Renewal in Inner Cities.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an old quarter in your town and suggest how it could be renewed.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signs.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link to suburbanisation.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four stages.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winners and losers.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demolitions.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“Mathare” by Book Aid International, CC BY-NC-ND 2.0, via Flickr (https://www.flickr.com/photos/45024905@N07/4135561707)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“Chicago suburbs from the air” by Scorpions and Centaurs, CC BY-NC-SA 2.0, via Flickr (https://www.flickr.com/photos/62736719@N00/2912708983)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“Old &amp; new: University Greenwich, The Queen's House &amp; London Docklands” by Bert Kaufmann, CC BY-NC 2.0, via Flickr (https://www.flickr.com/photos/22746515@N02/26742366958)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2026-09-27T10:08:11Z</dcterms:created>
  <dcterms:modified xsi:type="dcterms:W3CDTF">2026-09-27T10:08:11Z</dcterms:modified>
</cp:coreProperties>
</file>