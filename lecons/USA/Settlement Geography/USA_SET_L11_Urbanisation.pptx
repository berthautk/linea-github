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Lst>
  <p:notesMasterIdLst>
    <p:notesMasterId r:id="rId5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notesMaster" Target="notesMasters/notesMaster1.xml"/><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11: Urbanisation.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5: Understanding and managing settlement dynamics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Urban Settlement and Urbanisation, and the sub-topic is Urbanisation. The key notions we shall use today are: urbanisation, urban growth, rural-urban migration, natural increase, urban problems. At the end, you should be able to do this: learners are able to explain urbanisation, its causes and effects, and suggest solutions to urban problems.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10: The Urban Settlement: Meaning, Types and Origin. The question was: Classify five towns of Cameroon by their main function.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Yaoundé – administrative; Douala – port and commercial; Edéa – industrial (aluminium); Limbe – tourist and industrial (oil refinery); Ngaoundéré – railway and commercial.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urbanisation and describe its history. Number 2: compare urbanisation in MEDCs and LEDCs. Number 3: explain advantages, problems and solutions.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People migrate from villages to towns. Towns have more jobs and services.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1960 about 14 % of Cameroonians lived in towns; today it is almost 60 %. Douala and Yaoundé grow by thousands of people every month, with new quarters, traffic jams and floods.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Towns are growing very fast.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is this process called?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Urbanisation.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causes it?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Rural-urban migration and natural increase in towns.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manage urban growth to reduce urban problems.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the fast growth of towns and its effects.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share of people living in towns (approximate).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Compare urbanisation in MEDCs and LEDCs.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MEDCs are already highly urban; LEDCs are urbanising fast.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travellers arriving in town.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Give two causes of urbanisation in LEDCs.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Rural-urban migration and high natural increase.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modern city centre.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Give two advantages of urbanisation.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More jobs and better services (schools, hospitals).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an informal settlement (Nairobi).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Give two urban problems.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Slums and unemployment (also traffic, pollution, floods).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traffic jam (Nairobi).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one solution to traffic problems.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Public transport, wider roads and ring roads.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History and Rates of Urbanisation. Urbanisation can be understood as follows. On this slide we have Urbanisation and Brief history.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History and Rates of Urbanisation. On this slide we have Differences between MEDCs and LEDCs.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urbanisation in MEDCs and LEDCs.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Causes of Urbanisation. The causes differ between MEDCs and LEDCs. On this slide we have In MEDCs.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Causes of Urbanisation. On this slide we have In LEDCs.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Advantages, Problems and Solutions. Urbanisation has positive and negative effects. On this slide we have Advantages.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Advantages, Problems and Solutions. On this slide we have Disadvantages (urban problems).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Advantages, Problems and Solutions. On this slide we have Solutions.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Distinguish urbanisation and urban growth.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urbanisation is the increase in the share of people in towns; urban growth is the increase in town size.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causes of urbanisation in LEDCs.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rural-urban migration and natural increase.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urbanisation; number 2, slums; number 3, 55.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List three urban problems of your town and a solution for each.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12: Current Trends in Urbanisation.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11: URBANISATION</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11</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Urbanisation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5: Understanding and managing settlement dynamics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Urban Settlement and Urbanisation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Urbanisation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11: Urbanisation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Urbanisation, urban growth, rural-urban migration, natural increase, urban problems.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brief history; rates in MEDCs and LEDCs and their causes; advantages, disadvantages and solutions.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explain urbanisation, its causes and effects, and suggest solutions to urban problems.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10: The Urban Settlement: Meaning, Types and Origin):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Classify five towns of Cameroon by their main function.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Yaoundé – administrative; Douala – port and commercial; Edéa – industrial (aluminium); Limbe – tourist and industrial (oil refinery); Ngaoundéré – railway and commercial.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urbanisation and describe its history.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Compare urbanisation in MEDCs and LEDCs.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advantages, problems and solutions.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People migrate from villages to towns.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Towns have more jobs and services.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1960 about 14 % of Cameroonians lived in towns; today it is almost 60 %. Douala and Yaoundé grow by thousands of people every month, with new quarters, traffic jams and floods.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Towns are growing very fast.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this process called?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Urbanisation.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causes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Rural-urban migration and natural increase in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Manage urban growth to reduce urban problems.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the fast growth of towns and its effects.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DIFFERENCES IN RATES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urban_pct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Share of people living in towns (approximate).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DIFFERENCES IN RATES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Compare urbanisation in MEDCs and LEDCs.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AND DIFFERENCES IN RATES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MEDCs are already highly urban; LEDCs are urbanising fast.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CAUSES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usa_busstatio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Travellers arriving in town.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CAUSES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causes of urbanisation in LEDCs.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CAUSES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Rural-urban migration and high natural increase.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ADVANTAGES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usa_cbd.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modern city centre.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ADVANTAGES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advantages of urbanisation.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ADVANTAGES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More jobs and better services (schools, hospitals).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DISADVANTAGES (URBAN PROBLEMS)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usa_slum.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 informal settlement (Nairobi).</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DISADVANTAGES (URBAN PROBLEMS)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urban problems.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DISADVANTAGES (URBAN PROBLEMS)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Slums and unemployment (also traffic, pollution, floods).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SOLUTIONS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usa_traffic.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traffic jam (Nairobi).</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SOLUTIONS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solution to traffic problems.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SOLUTIONS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Public transport, wider roads and ring roads.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Urban Settlement and Urbanisation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Urbanisation</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11: Urbanisation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History and Rates of Urbanisation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Urbanisation can be understood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Urbanisation: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increase in the proportion of a population living in towns.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Brief history: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1800 only about 3 % of people lived in towns; the world passed 50 % urban in 2007. Europe urbanised first with the Industrial Revolution.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History and Rates of Urbanisation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Differences between MEDCs and LEDCs: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MEDCs are about 80 % urban and grow slowly. LEDCs are less urban (Cameroon about 58 %) but urbanise very fast.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History and Rates of Urbanisation</a:t>
            </a:r>
            <a:endParaRPr lang="en-US" sz="3600" dirty="0"/>
          </a:p>
        </p:txBody>
      </p:sp>
      <p:pic>
        <p:nvPicPr>
          <p:cNvPr id="4" name="Image 0" descr="/home/claude/f4/img/v2/urban_pct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urbanisation in MEDCs and LEDCs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Causes of Urbanisation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causes differ between MEDCs and LEDCs: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 MEDCs: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Industrialisation created factory jobs in towns in the 19th century. Mechanisation of farming released rural workers.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Causes of Urbanisation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 LEDCs: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Rural–urban migration (push of poverty, pull of jobs, schools and services) and high natural increase in towns cause rapid growth. Insecurity also pushes people to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Advantages, Problems and Solutions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Urbanisation has positive and negative effects: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Advantages: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Towns offer jobs, schools, hospitals and markets and drive economic growth. Services are cheaper to provide to concentrated populations.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Advantages, Problems and Solutions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Disadvantages (urban problems):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Rapid growth causes slums, unemployment, traffic jams, pollution, crime and floods. Water and electricity supply cannot keep up.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Advantages, Problems and Solutions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Solutions: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Urban planning, site-and-service schemes, public transport and rural development reduce problems. Decentralisation develops smaller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urbanisation and urban growth.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Urbanisation is the increase in the share of people in towns; urban growth is the increase in town size.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causes of urbanisation in LEDCs.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Rural-urban migration and natural increase.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An increase in the share of town dwellers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Poor, crowded housing areas are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Today over ______ % of people live in towns.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List three urban problems of your town and a solution for each.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12: Current Trends in Urbanisation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Urbanisation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L'urbanisation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Slum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bidonville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Traffic jam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L'embouteillage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Unemployment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chômage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Waste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déchets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Public transport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transport en commun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Urban Settlement and Urbanisation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11: Urbanisation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urbanisation and describe its history. Compare urbanisation in MEDCs and LEDCs. Explain advantages, problems and solutions.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explain urbanisation, its causes and effects, and suggest solutions to urban problems.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History and Rates of Urbanisation; Causes of Urbanisation; Advantages, Problems and Solutions.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List three urban problems of your town and a solution for each.</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read the lines.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list push and pull factors.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list town advantages.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list problems in your town.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discuss solutions.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5 (Settlement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“Wadi Halfa Bus Station” by D-Stanley, CC BY 2.0, via Flickr (https://www.flickr.com/photos/79721788@N00/8651154444)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“Central Business District” by alantankenghoe, CC BY 2.0, via Flickr (https://www.flickr.com/photos/57785759@N06/5548938771)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“Mathare” by Book Aid International, CC BY-NC-ND 2.0, via Flickr (https://www.flickr.com/photos/45024905@N07/4135561707)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“Nairobi Traffic Jam” by rogiro, CC BY-NC 2.0, via Flickr (https://www.flickr.com/photos/43132185@N00/48712135)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54</Slides>
  <Notes>54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54</vt:i4>
      </vt:variant>
    </vt:vector>
  </HeadingPairs>
  <TitlesOfParts>
    <vt:vector size="5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2026-09-27T10:08:10Z</dcterms:created>
  <dcterms:modified xsi:type="dcterms:W3CDTF">2026-09-27T10:08:10Z</dcterms:modified>
</cp:coreProperties>
</file>