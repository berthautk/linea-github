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Urbanisation.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push and pull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town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problems in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urbanisation 2. slums 3. 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Urbanisation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 and Urbanisation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Urbanisation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Urbanisation, urban growth, rural-urban migration, natural increase, urban problems.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brief history; rates in MEDCs and LEDCs and their causes; advantages, disadvantages and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urbanisation, its causes and effects, and suggest solutions to urban problems.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urbanisation and describe its history.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urbanisation in MEDCs and LEDCs.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advantages, problems and solutions.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migrate from villages to towns.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have more jobs and services.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1960 about 14 % of Cameroonians lived in towns; today it is almost 60 %. Douala and Yaoundé grow by thousands of people every month, with new quarters, traffic jams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are growing very fast.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process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 and natural increase in towns.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fast growth of towns and its effects.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rban_pc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people living in towns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urbanisation in MEDCs and LEDCs.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MEDCs are already highly urban; LEDCs are urbanising fast.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busst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Travellers arriving in town.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urbanisation in LEDCs.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 and high natural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b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modern city centre.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advantages of urbanisation.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ADVANTAGES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jobs and better services (schools, hospitals).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informal settlement (Nairobi).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urban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Slums and unemployment (also traffic, pollution, floods).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traffic jam (Nairobi).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solution to traffic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Public transport, wider roads and ring roads.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Settlement and Urbanisation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Urbanisation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Urbanisation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increase in the share of people living in towns.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increase in the size of towns.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overcrowded area of poor, often illegal housing.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History and Causes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History: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1800 only about 3 % of people lived in towns; today over 55 % do. MEDCs urbanised in the 1800s and LEDCs mainly after 1950.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Causes in MEDCs: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Industrialisation drew workers from farms to factories. Farm machines reduced rural jobs.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History and Causes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Causes in LEDCs: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 poverty pushes people and hopes of jobs pull them. Natural increase in towns adds to growth.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and Solutions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give jobs, services, markets and new ideas. They are centres of development.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Slums, unemployment, traffic, waste and floods increase. Services cannot keep up with growth.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and Solutions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Site-and-service schemes, public transport and waste management help. Rural development slows migration.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urbanisation and urban growth.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 is the increase in the share of people in towns; urban growth is the increase in town size.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urbanisation in LEDCs.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 and natural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increase in the share of town dwellers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Poor, crowded housing areas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 over ______ % of people live in towns.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three urban problems of your town and a solution for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Current Trends in Urbanisation.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L'urbanisation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bidonville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jam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L'embouteillage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chômage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déchets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transport en commun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 and Urbanisation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Urbanisation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urbanisation and describe its history. Compare urbanisation in MEDCs and LEDCs. Explain advantages, problems and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urbanisation, its causes and effects, and suggest solutions to urban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Urbanisation, Urban growth, Slum; II. History and Causes: History, Causes in MEDCs, Causes in LEDCs; III. Effects and Solutions: Advantages, Problems,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three urban problems of your town and a solution for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“Wadi Halfa Bus Station” by D-Stanley, CC BY 2.0, via Flickr (https://www.flickr.com/photos/79721788@N00/8651154444)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“Central Business District” by alantankenghoe, CC BY 2.0, via Flickr (https://www.flickr.com/photos/57785759@N06/5548938771)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“Mathare” by Book Aid International, CC BY-NC-ND 2.0, via Flickr (https://www.flickr.com/photos/45024905@N07/4135561707)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“Nairobi Traffic Jam” by rogiro, CC BY-NC 2.0, via Flickr (https://www.flickr.com/photos/43132185@N00/48712135)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