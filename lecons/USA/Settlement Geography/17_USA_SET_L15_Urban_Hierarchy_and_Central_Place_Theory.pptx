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Urban Hierarchy and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Hierarchy. The key notions we shall use today are: urban hierarchy, central place, threshold, range, low-order goods, high-order goods, Christaller, K = 3, 4, 7. At the end, you should be able to do this: learners are able to explain urban hierarchy with Christaller's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Delimiting Urban Fields. The question was: Calculate the breaking point between your town and the nearest larger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Garoua (about 900,000) and Guider (about 100,000), 100 km apart: breaking point = 100 ÷ (1 + √9) = 100 ÷ 4 = 25 km from Guider.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 hierarchy and central place. Number 2: explain range and threshold. Number 3: describe Christaller's model and criticise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Urban fields depend on services. There are more villages than cities.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village has a small shop, many towns have a secondary school, but only a few cities have a university or a specialist hospital. Learners ask why services are spread this way.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Services are found at different levels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universities only in big cities?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need many customers (a high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Christaller's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distribution of services using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towns of different sizes offer different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there many villages but few cities?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Villages serve small areas; cities serve large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Define threshold and range.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Threshold: minimum customers needed. Range: maximum distance people will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christaller's hexagons (K = 3).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did Christaller use hexagons?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cover the area without gaps or overlaps.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flat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assumptions of Christaller's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flat, uniform plain and people buying at the nearest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rugged relief in northern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the model rarely fit reality?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Relief, rivers, uneven population and transport routes distort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Hierarchy. Urban hierarchy can be understood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Hierarchy. On this slide we have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urban hierarchy.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Central Places, Range and Threshold. Central place theory uses the following concepts. On this slide we have Central place.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Central Places, Range and Threshold. On this slide we have Threshold and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range and threshold.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Christaller's Model (1933). Christaller's model can be summarised as follows. On this slide we have Assumptions.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Christaller's Model (1933). On this slide we have Principles and the three patterns.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Christaller's Model (1933). On this slide we have Applicability and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christaller's hexagons.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threshold and range.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threshold is the minimum number of customers; range is the maximum distance people travel.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criticisms of Christaller's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 is not flat; people do not always buy at the nearest centre.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central; number 2, threshold; number 3,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five settlements near you by their services.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Settlement Size and Functional Relationship.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15: URBAN HIERARCHY AND CENTRAL PLACE THEORY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Hierarchy and Central Place Theory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Urban Hierarchy and Central Place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 central place, threshold, range, low-order goods, high-order goods, Christaller, K = 3, 4, 7.</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central place theory: central places, functional hierarchy, range and threshold; Christaller's model: principles, assumptions, K3, K4, K7, applicability and criticisms.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urban hierarchy with Christaller's central place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Delimiting Urban Fields):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breaking point between your town and the nearest larger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Garoua (about 900,000) and Guider (about 100,000), 100 km apart: breaking point = 100 ÷ (1 + √9) = 100 ÷ 4 = 25 km from Guider.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 hierarchy and central place.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range and threshold.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Christaller's model and criticise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fields depend on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more villages than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village has a small shop, many towns have a secondary school, but only a few cities have a university or a specialist hospital. Learners ask why services are spread this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Services are found at different levels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universities only in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many customers (a high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Christaller's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distribution of services using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towns of different sizes offer different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HIERARCHY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many villages but few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serve small areas; cities serve large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 AND THRESHOLD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 AND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threshold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 AND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Threshold: minimum customers needed. Range: maximum distance people will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Christaller's hexagons (K = 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Christaller use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the area without gaps or overlaps.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flat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Christaller's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flat, uniform plain and people buying at the nearest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Rugged relief in northern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model rarely fit reality?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rivers, uneven population and transport routes distort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Hierarchy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Urban Hierarchy and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Hierarchy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hierarchy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ranking of settlements according to their size and the services they offer. There are many small settlements and few large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Hierarchy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bottom to top: hamlet, village, small town, town, regional centre and capital city. Higher settlements offer higher-order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Hierarchy</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urban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 Places, Range and Threshold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Central place theory uses the following concepts: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Central place: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settlement that provides goods and services to the surrounding area. Its importance is its centrality.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 Places, Range and Threshold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Threshold: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minimum number of customers needed for a service to survive. A hospital has a higher threshold than a shop.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distance people will travel to buy a good or service. High-order goods have a long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 Places, Range and Threshold</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Christaller's model can be summarised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assumed a flat, uniform plain, even population, equal transport in all directions and rational consumers. People buy at the nearest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Principles and the three 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areas are hexagons that cover the plain without gaps. K = 3 is the marketing principle, K = 4 the transport principle and K = 7 the administrative principle.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and 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flat farming areas such as southern Germany and parts of the Chad plain. But relief, rivers, uneven population and modern transport distort the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Christaller's hexagons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threshold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Threshold is the minimum number of customers; range is the maximum distance people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Christaller's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not flat; people do not always buy at the nearest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serving its area is a ______ place.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minimum number of customers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K = 3 is the ______ principle.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settlements near you by their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Settlement Size and Functional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Central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lieu central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Hexagon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L'hexagone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Assumption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L'hypothèse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Hierarchy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hiérarchie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Urban Hierarchy and Central Place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 hierarchy and central place. Explain range and threshold. Describe Christaller's model and criticise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urban hierarchy with Christaller's central place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 Central Places, Range and Threshold; Christaller's Model (1933).</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five settlements near you by their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circles and hexagons.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2026-09-29T03:13:05Z</dcterms:created>
  <dcterms:modified xsi:type="dcterms:W3CDTF">2026-09-29T03:13:05Z</dcterms:modified>
</cp:coreProperties>
</file>