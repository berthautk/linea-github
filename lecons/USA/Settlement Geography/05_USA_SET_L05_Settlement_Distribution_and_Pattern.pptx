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Settlement Distribution and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Rural Settlement on the Landscape. The key notions we shall use today are: distribution, pattern, dispersed, nucleated, clustered, linear, intercalary, regular, random. At the end, you should be able to do this: learners are able to describe and explain settlement patterns and their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Settlement Morphology: Forms and Shapes. The question was: Draw the shape of your village or quarter and name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our quarter is linear, stretched along the main road, with a small cluster at the junction near the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settlement distribution and pattern. Number 2: describe dispersed, nucleated, linear and planned patterns. Number 3: explain the factors and changes of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have different shapes. Water and roads attract settlement.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of the West Region, houses are scattered all over the hills. On a map of the Far North plains, houses gather in tight villages far apart. Near new roads, villages have moved to line the road.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are spread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West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villages move to the 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markets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settlement patterns and plan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how settlements are spread over the land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four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dispersed and nucleated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Dispersed: houses scattered. Nucleated: houses grouped in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farms and houses on the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settlement dispersed in the Western Highlands?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is everywhere and each family lives on its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grouped village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nucleated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Defence and scarce water points (also shared land, tradition).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roadside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villages line up along roads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transport, trade and access to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road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have rural patterns changed in Cameroon since colonial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Villages were regrouped along roads, and some became more nucleated.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Distribution. Settlement distribution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Distribution. On this slide we have Types and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Pattern. Settlement pattern can be studied as follows. On this slide we have Meaning and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Pattern. On this slide we have Nucleated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Pattern. On this slide we have Dispersed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of Rural Patterns over Time. Rural patterns in Cameroon have changed as follows. On this slide we have Colonial and post-colonial changes.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of Rural Patterns over Time. On this slide we have Recent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distribution and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distribution is how dense or sparse settlements are; pattern is their arrangement.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a dispersed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everywhere and family land (also peace,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dispersed; number 2, nucleated;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describe the settlement pattern of one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Nearest Neighbour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SETTLEMENT DISTRIBUTION AND PATTERN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Distribution and Pattern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Settlement Distribution and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pattern, dispersed, nucleated, clustered, linear, intercalary, regular, random.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and pattern: meaning, types and factors; changes of rural patterns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settlement patterns and their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Settlement Morphology: Forms and Shapes):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shape of your village or quarter and name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our quarter is linear, stretched along the main road, with a small cluster at the junction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settlement distribution and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dispersed, nucleated, linear and planned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changes of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have different shapes.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and roads attract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West Region, houses are scattered all over the hills. On a map of the Far North plains, houses gather in tight villages far apart. Near new roads, villages have moved to line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are spread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West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villages move to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markets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settlement patterns and plan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how settlements are spread over the land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dispersed and nucleated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houses scattered. Nucleated: houses grouped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and houses on the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settlement dispersed in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everywhere and each family lives on its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grouped village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nucleated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and scarce water points (also shared land, tradition).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roadside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villages line up along roads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trade and access to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have rural patterns changed in Cameroon since colonial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were regrouped along roads, and some became more nucleated.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 on the Landscape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Settlement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distribution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settlements are spread over an area. It shows where people have chosen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Distribution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Distribution can be dense, sparse, clustered, clustered-linear, regular or random. Dense distributions are found on fertile plains.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water, soils, roads and history affect distribution. Swamps and steep slopes have few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pattern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Pattern is the arrangement of houses within an area. It can be nucleated (compact), intercalary, dispersed or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together for defence, water supply, communal farming or social life. It is common in the Far North and in Muslim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on their farms, where water is widespread and land is owned by families. It is typical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Changes of Rural Patterns over Time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patterns in Cameroon have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and post-colonial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were regrouped along roads for administration and tax collection. Plantations created new camps and linear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Changes of Rural Patterns over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Recent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markets and services attract houses into linear patterns. Insecurity has regrouped some villages into compact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Distribution is how dense or sparse settlements are; pattern is their arrangement.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a 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everywhere and family land (also peace,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describe the settlement pattern of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Nearest Neighbour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Épars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Regrouping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regroupement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tenure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foncier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Settlement Distribution and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settlement distribution and pattern. Describe dispersed, nucleated, linear and planned patterns. Explain the factors and changes of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settlement patterns and their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Settlement Distribution; Settlement Pattern; Changes of Rural Patterns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describe the settlement pattern of one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dots for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Bamiléké landscape.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dispersed.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roadside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village regrouping.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2026-09-27T10:31:43Z</dcterms:created>
  <dcterms:modified xsi:type="dcterms:W3CDTF">2026-09-27T10:31:43Z</dcterms:modified>
</cp:coreProperties>
</file>