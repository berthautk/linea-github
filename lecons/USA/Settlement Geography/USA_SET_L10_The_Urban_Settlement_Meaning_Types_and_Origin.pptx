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10: The Urban Settlement: Meaning, Types and Origin.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define a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towns and functions.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old towns.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functional 2. port 3. Industrial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10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Urban Settlement: Meaning, Types and Origin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Settlement and Urbanisation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Settlement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The Urban Settlement: Meaning, Types and Origin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Town, city, functional classification, administrative town, port, mining town, market town.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classification of towns into types; origin and evolution of towns.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towns by function and explain their origin.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 urban settlement.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towns by function with examples.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origin and evolution of towns.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are larger than villages.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settlements grew at crossroads and rivers.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 is the capital, Douala is a port, Garoua is a river port and administrative town, Kribi is a port and tourist town. A learner asks how to classify towns.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have different main roles.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we classify towns?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their main function.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Yaoundé's main function?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Administration (capital).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classify towns and understand how they began.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cb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modern city centre.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an urban settlement?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large, dense settlement with mainly non-farming functions.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Douala, a port city.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Douala's main function?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Port and industry (commercial capital).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yaoun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Yaoundé, the capital.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administrative town and one mining town in the world.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 or Abuja; Johannesburg or Kolwezi.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ORIGIN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monteriggion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old walled town.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ORIGIN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many old towns grow around a castle or market?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ORIGIN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protection and trade.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evolu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camp to city.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revolution made cities grow very fast?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Industrial Revolution.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Urban Settlement: Meaning, Types and Origin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Urban Settlement and Urbanisation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Urban Settlement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10: The Urban Settlement: Meaning, Types and Origin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settlement: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large, dense settlement where most people do non-farming work.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Functional classification: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grouping towns by their main activity.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Towns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Administrative towns: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centres of government, like Yaoundé, Abuja and Brasília. Regional capitals also have this function.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Economic towns: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Ports (Douala), industrial towns and mining towns (Johannesburg) depend on trade and production. Market towns serve farming regions.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Towns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Other towns: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Resort, religious, university and garrison towns have special functions. Most large cities are multi-functional.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Origin and Evolution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Early towns: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first towns grew in river valleys like Mesopotamia and the Nile over 5,000 years ago. They were religious and trading centres.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Pre-industrial towns: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grew around castles, markets and ports. In Africa, towns like Kano and Timbuktu grew on trade routes.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Origin and Evolution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Industrial and modern towns: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Factories and railways made cities grow fast after 1800. In Africa, many towns began as colonial posts.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Classify these towns by function: Yaoundé, Douala, Johannesburg.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Administrative; port; mining.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did the first towns appear?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river valleys like Mesopotamia and the Nile.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Grouping towns by activity is ______ classification.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is mainly a ______ town.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grew fast after the ______ Revolution.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Classify five towns of Cameroon by their main function.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11: Urbanisation.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capitale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Mining town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ville minière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fonction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Colonial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Colonial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Settlement and Urbanisation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The Urban Settlement: Meaning, Types and Origin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an urban settlement. Classify towns by function with examples. Explain the origin and evolution of towns.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towns by function and explain their origin.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Urban settlement, Functional classification; II. Types of Towns: Administrative towns, Economic towns, Other towns; III. Origin and Evolution: Early towns, Pre-industrial towns, Industrial and modern towns.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 five towns of Cameroon by their main function.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“Central Business District” by alantankenghoe, CC BY 2.0, via Flickr (https://www.flickr.com/photos/57785759@N06/5548938771)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“Yaoundé” by wili_hybrid, CC BY-NC 2.0, via Flickr (https://www.flickr.com/photos/62223880@N00/5677034246)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“Piazza Roma, Monteriggioni, Tuscany” by Ray in Manila, CC BY 2.0, via Flickr (https://www.flickr.com/photos/21186555@N07/27053980373)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2026-09-26T19:01:08Z</dcterms:created>
  <dcterms:modified xsi:type="dcterms:W3CDTF">2026-09-26T19:01:08Z</dcterms:modified>
</cp:coreProperties>
</file>