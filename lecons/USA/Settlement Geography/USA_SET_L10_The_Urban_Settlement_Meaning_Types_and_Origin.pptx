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The Urban Settlement: Meaning, Types and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Settlement and Urbanisation, and the sub-topic is Urban Settlement. The key notions we shall use today are: town, city, functional classification, administrative town, port, mining town, market town. At the end, you should be able to do this: learners are able to classify towns by function and explain their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Differences between Rural and Urban Settlements. The question was: Compare your village and a nearby town using four criteria.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Village: few people, farming, family life, no tarred roads. Town: many people, trade and offices, more individual life, tarred roads and electricity.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urban settlement. Number 2: classify towns by function with examples. Number 3: explain the origin and evolution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are larger than villages. Early settlements grew at crossroads and rivers.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Yaoundé is the capital, Douala is a port, Garoua is a river port and administrative town, Kribi is a port and tourist town. A learner asks how to classify towns.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have different main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can we classify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their main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Yaoundé's main function?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Administration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origin and functions of towns to plan their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towns and understand how they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modern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urban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large, dense settlement with mainly non-farming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douala, a port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Douala's main function?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Port and industry (commercial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yaoundé, the capital.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one administrative town and one mining town in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Yaoundé or Abuja; Johannesburg or Kolwezi.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old walled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did many old towns grow around a castle or market?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protection and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from camp to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revolution made cities grow very fast?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Urban Settlement. An urban settlement can be understood as follows. On this slide we have Urban settlement.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into Types. Towns are classified by their main function. On this slide we have Administrative and commercial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into Types. On this slide we have Industrial, mining and port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into Types. On this slide we have Other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Origin and Evolution of Towns. Towns originated and evolved as follows. On this slide we have Origin.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Origin and Evolution of Towns. On this slide we have Evolution.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evolution of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Classify these towns by function: Yaoundé, Douala, Johannesburg.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administrative; port; mining.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did the first towns appear?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river valleys like Mesopotamia and the Nile.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functional; number 2, port; number 3, Industrial.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Classify five towns of Cameroon by their main function.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Urbanisation.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10: THE URBAN SETTLEMENT: MEANING, TYPES AND ORIGIN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 The Urban Settlement: Meaning, Types and Origin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Urban Settlement: Meaning, Types and Origin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The Urban Settlement: Meaning, Types and Origin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 city, functional classification, administrative town, port, mining town, market town.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of towns into types; origin and evolution of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towns by function and explain their origin.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Differences between Rural and Urban Settlements):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your village and a nearby town using four criteria.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 few people, farming, family life, no tarred roads. Town: many people, trade and offices, more individual life, tarred roads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urban settlement.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towns by function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origin and evolution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are larger than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Early settlements grew at crossroads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is the capital, Douala is a port, Garoua is a river port and administrative town, Kribi is a port and tourist town. A learner asks how to classify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have different main roles.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classify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their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Yaoundé's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Administration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origin and functions of towns to plan their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towns and understand how they began.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urban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dense settlement with mainly non-farming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a port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Douala's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 and industry (commercial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 the capital.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administrative town and one mining town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 INTO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or Abuja; Johannesburg or Kolwezi.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ORIGIN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monteriggion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walled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many old towns grow around a castle or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ORIGIN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protection and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From camp to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revolution made cities grow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Settlement and Urbanisation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Settlement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Urban Settlement: Meaning, Types and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Settlement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urban settlement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settlement: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dense settlement whose people work mainly in industry, trade and services rather than in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into Types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are classified by their main function: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Administrative and commercial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towns are seats of government, like Yaoundé. Commercial towns are centres of trade, like Douala and 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into Types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mining and port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towns grow around factories (Edéa), mining towns around mines (Johannesburg). Port towns handle shipping (Douala,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into Types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tourist towns (Limbe), religious towns (Mecca) and university towns (Buea). Most large towns are multi-functional.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Origin and Evolution of Towns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originated and evolved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first towns appeared about 5,000 years ago in Mesopotamia, Egypt and the Indus valley, where farming produced a surplus. They grew around temples, markets and palaces.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Origin and Evolution of Towns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Medieval towns grew around castles and markets; the Industrial Revolution made cities grow very fast. In Africa, many towns grew from colonial posts, ports and railway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Origin and Evolution of Towns</a:t>
            </a:r>
            <a:endParaRPr lang="en-US" sz="3600" dirty="0"/>
          </a:p>
        </p:txBody>
      </p:sp>
      <p:pic>
        <p:nvPicPr>
          <p:cNvPr id="4" name="Image 0" descr="/home/claude/f4/img/v2/evo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evolution of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these towns by function: Yaoundé, Douala, Johannesburg.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port;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first towns appear?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river valleys like Mesopotamia and 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Grouping towns by activity is ______ classification.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Douala is mainly a ______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Towns grew fast after the ______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five towns of Cameroon by their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 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 minière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Colonial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Colonial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Settlement and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The Urban Settlement: Meaning, Types and Origin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urban settlement. Classify towns by function with examples. Explain the origin and evolution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towns by function and explain their origin.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Urban Settlement; Classification into Types; Origin and Evolution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five towns of Cameroon by their main function.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a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towns and functions.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old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stages.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“Piazza Roma, Monteriggioni, Tuscany” by Ray in Manila, CC BY 2.0, via Flickr (https://www.flickr.com/photos/21186555@N07/27053980373)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2026-09-27T09:44:42Z</dcterms:created>
  <dcterms:modified xsi:type="dcterms:W3CDTF">2026-09-27T09:44:42Z</dcterms:modified>
</cp:coreProperties>
</file>