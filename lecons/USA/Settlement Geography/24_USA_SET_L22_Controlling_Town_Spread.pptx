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Controlling Town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Problems of Town Growth and Planning, and the sub-topic is Controlling Urban Spread (Sprawl). The key notions we shall use today are: urban sprawl, green belt, ring road, decentralisation, new town, hypermarket, smart city. At the end, you should be able to do this: learners are able to explain and evaluate measures to control urban sprawl.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Solving Inner City Decay. The question was: Identify an old quarter in your town and suggest how it could be renewed.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an old quarter near the central market has crowded houses and no drains; it could be renewed by building drains and paved streets, repairing houses and creating a small park, while rehousing families nearby.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problems of urban sprawl. Number 2: describe measures to control town spread. Number 3: discuss cities of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spread into the fringe. Suburbanisation moves people outward.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Yaoundé and Douala spread every year into farmland and forests. London stopped its spread with a green belt, and Britain built new towns like Milton Keynes.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Cities spread without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green belt?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zone around a city where building is not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new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planned town built to take people from a big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control the spread of our towns to protect farmland and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cities can grow without destroying the countryside.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suburbs spreading over land (Chicago).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problems of urban sprawl.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Loss of farmland and long travel distances (also cost of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measures to control town spread.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 green belt control spread?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forbids building around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housing in the new town of Milton Keynes.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were new towns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take people and jobs out of crowded big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railway.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ring roads and decentralisation help?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Ring roads take traffic around the centre; decentralisation moves offices and industry to other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features of a sustainable city of the future.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Renewable energy and public transport (also green spaces,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sprawl.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Checking Town Spread. Town spread can be controlled by. On this slide we have Green belts.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Checking Town Spread. On this slide we have Ring roads.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Checking Town Spread. On this slide we have Decentralisation and new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Checking Town Spread. On this slide we have Hypermarkets and other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measures against sprawl.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Cities of the Future. Future cities aim to be sustainable. On this slide we have Sustainable features.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Cities of the Future. On this slide we have Smart cities.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measures to control urban sprawl.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green belts, new towns and ring roads (also decentralisation).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features of a sustainable 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renewable energy and public transport (also recycling, green spaces).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green belt; number 2, new; number 3, decentralisation.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natural resources found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Natural Resources.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CONTROLLING TOWN SPREAD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Controlling Town Spread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Controlling Urban Spread (Sprawl)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Controlling Town Spread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sprawl, green belt, ring road, decentralisation, new town, hypermarket, smart 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Green belts, ring roads, decentralisation, new towns, hypermarkets and others; cities of the future.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evaluate measures to control urban sprawl.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Solving Inner City Decay):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an old quarter in your town and suggest how it could be renewed.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an old quarter near the central market has crowded houses and no drains; it could be renewed by building drains and paved streets, repairing houses and creating a small park, while rehousing families nearby.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urban sprawl.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measures to control town spread.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Discuss cities of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spread into the fringe.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Suburbanisation moves people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and Douala spread every year into farmland and forests. London stopped its spread with a green belt, and Britain built new towns like Milton Keynes.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Cities spread without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green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zone around a city where building is not allowed.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new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planned town built to take people from a big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Control the spread of our towns to protect farmland and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cities can grow without destroying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SPRAWL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 spreading over land (Chicago).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SPRAWL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urban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SPRAWL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of farmland and long travel distances (also cost of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GREEN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Measures to control town spread.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GREEN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green belt control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GREEN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forbids building around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NEW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Housing in the new town of Milton Keynes.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NEW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new towns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NEW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take people and jobs out of crowded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RING ROADS AND DECENTRALISATION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RING ROADS AND DECENTRALISATION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ring roads and decentralisation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RING ROADS AND DECENTRALISATION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Ring roads take traffic around the centre; decentralisation moves offices and industry to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CITIES OF THE FUTURE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CITIES OF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features of a sustainable city of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CITIES OF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energy and public transport (also green spaces,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Problems of Town Growth and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Controlling Urban Spread (Sprawl)</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Controlling Town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sprawl: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uncontrolled spread of a town into the surrounding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 spread can be controlled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 belts: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belt of protected countryside around a town where building is forbidden. London has had a green belt since 1947.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Ring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around the town reduce traffic in the centre and guide growth. They must be combined with planning to avoid new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Decentralisation and new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Activities are moved to smaller towns, and new planned towns absorb growth. Examples are Milton Keynes in England and Abuja in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Hypermarkets and other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Out-of-town hypermarkets and business parks reduce pressure on the centre. Zoning laws and densification of existing areas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measures against sprawl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Cities of the Future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Future cities aim to be sustainable: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renewable energy, public transport, green spaces and recycling. Compact, mixed-use neighbourhoods reduce car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Cities of the Future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Smart cities: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Digital technology manages traffic, water and energy. Songdo in South Korea is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to control urban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Green belts, new towns and ring roads (also decentralisation).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features of a sustainable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energy and public transport (also recycling, green spaces).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protected zone around a city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planned town to relieve a city is a ______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jobs away from the centre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natural resources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Natural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verte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 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nouvelle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périphérique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Sprawl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Hypermarket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L'hypermarché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Problems of Town Growth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Controlling Town Spread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problems of urban sprawl. Describe measures to control town spread. Discuss cities of the future.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evaluate measures to control urban sprawl.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Measures of Checking Town Spread; Cities of the Future.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natural resources found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spreading quarters.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city, belt and new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decentralisation.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other measures.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imagine your ideal city.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2026-09-29T12:18:53Z</dcterms:created>
  <dcterms:modified xsi:type="dcterms:W3CDTF">2026-09-29T12:18:53Z</dcterms:modified>
</cp:coreProperties>
</file>