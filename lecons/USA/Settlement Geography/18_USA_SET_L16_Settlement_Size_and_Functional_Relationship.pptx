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Settlement Size and Functional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Hierarchy. The key notions we shall use today are: function, functional index, linear relationship, curvilinear relationship, exceptional cases. At the end, you should be able to do this: learners are able to explain the relationship between the size of settlements and their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Urban Hierarchy and Central Place Theory. The question was: Rank five settlements near you by their services.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ranking: 1. Garoua (hospital, university, banks); 2. Guider (hospital, market); 3. Pitoa (health centre, market); 4. a village (primary school, weekly market); 5. a hamlet (no services).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linear relationship. Number 2: explain the curvilinear relationship. Number 3: explain exceptional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Big towns have more services. High-order services need large thresholds.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Kribi has fewer people than Bafoussam but has many hotels because of tourism. Learners ask whether more people always means more functions.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Size and functions do not always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Kribi have many hotels?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a tourist resort.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such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Exceptional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the number of functions grows with town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link between town size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size and number of functions.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linear relationship.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Functions increase steadily as population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curvilinear relationship.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number of functions increase more slowly in big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Big towns have most functions already; they add more shops of the same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coastal settlement.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a small resort have many functions?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Tourists add demand for hotels and restaurants.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mining site.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may a large mining town have few functions?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depends on one activity and serves few people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this relationship support the idea of hierarchy?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settlements have more and higher-order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Function.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Functional index.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Size and Functional Relationship. The relationship between size and functions takes the following forms. On this slide we have Linear relationship.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and Functional Relationship. On this slide we have Curvilinear relationship.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and Functional Relationship. On this slide we have Exceptional cases.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size and functions.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linear and curvilinear relationships.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linear: functions rise steadily with size. Curvilinear: functions rise quickly, then slowly.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exceptional case and explain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resort town has many functions for its size because of tourists.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function; number 2, linear; number 3, exceptional.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the functions of two towns of different sizes and compare.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The Rank-Size Rule.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SETTLEMENT SIZE AND FUNCTIONAL RELATIONSHIP</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Size and Functional Relationship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Settlement Size and Functional Relationship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Function, functional index, linear relationship, curvilinear relationship, exceptional cases.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linear and curvilinear relationships between size and functions; exceptional cases.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relationship between the size of settlements and their functions.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Urban Hierarchy and Central Place Theory):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settlements near you by their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ranking: 1. Garoua (hospital, university, banks); 2. Guider (hospital, market); 3. Pitoa (health centre, market); 4. a village (primary school, weekly market); 5. a hamlet (no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linear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curvilinear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exceptional cases.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towns have more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High-order services need large thresholds.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Kribi has fewer people than Bafoussam but has many hotels because of tourism. Learners ask whether more people always means more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and functions do not always match.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Kribi have many hotels?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tourist resort.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such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Exceptional cases.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the number of functions grows with town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link between town size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LINEAR RELATIONSHIP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Size and number of functions.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linear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Functions increase steadily as population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CURVILINEAR RELATIONSHIP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curvilinear relationship.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CURVILINEAR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number of functions increase more slowly in big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CURVILINEAR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towns have most functions already; they add more shops of the same kind.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coastal settlement.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a small resort have many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add demand for hotels and restaurants.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mining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may a large mining town have few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depends on one activity and serves few people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LINK WITH HIERARCHY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LINK WITH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relationship support the idea of hierarchy?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LINK WITH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settlements have more and higher-order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Hierarchy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Settlement Size and Functional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activity or service provided by a settlement, such as a school, a bank or a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Functional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score that measures the number and importance of functions of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relationship between size and functions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relationship: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functions increases steadily with population. On a graph the points form a straight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Curvilinear relationship: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large towns, functions increase more slowly than population. Big towns have more shops of the same type rather than new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Exceptional cases: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 and resort towns have many functions for their size because of visitors. Mining or dormitory towns may have few functions for their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size and functions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linear and curvilinear relationships.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 functions rise steadily with size. Curvilinear: functions rise quickly, then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exceptional case and explain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resort town has many functions for its size because of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activity of a settlement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steady rise is a ______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tourist town with many hotels is an ______ case.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functions of two towns of different sizes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station balnéaire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Settlement Size and Functional Relationship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linear relationship. Explain the curvilinear relationship. Explain exceptional cases.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relationship between the size of settlements and their functions.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Size and Functional Relationship.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the functions of two towns of different sizes and compare.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the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Kribi and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mining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link to Christaller.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2026-09-29T03:13:05Z</dcterms:created>
  <dcterms:modified xsi:type="dcterms:W3CDTF">2026-09-29T03:13:05Z</dcterms:modified>
</cp:coreProperties>
</file>