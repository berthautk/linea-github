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</p:sldIdLst>
  <p:notesMasterIdLst>
    <p:notesMasterId r:id="rId4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notesMaster" Target="notesMasters/notesMaster1.xml"/><Relationship Id="rId47" Type="http://schemas.openxmlformats.org/officeDocument/2006/relationships/presProps" Target="presProps.xml"/><Relationship Id="rId48" Type="http://schemas.openxmlformats.org/officeDocument/2006/relationships/viewProps" Target="viewProps.xml"/><Relationship Id="rId49" Type="http://schemas.openxmlformats.org/officeDocument/2006/relationships/theme" Target="theme/theme1.xml"/><Relationship Id="rId5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Good morning, class. Today we study Lesson 20: Settlement Planning.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situation slowly, twice.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define planning.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copy the four boxes.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mention SIC and MAETUR.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discuss your town.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discuss floods in Douala.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Learners copy the board summary now. Give them enough time for each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1. planning 2. master 3. floods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homework prepares the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the English word; learners give the French word, then the reverse.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pic>
        <p:nvPicPr>
          <p:cNvPr id="4" name="Image 0" descr="/home/claude/pw1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09590" y="457200"/>
            <a:ext cx="1371600" cy="13716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31520" y="1965960"/>
            <a:ext cx="10725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C3F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DIVINE GRACE COLLEGE OF ARTS, SCIENCE AND TECHNOLOGY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914400" y="2606040"/>
            <a:ext cx="103601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(DGCAST) — GAROUA   |   GEOGRAPHY DEPARTMENT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3200400"/>
            <a:ext cx="103601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UPPER SIXTH ARTS  —  SETTLEMENT GEOGRAPHY  —  LESSON 20</a:t>
            </a:r>
            <a:endParaRPr lang="en-US" sz="3400" dirty="0"/>
          </a:p>
        </p:txBody>
      </p:sp>
      <p:sp>
        <p:nvSpPr>
          <p:cNvPr id="8" name="Text 5"/>
          <p:cNvSpPr txBox="1"/>
          <p:nvPr/>
        </p:nvSpPr>
        <p:spPr>
          <a:xfrm>
            <a:off x="914400" y="3931920"/>
            <a:ext cx="10360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Settlement Planning</a:t>
            </a:r>
            <a:endParaRPr lang="en-US" sz="2100" dirty="0"/>
          </a:p>
        </p:txBody>
      </p:sp>
      <p:sp>
        <p:nvSpPr>
          <p:cNvPr id="9" name="Text 6"/>
          <p:cNvSpPr txBox="1"/>
          <p:nvPr/>
        </p:nvSpPr>
        <p:spPr>
          <a:xfrm>
            <a:off x="914400" y="5394960"/>
            <a:ext cx="103601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EMMANUEL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Teacher — PLEG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 Year 2026 / 2027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INFO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Class, Chapter &amp; Duration</a:t>
            </a:r>
            <a:endParaRPr lang="en-US" sz="30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Upper Sixth Arts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Chapter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5: Understanding and managing settlement dynamics across the world in general and Cameroon in particular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Duration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periods (2 × 50 minutes)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Lesson Identification</a:t>
            </a:r>
            <a:endParaRPr lang="en-US" sz="30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Problems of Town Growth and Planning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Sub-topic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Problems of Town Growth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20: Settlement Planning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Notions / Concepts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Urban planning, master plan, housing, transport, environment, social inequality.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Syllabus focus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Meaning of planning; reasons: economic problems, social inequalities and housing, transport and environmental problems.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explain why towns need planning and suggest planning measures.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Learning Objectives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 end of the lesson, the learner should be able to: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 urban planning.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the economic and social reasons for planning.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the transport and environmental reasons for planning.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Recall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Towns grow fast in LEDCs.</a:t>
            </a:r>
            <a:endParaRPr lang="en-US" sz="24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Urban problems include slums and traffic.</a:t>
            </a:r>
            <a:endParaRPr lang="en-US" sz="2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Real-Life Situation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After heavy rain, houses built in swamps in Douala are flooded, roads are blocked and waste piles up. The city council says it needs a better master plan.</a:t>
            </a:r>
            <a:endParaRPr lang="en-US" sz="4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the problem in the situation?</a:t>
            </a:r>
            <a:endParaRPr lang="en-US" sz="4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Unplanned growth causes floods, traffic and waste.</a:t>
            </a:r>
            <a:endParaRPr lang="en-US" sz="4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can prevent these problems?</a:t>
            </a:r>
            <a:endParaRPr lang="en-US" sz="4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Urban planning.</a:t>
            </a:r>
            <a:endParaRPr lang="en-US" sz="4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3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a master plan?</a:t>
            </a:r>
            <a:endParaRPr lang="en-US" sz="4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Possible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long-term plan for the land use of a town.</a:t>
            </a:r>
            <a:endParaRPr lang="en-US" sz="4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Justification of the Lesson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lesson helps us to understand why towns must be planned.</a:t>
            </a:r>
            <a:endParaRPr lang="en-US" sz="4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MEANING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</a:t>
            </a:r>
            <a:endParaRPr lang="en-US" sz="3600" dirty="0"/>
          </a:p>
        </p:txBody>
      </p:sp>
      <p:pic>
        <p:nvPicPr>
          <p:cNvPr id="13" name="Image 0" descr="/home/claude/f4/img/v2/usa_newtown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Planned housing in a new town (Milton Keynes).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MEANING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urban planning?</a:t>
            </a:r>
            <a:endParaRPr lang="en-US" sz="4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MEANING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Organising the use of land and services in a town for the future.</a:t>
            </a:r>
            <a:endParaRPr lang="en-US" sz="4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PROBLEMS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</a:t>
            </a:r>
            <a:endParaRPr lang="en-US" sz="3600" dirty="0"/>
          </a:p>
        </p:txBody>
      </p:sp>
      <p:pic>
        <p:nvPicPr>
          <p:cNvPr id="13" name="Image 0" descr="/home/claude/f4/img/v2/urban_problems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Four groups of urban problems.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PROBLEMS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Give one example of each group of urban problems.</a:t>
            </a:r>
            <a:endParaRPr lang="en-US" sz="4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PROBLEMS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Economic: unemployment. Social: slums. Transport: traffic. Environment: waste.</a:t>
            </a:r>
            <a:endParaRPr lang="en-US" sz="4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HOUSING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</a:t>
            </a:r>
            <a:endParaRPr lang="en-US" sz="3600" dirty="0"/>
          </a:p>
        </p:txBody>
      </p:sp>
      <p:pic>
        <p:nvPicPr>
          <p:cNvPr id="13" name="Image 0" descr="/home/claude/f4/img/v2/usa_slum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8433" y="1691640"/>
            <a:ext cx="8152085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 informal settlement.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HOUSING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How can planning improve housing?</a:t>
            </a:r>
            <a:endParaRPr lang="en-US" sz="4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HOUSING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Site-and-service schemes and low-cost housing estates.</a:t>
            </a:r>
            <a:endParaRPr lang="en-US" sz="4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TRANSPORT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4</a:t>
            </a:r>
            <a:endParaRPr lang="en-US" sz="3600" dirty="0"/>
          </a:p>
        </p:txBody>
      </p:sp>
      <p:pic>
        <p:nvPicPr>
          <p:cNvPr id="13" name="Image 0" descr="/home/claude/f4/img/v2/usa_traffic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Traffic congestion.</a:t>
            </a:r>
            <a:endParaRPr lang="en-US" sz="14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TRANSPORT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4: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Give two transport solutions.</a:t>
            </a:r>
            <a:endParaRPr lang="en-US" sz="4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TRANSPORT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Bus systems and ring roads (also traffic lights, parking).</a:t>
            </a:r>
            <a:endParaRPr lang="en-US" sz="4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ENVIRONMENT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5</a:t>
            </a:r>
            <a:endParaRPr lang="en-US" sz="3600" dirty="0"/>
          </a:p>
        </p:txBody>
      </p:sp>
      <p:pic>
        <p:nvPicPr>
          <p:cNvPr id="13" name="Image 0" descr="/home/claude/f4/img/v2/lsa_streetflood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21619" y="1691640"/>
            <a:ext cx="8145713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flooded street.</a:t>
            </a:r>
            <a:endParaRPr lang="en-US" sz="14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ENVIRONMENT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5: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How can planning reduce urban floods?</a:t>
            </a:r>
            <a:endParaRPr lang="en-US" sz="4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ENVIRONMENT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Stop building in swamps and build good drains.</a:t>
            </a:r>
            <a:endParaRPr lang="en-US" sz="4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Settlement Planning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Topic: Problems of Town Growth and Planning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Sub-topic: Problems of Town Growth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20: Settlement Planning</a:t>
            </a:r>
            <a:endParaRPr lang="en-US" sz="32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I. Definitions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Urban planning: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organising land use, housing and services in a town.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Master plan: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a long-term plan that shows how a town should grow.</a:t>
            </a:r>
            <a:endParaRPr lang="en-US" sz="4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Reasons for Planning (1/2)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Economic problems: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Unemployment and the informal sector grow. Planning creates industrial zones and markets.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Social problems: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Slums, poor services and inequality increase. Planning provides housing, schools and health centres.</a:t>
            </a:r>
            <a:endParaRPr lang="en-US" sz="4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Reasons for Planning (2/2)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C. Transport problems: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Traffic jams, accidents and poor roads waste time. Planning builds roads and public transport.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D. Environmental problems: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Waste, floods and pollution threaten health. Planning provides drains, waste collection and green spaces.</a:t>
            </a:r>
            <a:endParaRPr lang="en-US" sz="4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Planning in Cameroon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Institutions: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City councils, MAETUR and SIC plan land and build houses. Master plans exist for Douala and Yaoundé.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Difficulties: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Fast growth, lack of money and illegal building make planning hard. Plans are often not applied.</a:t>
            </a:r>
            <a:endParaRPr lang="en-US" sz="4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do towns need planning?</a:t>
            </a:r>
            <a:endParaRPr lang="en-US" sz="40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To solve economic, social, transport and environmental problems.</a:t>
            </a:r>
            <a:endParaRPr lang="en-US" sz="40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Give two planning measures against urban floods.</a:t>
            </a:r>
            <a:endParaRPr lang="en-US" sz="4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Stop building in swamps and build drains.</a:t>
            </a:r>
            <a:endParaRPr lang="en-US" sz="40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REMEDIATION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Remediation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6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Fill in the blanks: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Organising land use in a town is ______.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long-term town plan is a ______ plan.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Building in swamps causes ______.</a:t>
            </a:r>
            <a:endParaRPr lang="en-US" sz="36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HOMEWORK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Suggest a plan to solve one problem in your quarter.</a:t>
            </a:r>
            <a:endParaRPr lang="en-US" sz="40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prepares Lesson 21: Inner City Renewal.</a:t>
            </a:r>
            <a:endParaRPr lang="en-US" sz="40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BILINGUAL GAME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Bilingual Game (Jeu Bilingue)</a:t>
            </a:r>
            <a:endParaRPr lang="en-US" sz="3000" dirty="0"/>
          </a:p>
        </p:txBody>
      </p:sp>
      <p:graphicFrame>
        <p:nvGraphicFramePr>
          <p:cNvPr id="4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011680" y="1783080"/>
          <a:ext cx="8138160" cy="914400"/>
        </p:xfrm>
        <a:graphic>
          <a:graphicData uri="http://schemas.openxmlformats.org/drawingml/2006/table">
            <a:tbl>
              <a:tblPr/>
              <a:tblGrid>
                <a:gridCol w="4069080"/>
                <a:gridCol w="4069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English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Français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Planning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L'urbanisme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Master plan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plan directeur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Housing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logement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Drain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caniveau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Council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mairie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Estate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lotissement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(1/2)</a:t>
            </a:r>
            <a:endParaRPr lang="en-US" sz="3000" dirty="0"/>
          </a:p>
        </p:txBody>
      </p:sp>
      <p:graphicFrame>
        <p:nvGraphicFramePr>
          <p:cNvPr id="4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/ Topic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Problems of Town Growth and Planning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Title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20: Settlement Planning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Expected Learning Outcomes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Define urban planning. Explain the economic and social reasons for planning. Explain the transport and environmental reasons for planning.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explain why towns need planning and suggest planning measures.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(2/2)</a:t>
            </a:r>
            <a:endParaRPr lang="en-US" sz="3000" dirty="0"/>
          </a:p>
        </p:txBody>
      </p:sp>
      <p:graphicFrame>
        <p:nvGraphicFramePr>
          <p:cNvPr id="4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Matter Taught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I. Definitions: Urban planning, Master plan; II. Reasons for Planning: Economic problems, Social problems, Transport problems, Environmental problems; III. Planning in Cameroon: Institutions, Difficulties.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Evaluation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Formative evaluation (3 questions) and remediation exercise.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Homework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Suggest a plan to solve one problem in your quarter.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Enrolment / Present / Absent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____ / ____ / ____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Achievement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 be completed by the teacher after the lesson.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TEACHER'S NOTE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Teacher's Note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0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Timing: Set-up, recall 8 min | Situation 8 min | 5 activities 30 min | Board summary (copying) 30 min | Evaluation, remediation 10 min | Homework, logbook 9 min | Spare 5 min</a:t>
            </a:r>
            <a:endParaRPr lang="en-US" sz="20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National Geography Syllabus, Sixth Forms (Lower &amp; Upper Sixth), MINESEC/IGE/IP-SS, August 2019 — Module 5 (Settlement Geography).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1: “New Town Housing, Fullers Slade, Milton Keynes” by The JR James Archive, University of Sheffield, CC BY-NC 2.0, via Flickr (https://www.flickr.com/photos/98068999@N05/9253665547)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3: “Mathare” by Book Aid International, CC BY-NC-ND 2.0, via Flickr (https://www.flickr.com/photos/45024905@N07/4135561707)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4: “Nairobi Traffic Jam” by rogiro, CC BY-NC 2.0, via Flickr (https://www.flickr.com/photos/43132185@N00/48712135)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5: “Vicenza flooding Nov.1, 2010” by US Army Africa, CC BY 2.0, via Flickr (https://www.flickr.com/photos/36281822@N08/5157191333)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Diagrams and animations: drawn for this lesson (DGCAST Geography Department).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44</Slides>
  <Notes>44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44</vt:i4>
      </vt:variant>
    </vt:vector>
  </HeadingPairs>
  <TitlesOfParts>
    <vt:vector size="4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2026-09-26T19:01:09Z</dcterms:created>
  <dcterms:modified xsi:type="dcterms:W3CDTF">2026-09-26T19:01:09Z</dcterms:modified>
</cp:coreProperties>
</file>