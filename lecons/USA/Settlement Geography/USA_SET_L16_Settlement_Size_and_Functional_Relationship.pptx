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16: Settlement Size and Functional Relationship.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the curve.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Kribi and Limbe.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mining towns.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link to Christaller.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function 2. linear 3. exceptional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SETTLEMENT GEOGRAPHY  —  LESSON 16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Size and Functional Relationship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5: Understanding and managing settlement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Hierarchy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Hierarchy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16: Settlement Size and Functional Relationship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Function, functional index, linear relationship, curvilinear relationship, exceptional cases.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linear and curvilinear relationships between size and functions; exceptional cases.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relationship between the size of settlements and their functions.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linear relationship.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curvilinear relationship.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exceptional cases.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towns have more services.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High-order services need large thresholds.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Kribi has fewer people than Bafoussam but has many hotels because of tourism. Learners ask whether more people always means more functions.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Size and functions do not always match.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Kribi have many hotels?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tourist resort.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we call such towns?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Exceptional cases.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link between town size and services.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RELATIONSHIP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ize_func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Size and number of functions.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RELATIONSHIP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linear relationship.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RELATIONSHIP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Functions increase steadily as population increases.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CURVILINEAR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size_func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curvilinear relationship.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CURVILINEAR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number of functions increase more slowly in big towns?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CURVILINEAR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Big towns have most functions already; they add more shops of the same kind.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EXCEPTIONS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stil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coastal settlement.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EXCEPTIONS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can a small resort have many functions?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EXCEPTIONS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Tourists add demand for hotels and restaurants.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EXCEPTIONS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baux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mining site.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EXCEPTIONS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may a large mining town have few functions?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EXCEPTIONS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depends on one activity and serves few people outside.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HIERARCHY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hierarch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settlement hierarchy.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HIERARCHY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this relationship support the idea of hierarchy?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HIERARCHY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Larger settlements have more and higher-order functions.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Settlement Size and Functional Relationship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Urban Hierarchy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Urban Hierarchy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16: Settlement Size and Functional Relationship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Function: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 activity or service provided by a settlement.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Functional index: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score showing the number and importance of functions of a settlement.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Relationships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Linear: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Functions increase in step with population. It is found among small and medium settlements.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Curvilinear: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number of functions rises fast at first, then more slowly. Big cities add more shops of the same type, not new types.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Exceptional Cases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More functions than expected: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Resorts, administrative centres and university towns have many functions for their size. Kribi and Buea are examples.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Fewer functions than expected: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Mining towns, dormitory towns and new towns have few functions. They depend on one activity or a nearby city.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Exceptional Cases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Importance: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relationship helps to rank settlements. Exceptions show special roles.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Exceptional Cases (3/3)</a:t>
            </a:r>
            <a:endParaRPr lang="en-US" sz="3600" dirty="0"/>
          </a:p>
        </p:txBody>
      </p:sp>
      <p:pic>
        <p:nvPicPr>
          <p:cNvPr id="13" name="Image 0" descr="/home/claude/f4/img/v2/size_func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graph.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linear and curvilinear relationships.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Linear: functions rise steadily with size. Curvilinear: functions rise quickly, then slowly.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exceptional case and explain it.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resort town has many functions for its size because of tourists.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activity of a settlement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steady rise is a ______ relationship.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tourist town with many hotels is an ______ case.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Count the functions of two towns of different sizes and compare.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17: The Rank-Size Rule.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fonction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taille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station balnéaire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L'indice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graphique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L'exception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Hierarchy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16: Settlement Size and Functional Relationship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linear relationship. Explain the curvilinear relationship. Explain exceptional cases.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relationship between the size of settlements and their functions.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Function, Functional index; II. Relationships: Linear, Curvilinear; III. Exceptional Cases: More functions than expected, Fewer functions than expected, Importance.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the functions of two towns of different sizes and compare.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5 (Settlement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“Village on the water Brunei.” by Bernard Spragg, CC0 1.0, via Flickr (https://www.flickr.com/photos/88123769@N02/15383937049)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“Bauxite mine near Itea, Greece” by Jason-Morrison, CC BY-NC 2.0, via Flickr (https://www.flickr.com/photos/8998833@N07/929316608)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2026-09-26T19:01:09Z</dcterms:created>
  <dcterms:modified xsi:type="dcterms:W3CDTF">2026-09-26T19:01:09Z</dcterms:modified>
</cp:coreProperties>
</file>