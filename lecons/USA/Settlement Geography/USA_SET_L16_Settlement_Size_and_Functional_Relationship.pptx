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Settlement Size and Functional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Hierarchy, and the sub-topic is Urban Hierarchy. The key notions we shall use today are: function, functional index, linear relationship, curvilinear relationship, exceptional cases. At the end, you should be able to do this: learners are able to explain the relationship between the size of settlements and their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Urban Hierarchy and Central Place Theory. The question was: Rank five settlements near you by their services.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ranking: 1. Garoua (hospital, university, banks); 2. Guider (hospital, market); 3. Pitoa (health centre, market); 4. a village (primary school, weekly market); 5. a hamlet (no services).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linear relationship. Number 2: explain the curvilinear relationship. Number 3: explain exceptional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Big towns have more services. High-order services need large thresholds.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Kribi has fewer people than Bafoussam but has many hotels because of tourism. Learners ask whether more people always means more functions.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Size and functions do not always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Kribi have many hotels?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a tourist resort.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we call such towns?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Exceptional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how the number of functions grows with town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link between town size and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size and number of functions.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Describe the linear relationship.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Functions increase steadily as population increases.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curvilinear relationship.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does the number of functions increase more slowly in big towns?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Big towns have most functions already; they add more shops of the same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coastal settlement.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can a small resort have many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Tourists add demand for hotels and restaurants.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mining site.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may a large mining town have few functions?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depends on one activity and serves few people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settlement hierarchy.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this relationship support the idea of hierarchy?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settlements have more and higher-order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Function.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Functional index.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Size and Functional Relationship. The relationship between size and functions takes the following forms. On this slide we have Linear relationship.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and Functional Relationship. On this slide we have Curvilinear relationship.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Size and Functional Relationship. On this slide we have Exceptional cases.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size and functions.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linear and curvilinear relationships.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linear: functions rise steadily with size. Curvilinear: functions rise quickly, then slowly.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exceptional case and explain it.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resort town has many functions for its size because of tourists.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function; number 2, linear; number 3, exceptional.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Count the functions of two towns of different sizes and compare.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The Rank-Size Rule.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SETTLEMENT SIZE AND FUNCTIONAL RELATIONSHIP</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Settlement Size and Functional Relationship</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Hierarchy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Settlement Size and Functional Relationship</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Function, functional index, linear relationship, curvilinear relationship, exceptional cases.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linear and curvilinear relationships between size and functions; exceptional cases.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relationship between the size of settlements and their functions.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Urban Hierarchy and Central Place Theory):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Rank five settlements near you by their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ranking: 1. Garoua (hospital, university, banks); 2. Guider (hospital, market); 3. Pitoa (health centre, market); 4. a village (primary school, weekly market); 5. a hamlet (no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linear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curvilinear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exceptional cases.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Big towns have more services.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High-order services need large thresholds.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Kribi has fewer people than Bafoussam but has many hotels because of tourism. Learners ask whether more people always means more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Size and functions do not always match.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Kribi have many hotels?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tourist resort.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such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Exceptional cases.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how the number of functions grows with town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link between town size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Size and number of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linear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Functions increase steadily as population increases.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curvilinear relationship.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number of functions increase more slowly in big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CURVILINEAR RELATIONSHIP</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Big towns have most functions already; they add more shops of the same kind.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stil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coastal settlement.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a small resort have many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Tourists add demand for hotels and restaurants.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baux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mining site.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may a large mining town have few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EXCEPTIONAL CASES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depends on one activity and serves few people outside.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hierarch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settlement hierarchy.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this relationship support the idea of hierarchy?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LINK WITH HIERARCHY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settlements have more and higher-order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Hierarchy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 Hierarchy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Settlement Size and Functional Relationship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an activity or service provided by a settlement, such as a school, a bank or a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Functional index: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score that measures the number and importance of functions of a settlement.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relationship between size and functions takes the following forms: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Linear relationship: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number of functions increases steadily with population. On a graph the points form a straight 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Curvilinear relationship: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large towns, functions increase more slowly than population. Big towns have more shops of the same type rather than new functions.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Exceptional cases: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Tourist and resort towns have many functions for their size because of visitors. Mining or dormitory towns may have few functions for their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Size and Functional Relationship</a:t>
            </a:r>
            <a:endParaRPr lang="en-US" sz="3600" dirty="0"/>
          </a:p>
        </p:txBody>
      </p:sp>
      <p:pic>
        <p:nvPicPr>
          <p:cNvPr id="4" name="Image 0" descr="/home/claude/f4/img/v2/size_function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size and functions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linear and curvilinear relationships.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Linear: functions rise steadily with size. Curvilinear: functions rise quickly, then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exceptional case and explain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resort town has many functions for its size because of tourists.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activity of a settlement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steady rise is a ______ relationship.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tourist town with many hotels is an ______ case.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Count the functions of two towns of different sizes and compare.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The Rank-Size Rule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Function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fonction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Size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balnéaire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Index</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L'indice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Graph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L'exception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Hierarchy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Settlement Size and Functional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linear relationship. Explain the curvilinear relationship. Explain exceptional cases.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relationship between the size of settlements and their functions.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Size and Functional Relationship.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Count the functions of two towns of different sizes and compare.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explain the curve.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Kribi and Limbe.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mining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link to Christaller.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“Village on the water Brunei.” by Bernard Spragg, CC0 1.0, via Flickr (https://www.flickr.com/photos/88123769@N02/15383937049)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“Bauxite mine near Itea, Greece” by Jason-Morrison, CC BY-NC 2.0, via Flickr (https://www.flickr.com/photos/8998833@N07/929316608)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2026-09-27T10:08:10Z</dcterms:created>
  <dcterms:modified xsi:type="dcterms:W3CDTF">2026-09-27T10:08:10Z</dcterms:modified>
</cp:coreProperties>
</file>