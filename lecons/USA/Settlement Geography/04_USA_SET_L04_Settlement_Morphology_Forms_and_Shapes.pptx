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4: Settlement Morphology: Forms and Shapes.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Upper Sixth Arts. It belongs to Module 5: Understanding and managing settlement dynamics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Rural Settlement, and the sub-topic is Settlement Structure. The key notions we shall use today are: morphology, spontaneous, planned, compact, linear, loose-knit, T-shaped, cross-roads, ring, composite. At the end, you should be able to do this: learners are able to identify and explain the shapes of settlements.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3: Rural Settlement: Meaning, Types and Size. The question was: Count the houses and services of your village or neighbourhood.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the neighbourhood has about 80 houses and services such as a primary school, a church, a mosque, a borehole and a small market.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settlement morphology. Number 2: distinguish spontaneous and planned forms. Number 3: identify and explain settlement shapes.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Villages differ in size. Roads attract houses.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Along the road from Yaoundé to Douala, villages stretch in a long line beside the tarmac. In some old Bamiléké areas, houses are scattered among farms. In new government housing estates, houses are in straight rows.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Settlements have different shapes.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Why are some villages in a line?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They follow the road.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do we call a settlement with straight rows?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A planned settlement.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recognise settlement forms and shapes and encourage planned growth.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read the shapes of settlements on maps and on the ground.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temporary nomad camp.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Why is a nomad camp an unstable form?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moves often and changes shape.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the shapes of settlements.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Which shape grows along a road or river?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linear shape.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 compact walled town.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are old walled towns compact?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Houses were built close together inside the walls for defence.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planned suburbs from the air (Chicago).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How can you recognise a planned settlement?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Regular streets and houses of the same size and spacing.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an unplanned settlement (Mathare, Nairobi).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What is a spontaneous settlement?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One that grows without a plan, often irregular and crowded.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Settlement Forms. Settlements have the following forms. On this slide we have Unstable forms.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Settlement Forms. On this slide we have Stable spontaneous forms.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Settlement Forms. On this slide we have Stable planned forms.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Settlement Shapes. The main shapes of settlements are. On this slide we have Isolated dwellings and compact shapes.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Settlement Shapes. On this slide we have Loose-knit and linear shapes.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Settlement Shapes. On this slide we have T, cross, ring, planned and composite shapes.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settlement shapes.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Define settlement morphology.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form, shape and layout of a settlement.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Explain linear settlements.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houses built along a road, river or coast for access.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linear; number 2, compact; number 3, spontaneous.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the shape of your village or quarter and name it.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5: Settlement Distribution and Pattern.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UPPER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LESSON 4: SETTLEMENT MORPHOLOGY: FORMS AND SHAPES</a:t>
            </a:r>
            <a:endParaRPr lang="en-US" sz="14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UPPER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4</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Settlement Morphology: Forms and Shapes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Upper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5: Understanding and managing settlement dynamics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Rural Settlement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Settlement Structure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4: Settlement Morphology: Forms and Shapes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Morphology, spontaneous, planned, compact, linear, loose-knit, T-shaped, cross-roads, ring, composite.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Forms (unstable, stable, spontaneous, planned); shapes and their types.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identify and explain the shapes of settlements.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3: Rural Settlement: Meaning, Types and Size):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Count the houses and services of your village or neighbourhood.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the neighbourhood has about 80 houses and services such as a primary school, a church, a mosque, a borehole and a small market.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settlement morphology.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Distinguish spontaneous and planned forms.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and explain settlement shapes.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Villages differ in size.</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Roads attract houses.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Along the road from Yaoundé to Douala, villages stretch in a long line beside the tarmac. In some old Bamiléké areas, houses are scattered among farms. In new government housing estates, houses are in straight rows.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Settlements have different shapes.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some villages in a line?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follow the road.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we call a settlement with straight rows?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planned settlement.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Recognise settlement forms and shapes and encourage planned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read the shapes of settlements on maps and on the ground.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FORMS: UNSTABLE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usa_noma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temporary nomad camp.</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FORMS: UNSTABLE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a nomad camp an unstable form?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FORMS: UNSTABLE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moves often and changes shape.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SHAPES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sha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shapes of settlements.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SHAPES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shape grows along a road or river?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SHAPES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linear shape.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SHAPES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usa_monteriggioni.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compact walled town.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SHAPES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old walled towns compact?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SHAPES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Houses were built close together inside the walls for defence.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FORMS: PLANNED</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usa_suburb.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Planned suburbs from the air (Chicago).</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FORMS: PLANNED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can you recognise a planned settlement?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FORMS: PLANNED</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Regular streets and houses of the same size and spacing.</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FORMS: SPONTANEOUS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usa_slum.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unplanned settlement (Mathare, Nairobi).</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FORMS: SPONTANEOUS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a spontaneous settlement?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FORMS: SPONTANEOUS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One that grows without a plan, often irregular and crowded.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Rural Settlement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Settlement Structure</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4: Settlement Morphology: Forms and Shapes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Settlement Forms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Settlements have the following forms: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Unstable forms: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temporary or moving settlements, such as nomad camps and shifting cultivators' huts. They change place with seasons or resources.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Settlement Forms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Stable spontaneous forms: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grow without a plan, with irregular streets, as in old villages and slums. Houses are added as people arrive.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Settlement Forms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Stable planned forms: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built according to a plan, with regular streets and plots, like new towns and estates. Services are organised.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Settlement Shapes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main shapes of settlements are: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Isolated dwellings and compact shapes: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An isolated dwelling stands alone on its farm. A compact settlement has houses close together around a centre, like walled towns.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Settlement Shapes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Loose-knit and linear shapes: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Loose-knit settlements have houses spread out with spaces between them. Linear settlements stretch along a road, river or ridge.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Settlement Shapes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 cross, ring, planned and composite shapes: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 and cross shapes grow at road junctions, and ring shapes surround a central space. Composite shapes mix several forms.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Settlement Shapes</a:t>
            </a:r>
            <a:endParaRPr lang="en-US" sz="3600" dirty="0"/>
          </a:p>
        </p:txBody>
      </p:sp>
      <p:pic>
        <p:nvPicPr>
          <p:cNvPr id="4" name="Image 0" descr="/home/claude/f4/img/v2/shape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settlement shapes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settlement morphology.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form, shape and layout of a settlement.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Explain linear settlements.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Houses built along a road, river or coast for access.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settlement along a road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settlement with houses close together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A settlement built without a plan is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the shape of your village or quarter and name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5: Settlement Distribution and Pattern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Shape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forme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Linear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Linéaire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Compact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Groupé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Planned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Planifié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Layout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plan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Street</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rue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Rural Settlement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4: Settlement Morphology: Forms and Shapes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settlement morphology. Distinguish spontaneous and planned forms. Identify and explain settlement shapes.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identify and explain the shapes of settlements.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Settlement Forms; Settlement Shapes.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the shape of your village or quarter and name it.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compare with a stone village.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each shape.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describe a compact village.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find a planned estate in your town.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describe an unplanned quarter.</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5 (Settlement 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“A roadside stop for souvenirs &amp; exploring dry wells, Northern Sahara, ” by ali eminov, CC BY-NC 2.0, via Flickr (https://www.flickr.com/photos/27435717@N00/3437516165)</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“Piazza Roma, Monteriggioni, Tuscany” by Ray in Manila, CC BY 2.0, via Flickr (https://www.flickr.com/photos/21186555@N07/27053980373)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“Chicago suburbs from the air” by Scorpions and Centaurs, CC BY-NC-SA 2.0, via Flickr (https://www.flickr.com/photos/62736719@N00/2912708983)</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“Mathare” by Book Aid International, CC BY-NC-ND 2.0, via Flickr (https://www.flickr.com/photos/45024905@N07/4135561707)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2026-09-29T03:13:03Z</dcterms:created>
  <dcterms:modified xsi:type="dcterms:W3CDTF">2026-09-29T03:13:03Z</dcterms:modified>
</cp:coreProperties>
</file>