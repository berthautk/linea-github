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6: Rural Settlements and the Physical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roof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local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nomad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coastal fishing villages.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match occupations to regions.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adaptation 2. stilts 3. tents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Settlements and the Physical Environment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Rural Settlement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 of Rural Settlements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Rural Settlements and the Physical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Adaptation, building materials, house style, climate, occupation.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 between the physical environment and the form, buildings (styles and materials) and occupations of rural settlements.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rural houses and activities are adapted to the environment.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climate affects house styles.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local materials shape buildings.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environment shapes rural occupations.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has many climate and vegetation zones.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people mainly farm.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Musgum of the Far North build tall clay domes; in the forest, houses are made of mud and raffia; on the coast, fishermen build houses on stilts. Learners ask why houses differ.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House styles differ between regions.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explains the differences?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and locally available materials.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fishermen build on stilts?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avoid floods and be near the water.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appreciate how people adapt their homes to nature.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CLIMATE AND FORM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humid forest.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CLIMATE AND FORM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forest houses often have steep roofs?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CLIMATE AND FORM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let heavy rain run off quickly.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MATERIALS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bandjou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Traditional Grassfields buildings with thatched roofs.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MATERIALS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local materials are used in these buildings?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MATERIALS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Wood, bamboo (raffia) and grass thatch.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MATERIALS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noma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nomad tent in the desert.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MATERIALS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nomads use tents?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MATERIALS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Tents are light and can be moved with the herds.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WATER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sti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Houses on stilts over water.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WATER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stilt houses adapted to the environment?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WATER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stay dry above floods and tides and are near fishing waters.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OCCUPATION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cat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on the grasslands.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OCCUPATION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the environment decide the main occupation of a village?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OCCUPATION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Grasslands favour herding, forests favour farming and hunting, coasts favour fishing.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Rural Settlements and the Physical Environment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Rural Settlement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Adaptation of Rural Settlements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6: Rural Settlements and the Physical Environment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adjustment of people's way of life to their environment.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 materials: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materials used to build houses, such as mud, wood, stone and thatch.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Form and Buildings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hot, dry areas houses have thick mud walls and small windows. In wet areas roofs are steep to shed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Materials: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use what is available: clay in the north, wood and raffia in the forest. Stone is used in rocky mountains.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Form and Buildings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Relief and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Houses are built on stilts in swamps and coasts. On slopes, houses sit on terraces.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Occupations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Link with environment: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Fertile soils support farming and grasslands support herding. Coasts and lakes support fishing.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Modern changes: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Cement blocks and iron sheets replace traditional materials. Houses become similar everywhere.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houses adapted to a hot, dry climate?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Thick mud walls and small windows keep them cool.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examples of adaptation of rural settlements.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Stilt houses in swamps; nomad tents in deserts (also steep roofs in wet areas).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Adjusting to the environment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Houses over water stand on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Nomads live in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traditional house of your area and explain its materials.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7: Changes in Rural Settlements.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Thatch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chaume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terre battue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pilotis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toit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L'activité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Rural Settlement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Rural Settlements and the Physical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how climate affects house styles. Explain how local materials shape buildings. Explain how the environment shapes rural occupations.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rural houses and activities are adapted to the environment.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Adaptation, Building materials; II. Form and Buildings: Climate, Materials, Relief and water; III. Occupations: Link with environment, Modern changes.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traditional house of your area and explain its materials.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“Bandjoun's chefferie: I - the approach past the royal quarters” by 10b travelling / Carsten ten Brink, CC BY-NC-ND 2.0, via Flickr (https://www.flickr.com/photos/77334245@N00/7326237514)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 roadside stop for souvenirs &amp; exploring dry wells, Northern Sahara, ” by ali eminov, CC BY-NC 2.0, via Flickr (https://www.flickr.com/photos/27435717@N00/3437516165)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“Village on the water Brunei.” by Bernard Spragg, CC0 1.0, via Flickr (https://www.flickr.com/photos/88123769@N02/15383937049)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“Fulani cattle breed of West Africa” by International Livestock Research Institute, CC BY-NC-SA 2.0, via Flickr (https://www.flickr.com/photos/7155605@N03/48125675226)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2026-09-26T19:01:08Z</dcterms:created>
  <dcterms:modified xsi:type="dcterms:W3CDTF">2026-09-26T19:01:08Z</dcterms:modified>
</cp:coreProperties>
</file>