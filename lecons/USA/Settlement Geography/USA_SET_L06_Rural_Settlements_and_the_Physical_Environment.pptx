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Rural Settlements and the Physical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Adaptation of Rural Settlements. The key notions we shall use today are: adaptation, building materials, house style, climate, occupation. At the end, you should be able to do this: learners are able to explain how rural houses and activities are adapted 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Nearest Neighbour Analysis. The question was: On a topographic map, calculate Rn for 10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settlements, area 25 km², mean distance 0.8 km: Rn = 2 × 0.8 × √(10 ÷ 25) = 1.6 × 0.63 ≈ 1.01, a random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climate affects house styles. Number 2: explain how local materials shape buildings. Number 3: explain how the environment shapes rural occupations.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climate and vegetation zones. Rural people mainly farm.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Musgum of the Far North build tall clay domes; in the forest, houses are made of mud and raffia; on the coast, fishermen build houses on stilts. Learners ask why houses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House styles differ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explains the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and locally available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fishermen build on stilts?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floods and be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traditional architecture adapted to the local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appreciate how people adapt their homes to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humid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forest houses often have steep roofs?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let heavy rain run off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Grassfields buildings with thatched roofs.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local materials are used in these buildings?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bamboo (raffia) and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nomad tent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nomads use tents?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Tents are light and can be moved with the herds.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houses on stilts over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stilt houses adapted to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stay dry above floods and tides and are near fishing waters.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on the grasslands.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environment decide the main occupation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Grasslands favour herding, forests favour farming and hunting, coasts favour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Immediate physical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Physical Environment and Settlement. The environment influences rural settlements as follows. On this slide we have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styles.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Occupation.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houses adapted to a hot, dry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thick mud walls and small windows keep them cool.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adaptation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stilt houses in swamps; nomad tents in deserts (also steep roofs in wet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adaptation; number 2, stilts; number 3, tents.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traditional house of your area and explain its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Changes in Rural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RURAL SETTLEMENTS AND THE PHYSICAL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Rural Settlements and the Physical Environment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and the Physical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Rural Settlements and the Physical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building materials, house style, climate,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Relationship between the physical environment and the form, buildings (styles and materials) and occupations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Nearest Neighbour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settlements, area 25 km², mean distance 0.8 km: Rn = 2 × 0.8 × √(10 ÷ 25) = 1.6 × 0.63 ≈ 1.01, 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climate affects house styles.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local materials shape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environment shapes rural occupations.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climate and vegetation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mainly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Musgum of the Far North build tall clay domes; in the forest, houses are made of mud and raffia; on the coast, fishermen build houses on stilts. Learners ask why houses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 styles differ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explains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locally available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build on stilts?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floods and be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traditional architecture adapted to the local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appreciate how people adapt their homes to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forest houses often have steep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let heavy rain run off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Grassfields buildings with thatched roofs.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local materials are used in these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bamboo (raffia) and grass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nomads use tents?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Tents are light and can be moved with the herds.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over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stilt houses adapted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stay dry above floods and tides and are near fishing waters.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the grasslands.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environment decide the main occupation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Grasslands favour herding, forests favour farming and hunting, coasts favour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Adaptation of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Immediate physical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relief, climate, water, soils and vegetation around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environment influences rural settlements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water decide whether settlements are compact or scattered. Steep slopes give scattered compounds, and flood plains give raised or stilt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use local materials: wood and raffia in the forest, mud and thatch in the savanna, stone in the mountains. Nomads use light tents and mats.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styles: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roofs shed heavy rain in the south, thick mud walls keep houses cool in the north, and stilts protect from floods. Grassfields houses have square walls and conical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 decides the main activity: farming in fertile areas, herding in grasslands and fishing on coasts and lakes. The settlement is organised around this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houses adapted to a hot, dry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them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adaptation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Stilt houses in swamps; nomad tents in deserts (also steep roofs in wet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Adjusting to the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over water stand 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Thatch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terre battue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Stilts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pilotis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Rural Settlements and the Physical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climate affects house styles. Explain how local materials shape buildings. Explain how the environment shapes rural occupations.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Physical Environment and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traditional house of your area and explain its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roof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local materials.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nomad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coastal fishing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match occupations to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2026-09-27T09:44:41Z</dcterms:created>
  <dcterms:modified xsi:type="dcterms:W3CDTF">2026-09-27T09:44:41Z</dcterms:modified>
</cp:coreProperties>
</file>