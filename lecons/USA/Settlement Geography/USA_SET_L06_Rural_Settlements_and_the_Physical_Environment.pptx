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Rural Settlements and the Physical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Rural Settlement, and the sub-topic is Adaptation of Rural Settlements. The key notions we shall use today are: adaptation, building materials, house style, climate, occupation. At the end, you should be able to do this: learners are able to explain how rural houses and activities are adapted to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1: Nearest Neighbour Analysis. The question was: On a topographic map, calculate Rn for 10 settlements.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10 settlements, area 25 km², mean distance 0.8 km: Rn = 2 × 0.8 × √(10 ÷ 25) = 1.6 × 0.63 ≈ 1.01, a random pattern.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how climate affects house styles. Number 2: explain how local materials shape buildings. Number 3: explain how the environment shapes rural occupations.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many climate and vegetation zones. Rural people mainly farm.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Musgum of the Far North build tall clay domes; in the forest, houses are made of mud and raffia; on the coast, fishermen build houses on stilts. Learners ask why houses differ.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House styles differ between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explains the differences?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Climate and locally available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fishermen build on stilts?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avoid floods and be near the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value traditional architecture adapted to the local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appreciate how people adapt their homes to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humid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 forest houses often have steep roofs?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let heavy rain run off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traditional Grassfields buildings with thatched roofs.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local materials are used in these buildings?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Wood, bamboo (raffia) and grass thatch.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nomad tent in the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nomads use tents?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Tents are light and can be moved with the herds.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houses on stilts over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are stilt houses adapted to the environment?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stay dry above floods and tides and are near fishing waters.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cattle on the grasslands.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the environment decide the main occupation of a village?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Grasslands favour herding, forests favour farming and hunting, coasts favour fishing.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Immediate physical environment.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Physical Environment and Settlement. The environment influences rural settlements as follows. On this slide we have Form.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Physical Environment and Settlement. On this slide we have Building materials.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Physical Environment and Settlement. On this slide we have Building styles.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Physical Environment and Settlement. On this slide we have Occupation.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are houses adapted to a hot, dry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thick mud walls and small windows keep them cool.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examples of adaptation of rural settlements.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stilt houses in swamps; nomad tents in deserts (also steep roofs in wet areas).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adaptation; number 2, stilts; number 3, 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the traditional house of your area and explain its materials.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Changes in Rural Settlements.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6: RURAL SETTLEMENTS AND THE PHYSICAL ENVIRONMENT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Rural Settlements and the Physical Environment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Adaptation of Rural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Rural Settlements and the Physical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Adaptation, building materials, house style, climate, occupation.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Relationship between the physical environment and the form, buildings (styles and materials) and occupations of rural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rural houses and activities are adapted to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1: Nearest Neighbour Analysis):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topographic map, calculate Rn for 10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10 settlements, area 25 km², mean distance 0.8 km: Rn = 2 × 0.8 × √(10 ÷ 25) = 1.6 × 0.63 ≈ 1.01, a random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climate affects house styles.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local materials shape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the environment shapes rural occupations.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many climate and vegetation zones.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Rural people mainly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Musgum of the Far North build tall clay domes; in the forest, houses are made of mud and raffia; on the coast, fishermen build houses on stilts. Learners ask why houses differ.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 styles differ between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explains the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and locally available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fishermen build on stilts?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avoid floods and be near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Value traditional architecture adapted to the local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appreciate how people adapt their homes to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humid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forest houses often have steep roofs?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let heavy rain run off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OF BUILDINGS: MATERIALS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bandjou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Traditional Grassfields buildings with thatched roofs.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OF BUILDINGS: MATERIALS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local materials are used in these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OF BUILDINGS: MATERIALS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Wood, bamboo (raffia) and grass thatch.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OF BUILDINGS: STYLES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nom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nomad tent in the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OF BUILDINGS: STYLES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nomads use tents?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OF BUILDINGS: STYLES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Tents are light and can be moved with the herds.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OF BUILDINGS: ADAPTATION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til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Houses on stilts over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OF BUILDINGS: ADAPTATION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stilt houses adapted to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OF BUILDINGS: ADAPTATION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stay dry above floods and tides and are near fishing waters.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OCCUPATION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attl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on the grasslands.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OCCUPATION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environment decide the main occupation of a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OCCUPATION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Grasslands favour herding, forests favour farming and hunting, coasts favour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Rural Settlement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Adaptation of Rural Settlements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Rural Settlements and the Physical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Immediate physical 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relief, climate, water, soils and vegetation around a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Physical Environment and Settlement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environment influences rural settlements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Relief and water decide whether settlements are compact or scattered. Steep slopes give scattered compounds, and flood plains give raised or stilt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Physical Environment and Settlement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Building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use local materials: wood and raffia in the forest, mud and thatch in the savanna, stone in the mountains. Nomads use light tents and mats.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Physical Environment and Settlement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Building styles: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Steep roofs shed heavy rain in the south, thick mud walls keep houses cool in the north, and stilts protect from floods. Grassfields houses have square walls and conical roofs.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Physical Environment and Settlement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Occupation: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environment decides the main activity: farming in fertile areas, herding in grasslands and fishing on coasts and lakes. The settlement is organised around this activity.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houses adapted to a hot, dry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Thick mud walls and small windows keep them cool.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examples of adaptation of rural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Stilt houses in swamps; nomad tents in deserts (also steep roofs in wet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Adjusting to the environment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Houses over water stand on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Nomads live in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traditional house of your area and explain its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Changes in Rural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Thatch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chaume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terre battue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Stilts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pilotis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Roof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Occupation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L'activité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Rural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Rural Settlements and the Physical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how climate affects house styles. Explain how local materials shape buildings. Explain how the environment shapes rural occupations.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rural houses and activities are adapted to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Physical Environment and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traditional house of your area and explain its materials.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roof shapes.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local materials.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nomad life.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coastal fishing villages.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match occupations to regions.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“Bandjoun's chefferie: I - the approach past the royal quarters” by 10b travelling / Carsten ten Brink, CC BY-NC-ND 2.0, via Flickr (https://www.flickr.com/photos/77334245@N00/7326237514)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 roadside stop for souvenirs &amp; exploring dry wells, Northern Sahara, ” by ali eminov, CC BY-NC 2.0, via Flickr (https://www.flickr.com/photos/27435717@N00/3437516165)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“Village on the water Brunei.” by Bernard Spragg, CC0 1.0, via Flickr (https://www.flickr.com/photos/88123769@N02/15383937049)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“Fulani cattle breed of West Africa” by International Livestock Research Institute, CC BY-NC-SA 2.0, via Flickr (https://www.flickr.com/photos/7155605@N03/48125675226)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2026-09-27T10:08:09Z</dcterms:created>
  <dcterms:modified xsi:type="dcterms:W3CDTF">2026-09-27T10:08:09Z</dcterms:modified>
</cp:coreProperties>
</file>