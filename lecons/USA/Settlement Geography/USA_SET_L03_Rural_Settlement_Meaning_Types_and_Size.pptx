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3: Rural Settlement: Meaning, Types and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village.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pyramid.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chiefdom.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the north and south.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Mbororo settlements.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isolated 2. hamlet 3. hierarchy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Settlement: Meaning, Types and Size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Rural Settlement: Meaning, Types and Size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settlement, isolated dwelling, hamlet, village, settlement hierarchy, size.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types of rural settlement; size and factors affecting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classify rural settlements and explain their size.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rural settlement.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rural settlements by size.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of settlement size.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 range from a house to a city.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areas are mostly farmland.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Adamawa, a Mbororo family lives alone with its cattle, far from other houses. In the Far North, villages of a thousand people are packed together. Learners ask why size differs.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settlements have very different sizes.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single house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isolated dwelling.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affects village size?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Water, land, security and farming system.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villages where most Africans still live.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sa_cmrf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rural area in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rural settlement?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settlement in the countryside where most people farm.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hierarch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settlement hierarchy.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is a hamlet different from a village?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hamlet is smaller (under about 100 people) and has few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bandjou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chiefdom of Bandjoun.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chief's palace important in a Grassfields village?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centre of power, culture and meetings.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SIZE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desert_we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well in a dry area.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SIZE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water supply affect village size?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SIZE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 water points make people gather in large villages around them.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SIZE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cat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grazing.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SIZE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herders' settlements often small and scattered?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SIZE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need large grazing areas.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Settlement: Meaning, Types and Size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Rural Settlement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Settlement Structure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Rural Settlement: Meaning, Types and Size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settlement: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settlement in the countryside where most people work in farming.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Hamlet: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small group of houses with few or no services.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 hierarchy: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ranking of settlements by size and functions.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Isolated dwellings: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single houses or farms far from others. They are common among herders and on large farms.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Hamlets: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small groups of houses, often of one family. They have no market or school.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Villages: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larger, with a market, school, church or mosque. They serve the hamlets around them.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of Size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Physical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points, fertile land and relief affect size. Scarce water gathers people together.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Economic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Farming systems, markets and roads matter. Rich farmland supports large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of Size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Social and political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Security, tradition and government policy affect size. Regrouping of villages along roads increased some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rural settlements by size.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Isolated dwellings, hamlets and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factors of village size.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supply and fertile land (also security, roads, farming system).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house is an ______ dwelling.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 group of houses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Ranking settlements by size is the settlement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 the houses and services of your village or neighbourhood.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4: Settlement Morphology.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Hamlet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hameau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Dwelling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L'habitation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hiérarchie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Chiefdom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chefferie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Rural Settlement: Meaning, Types and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rural settlement. Classify rural settlements by size. Explain the factors of settlement size.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classify rural settlements and explain their size.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Rural settlement, Hamlet, Settlement hierarchy; II. Types: Isolated dwellings, Hamlets, Villages; III. Factors of Size: Physical factors, Economic factors, Social and political factors.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the houses and services of your village or neighbourhood.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“Cameroon - UN Women's Gender Road Project” by UN Women Gallery, CC BY-NC-ND 2.0, via Flickr (https://www.flickr.com/photos/51431730@N04/46914753474)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“Bandjoun's chefferie: I - the approach past the royal quarters” by 10b travelling / Carsten ten Brink, CC BY-NC-ND 2.0, via Flickr (https://www.flickr.com/photos/77334245@N00/7326237514)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“Well in the desert” by Focx Photography, CC BY-SA 2.0, via Flickr (https://www.flickr.com/photos/30780900@N02/4117141154)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“Fulani cattle breed of West Africa” by International Livestock Research Institute, CC BY-NC-SA 2.0, via Flickr (https://www.flickr.com/photos/7155605@N03/48125675226)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2026-09-26T19:01:08Z</dcterms:created>
  <dcterms:modified xsi:type="dcterms:W3CDTF">2026-09-26T19:01:08Z</dcterms:modified>
</cp:coreProperties>
</file>