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22: Controlling Town Spread.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spreading quarters.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city, belt and new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decentralisation.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other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imagine your ideal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green belt 2. new 3. decentralisation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22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Town Spread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 and Planning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Controlling Urban Spread (Sprawl)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Controlling Town Spread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sprawl, green belt, ring road, decentralisation, new town, hypermarket, smart city.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belts, ring roads, decentralisation, new towns, hypermarkets and others; cities of the future.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evaluate measures to control urban sprawl.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problems of urban sprawl.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measures to control town spread.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cities of the future.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spread into the fringe.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Suburbanisation moves people outward.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 and Douala spread every year into farmland and forests. London stopped its spread with a green belt, and Britain built new towns like Milton Keynes.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Cities spread without control.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green belt?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zone around a city where building is not allowed.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new town?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planned town built to take people from a big city.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cities can grow without destroying the countryside.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SPRAWL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subur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Suburbs spreading over land (Chicago).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SPRAWL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urban sprawl.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SPRAWL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farmland and long travel distances (also cost of services).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prawl_contro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Measures to control town spread.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 green belt control spread?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forbids building around the city.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NEW TOWNS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newto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Housing in the new town of Milton Keynes.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NEW TOWNS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were new towns built?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NEW TOWNS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take people and jobs out of crowded big cities.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OTHER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t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railway.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OTHER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ring roads and decentralisation help?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OTHER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Ring roads take traffic around the centre; decentralisation moves offices and industry to other towns.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FUTURE CITIES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so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panels.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FUTURE CITIES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features of a sustainable city of the future.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FUTURE CITIES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 energy and public transport (also green spaces, recycling).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Controlling Town Spread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Problems of Town Growth and Planning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Controlling Urban Spread (Sprawl)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22: Controlling Town Spread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belt: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zone of protected countryside around a city where building is limited.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town: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planned town built to relieve a crowded city.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Decentralisation: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moving jobs and services from the centre to other places.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Measures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Green belts: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stop the city from spreading into the countryside. London's green belt was created in 1947.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New towns and decentralisation: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towns like Milton Keynes take people and jobs from big cities. Governments move offices to other towns.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Measures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Ring roads and hypermarkets: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Ring roads take traffic around the centre. Hypermarkets on the edge reduce traffic to the CBD but attract sprawl.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Cities of the Future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Sustainable cities: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use renewable energy, public transport and recycling. They keep green spaces.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Compact cities: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on brownfield sites and in height reduces sprawl. Mixed land use cuts travel.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Cities of the Future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In Cameroon: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Master plans, satellite towns and better public transport can control spread. Enforcement is the main challenge.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measures to control urban sprawl.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belts, new towns and ring roads (also decentralisation).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features of a sustainable city.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 energy and public transport (also recycling, green spaces).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protected zone around a city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planned town to relieve a city is a ______ town.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jobs away from the centre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 three measures to control the spread of Yaoundé or Douala.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Urbanisation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belt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ceinture verte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town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ville nouvelle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 road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périphérique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L'étalement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Sustainable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Hypermarket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L'hypermarché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of Town Growth and Planning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Controlling Town Spread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problems of urban sprawl. Describe measures to control town spread. Discuss cities of the future.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evaluate measures to control urban sprawl.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Green belt, New town, Decentralisation; II. Measures: Green belts, New towns and decentralisation, Ring roads and hypermarkets; III. Cities of the Future: Sustainable cities, Compact cities,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 three measures to control the spread of Yaoundé or Douala.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“Chicago suburbs from the air” by Scorpions and Centaurs, CC BY-NC-SA 2.0, via Flickr (https://www.flickr.com/photos/62736719@N00/2912708983)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“New Town Housing, Fullers Slade, Milton Keynes” by The JR James Archive, University of Sheffield, CC BY-NC 2.0, via Flickr (https://www.flickr.com/photos/98068999@N05/9253665547)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“Train de nuit” by Huard, CC BY-NC-ND 2.0, via Flickr (https://www.flickr.com/photos/41569561@N07/5499545979)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“Noor Ouarzazate III Solar Plant” by Richard Allaway, CC BY 2.0, via Flickr (https://www.flickr.com/photos/16287002@N00/52769922684)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2026-09-26T19:01:10Z</dcterms:created>
  <dcterms:modified xsi:type="dcterms:W3CDTF">2026-09-26T19:01:10Z</dcterms:modified>
</cp:coreProperties>
</file>