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22: Controlling Town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Problems of Town Growth and Planning, and the sub-topic is Controlling Urban Spread (Sprawl). The key notions we shall use today are: urban sprawl, green belt, ring road, decentralisation, new town, hypermarket, smart city. At the end, you should be able to do this: learners are able to explain and evaluate measures to control urban sprawl.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21: Solving Inner City Decay. The question was: Identify an old quarter in your town and suggest how it could be renewed.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an old quarter near the central market has crowded houses and no drains; it could be renewed by building drains and paved streets, repairing houses and creating a small park, while rehousing families nearby.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problems of urban sprawl. Number 2: describe measures to control town spread. Number 3: discuss cities of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Towns spread into the fringe. Suburbanisation moves people outward.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Yaoundé and Douala spread every year into farmland and forests. London stopped its spread with a green belt, and Britain built new towns like Milton Keynes.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Cities spread without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a green belt?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zone around a city where building is not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a new town?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planned town built to take people from a big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control the spread of our towns to protect farmland and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cities can grow without destroying the countryside.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suburbs spreading over land (Chicago).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problems of urban sprawl.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Loss of farmland and long travel distances (also cost of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measures to control town spread.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does a green belt control spread?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forbids building around the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housing in the new town of Milton Keynes.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were new towns built?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take people and jobs out of crowded big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railway.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ring roads and decentralisation help?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Ring roads take traffic around the centre; decentralisation moves offices and industry to other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solar panels.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features of a sustainable city of the future.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Renewable energy and public transport (also green spaces, recycling).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Urban sprawl.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Measures of Checking Town Spread. Town spread can be controlled by. On this slide we have Green belts.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Measures of Checking Town Spread. On this slide we have Ring roads.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Measures of Checking Town Spread. On this slide we have Decentralisation and new towns.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Measures of Checking Town Spread. On this slide we have Hypermarkets and other measures.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measures against sprawl.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Cities of the Future. Future cities aim to be sustainable. On this slide we have Sustainable features.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Cities of the Future. On this slide we have Smart cities.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measures to control urban sprawl.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green belts, new towns and ring roads (also decentralisation).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features of a sustainable city.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renewable energy and public transport (also recycling, green spaces).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green belt; number 2, new; number 3, decentralisation.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Propose three measures to control the spread of Yaoundé or Douala.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1: Urbanisation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22: CONTROLLING TOWN SPREAD</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Controlling Town Spread</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Problems of Town Growth and Planning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Controlling Urban Spread (Sprawl)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22: Controlling Town Spread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sprawl, green belt, ring road, decentralisation, new town, hypermarket, smart city.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Green belts, ring roads, decentralisation, new towns, hypermarkets and others; cities of the future.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and evaluate measures to control urban sprawl.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21: Solving Inner City Decay):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Identify an old quarter in your town and suggest how it could be renewed.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an old quarter near the central market has crowded houses and no drains; it could be renewed by building drains and paved streets, repairing houses and creating a small park, while rehousing families nearby.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problems of urban sprawl.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measures to control town spread.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Discuss cities of the future.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spread into the fringe.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Suburbanisation moves people outward.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 and Douala spread every year into farmland and forests. London stopped its spread with a green belt, and Britain built new towns like Milton Keynes.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Cities spread without control.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green belt?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zone around a city where building is not allowed.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new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planned town built to take people from a big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Control the spread of our towns to protect farmland and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cities can grow without destroying the countryside.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SPRAWL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suburb.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Suburbs spreading over land (Chicago).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SPRAWL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urban sprawl.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SPRAWL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Loss of farmland and long travel distances (also cost of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GREEN BELTS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prawl_contro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Measures to control town spread.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GREEN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 green belt control spread?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GREEN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forbids building around the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NEW TOWNS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newtow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Housing in the new town of Milton Keynes.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NEW TOWNS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were new towns built?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NEW TOWNS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take people and jobs out of crowded big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RING ROADS AND DECENTRALISATION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t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railway.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RING ROADS AND DECENTRALISATION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ring roads and decentralisation help?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RING ROADS AND DECENTRALISATION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Ring roads take traffic around the centre; decentralisation moves offices and industry to other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CITIES OF THE FUTURE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sol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Solar panels.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CITIES OF THE FUTURE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features of a sustainable city of the future.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CITIES OF THE FUTURE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Renewable energy and public transport (also green spaces, recycling).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Problems of Town Growth and Planning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Controlling Urban Spread (Sprawl)</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22: Controlling Town Spread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sprawl: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uncontrolled spread of a town into the surrounding countryside.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Checking Town Spread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Town spread can be controlled by: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Green belts: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belt of protected countryside around a town where building is forbidden. London has had a green belt since 1947.</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Checking Town Spread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Ring roads: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 around the town reduce traffic in the centre and guide growth. They must be combined with planning to avoid new sprawl.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Checking Town Spread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Decentralisation and new towns: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Activities are moved to smaller towns, and new planned towns absorb growth. Examples are Milton Keynes in England and Abuja in Nigeria.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Checking Town Spread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Hypermarkets and other measures: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Out-of-town hypermarkets and business parks reduce pressure on the centre. Zoning laws and densification of existing areas also help.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Checking Town Spread</a:t>
            </a:r>
            <a:endParaRPr lang="en-US" sz="3600" dirty="0"/>
          </a:p>
        </p:txBody>
      </p:sp>
      <p:pic>
        <p:nvPicPr>
          <p:cNvPr id="4" name="Image 0" descr="/home/claude/f4/img/v2/sprawl_contro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measures against sprawl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Cities of the Future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Future cities aim to be sustainable: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Sustainable features: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use renewable energy, public transport, green spaces and recycling. Compact, mixed-use neighbourhoods reduce car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Cities of the Future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Smart cities: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Digital technology manages traffic, water and energy. Songdo in South Korea is an example.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measures to control urban sprawl.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Green belts, new towns and ring roads (also decentralisation).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features of a sustainable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Renewable energy and public transport (also recycling, green spaces).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protected zone around a city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planned town to relieve a city is a ______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Moving jobs away from the centre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Propose three measures to control the spread of Yaoundé or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Urbanisation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Green belt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ceinture verte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New town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ville nouvelle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Ring road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périphérique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Sprawl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L'étalement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Sustainable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Durable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Hypermarket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L'hypermarché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Problems of Town Growth and Planning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22: Controlling Town Spread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problems of urban sprawl. Describe measures to control town spread. Discuss cities of the future.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and evaluate measures to control urban sprawl.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Measures of Checking Town Spread; Cities of the Future.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Propose three measures to control the spread of Yaoundé or Douala.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spreading quarters.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city, belt and new towns.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decentralisation.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other measures.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imagine your ideal city.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“Chicago suburbs from the air” by Scorpions and Centaurs, CC BY-NC-SA 2.0, via Flickr (https://www.flickr.com/photos/62736719@N00/2912708983)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“New Town Housing, Fullers Slade, Milton Keynes” by The JR James Archive, University of Sheffield, CC BY-NC 2.0, via Flickr (https://www.flickr.com/photos/98068999@N05/9253665547)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“Train de nuit” by Huard, CC BY-NC-ND 2.0, via Flickr (https://www.flickr.com/photos/41569561@N07/5499545979)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“Noor Ouarzazate III Solar Plant” by Richard Allaway, CC BY 2.0, via Flickr (https://www.flickr.com/photos/16287002@N00/52769922684)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2026-09-27T10:08:11Z</dcterms:created>
  <dcterms:modified xsi:type="dcterms:W3CDTF">2026-09-27T10:08:11Z</dcterms:modified>
</cp:coreProperties>
</file>