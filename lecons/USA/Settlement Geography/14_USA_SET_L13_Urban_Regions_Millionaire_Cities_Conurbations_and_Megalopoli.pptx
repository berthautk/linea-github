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Urban Regions: Millionaire Cities, Conurbations and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Growth. The key notions we shall use today are: millionaire city, megacity, conurbation, megalopolis. At the end, you should be able to do this: learners are able to describe very large urban regions and explain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Current Trends in Urbanisation. The question was: Which of the four stages is happening in your town? Give evidence.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suburbanisation is happening: new quarters grow on the edge of the town (e.g. along the Ngaoundéré road) because land is cheaper and the centre is crowded.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millionaire city, conurbation and megalopolis. Number 2: describe their world distribution. Number 3: explain the causes of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is fast in LEDCs.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Tokyo has about 37 million people, more than Cameroon. Lagos grows by about 3,000 people every day. Between Boston and Washington, cities have merged into one long urban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cities have become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city of over 10 million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chain of merged cities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growth of large urban regions and their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giant cities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millionaire city, conurbation and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of the world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continent are most megacities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tokyo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Tokyo the largest urban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major centre of industry, finance and government with 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crowded market (Lagos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African cities like Lagos grow so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 big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megacities.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Congestion and slums (also pollution, water shortage).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Regions. The main urban regions are defined as follows. On this slide we have Millionaire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Conurbation.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Causes. Urban regions are distributed and caused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Causes. On this slide we have Causes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megacities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conurbation and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conurbation is towns grown together; a megalopolis is a chain of conurbations.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megacities and their continents.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tokyo (Asia) and Lagos (Africa) (also São Paulo, Mexico 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megacity; number 2, conurbation; number 3,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five megacities and mark them on a world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Urban Fields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URBAN REGIONS: MILLIONAIRE CITIES, CONURBATIONS AND MEGALOPOLIS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Regions: Millionaire Cities, Conurbations and Megalopolis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Millionaire city, megacity,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world distribution, examples and causes of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Current Trends in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suburbanisation is happening: new quarters grow on the edge of the town (e.g. along the Ngaoundéré road) because land is cheaper and the centre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millionaire city, conurbation and megalopolis.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world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is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has about 37 million people, more than Cameroon. Lagos grows by about 3,000 people every day. Between Boston and Washington, cities have merged into one long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cities have become enormous.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city of over 10 million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chain of merged cities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growth of large urban regions and their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giant 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Millionaire city, conurbation and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 of the world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continent are most megacities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Tokyo the largest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centre of industry, finance and government with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 (Lagos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African cities like Lagos grow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 big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megacities.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and slums (also pollution, water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urban regions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Millionaire 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city with more than one million inhabitants. Douala and Yaoundé are millionaire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area formed when growing towns merge together. The Ruhr in Germany and Greater Lagos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chain of conurbations linked by transport, with tens of millions of people. BosWash (Boston–Washington) and Tokyo–Osaka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regions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megacities (over 10 million) are now in Asia, such as Tokyo, Delhi and Shanghai. Africa has Lagos, Cairo and Kinshasa.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trade, rural–urban migration and natural increase make cities grow. Good transport links join towns into conurbations.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Megacities suffer from traffic congestion, slums, pollution and water shortages. They are difficult to govern.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megacities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conurbation and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 is towns grown together; a megalopolis is a chain of conurbations.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megacities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(Asia) and Lagos (Africa) (also São Paulo,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with over 10 million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grown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Boston–Washington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millionaire city, conurbation and megalopolis. Describe their world distribution. Explain the causes of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Regions; Spatial Distribution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five megacities and mark them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megacities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Tokyo.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Lagos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2026-09-29T03:13:05Z</dcterms:created>
  <dcterms:modified xsi:type="dcterms:W3CDTF">2026-09-29T03:13:05Z</dcterms:modified>
</cp:coreProperties>
</file>