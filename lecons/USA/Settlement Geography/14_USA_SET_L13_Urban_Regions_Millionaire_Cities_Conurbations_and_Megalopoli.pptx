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Urban Regions: Millionaire Cities, Conurbations and Megalopolis.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Urban Growth. The key notions we shall use today are: millionaire city, megacity, conurbation, megalopolis. At the end, you should be able to do this: learners are able to describe very large urban regions and explain their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Current Trends in Urbanisation. The question was: Which of the four stages is happening in your town? Give evidence.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suburbanisation is happening: new quarters grow on the edge of the town (e.g. along the Ngaoundéré road) because land is cheaper and the centre is crowded.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millionaire city, conurbation and megalopolis. Number 2: describe their world distribution. Number 3: explain the causes of their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Urbanisation is fast in LEDCs. Cities spread into the countryside.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Tokyo has about 37 million people, more than Cameroon. Lagos grows by about 3,000 people every day. Between Boston and Washington, cities have merged into one long urban region.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Some cities have become enormous.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city of over 10 million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megacity.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chain of merged cities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megalopolis.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growth of large urban regions and their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giant cities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millionaire city, conurbation and megalopolis.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conurbation?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Several towns that have grown together into one urban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megacities of the world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continent are most megacities today?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tokyo from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Tokyo the largest urban region?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major centre of industry, finance and government with good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crowded market (Lagos region).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African cities like Lagos grow so fast?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Rural-urban migration and high natural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traffic in a big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problems of megacities.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Congestion and slums (also pollution, water shortage).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Urban Regions. The main urban regions are defined as follows. On this slide we have Millionaire city.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Urban Regions. On this slide we have Conurbation.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Urban Regions. On this slide we have Megalopolis.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urban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Distribution and Causes. Urban regions are distributed and caused as follows. On this slide we have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Distribution and Causes. On this slide we have Causes and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megacities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a conurbation and a megalopolis.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conurbation is towns grown together; a megalopolis is a chain of conurbations.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megacities and their continents.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tokyo (Asia) and Lagos (Africa) (also São Paulo, Mexico City).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megacity; number 2, conurbation; number 3, megalopolis.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five megacities and mark them on a world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Urban Fields (Spheres of Influence).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13: URBAN REGIONS: MILLIONAIRE CITIES, CONURBATIONS AND MEGALOPOLIS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 Regions: Millionaire Cities, Conurbations and Megalopolis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Urban Regions: Millionaire Cities, Conurbations and Megalopolis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Millionaire city, megacity, conurbation, megalopolis.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world distribution, examples and causes of millionaire cities, conurbations and megalopolis.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very large urban regions and explain their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Current Trends in Urbanisation):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of the four stages is happening in your town? Give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suburbanisation is happening: new quarters grow on the edge of the town (e.g. along the Ngaoundéré road) because land is cheaper and the centre is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millionaire city, conurbation and megalopolis.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world distribution.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their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Urbanisation is fast in LEDCs.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Cities spread into the countryside.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Tokyo has about 37 million people, more than Cameroon. Lagos grows by about 3,000 people every day. Between Boston and Washington, cities have merged into one long urban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cities have become enormous.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city of over 10 million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megacity.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chain of merged cities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megalopolis.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growth of large urban regions and their challenges.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giant cities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Millionaire city, conurbation and megalopolis.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conurbation?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Several towns that have grown together into one urban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egaciti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Megacities of the world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continent are most megacities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SPATIAL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PROMINENT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toky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Tokyo from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PROMINENT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Tokyo the largest urban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PROMINENT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major centre of industry, finance and government with good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crow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crowded market (Lagos region).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African cities like Lagos grow so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high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Traffic in a big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megacities.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Congestion and slums (also pollution, water shortage).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Urban Regions: Millionaire Cities, Conurbations and Megalopolis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Regions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urban regions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Millionaire 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city with more than one million inhabitants. Douala and Yaoundé are millionaire cities.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Conurbation: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large urban area formed when growing towns merge together. The Ruhr in Germany and Greater Lagos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Megalopolis: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very large chain of conurbations linked by transport, with tens of millions of people. BosWash (Boston–Washington) and Tokyo–Osaka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Urban Regions</a:t>
            </a:r>
            <a:endParaRPr lang="en-US" sz="3600" dirty="0"/>
          </a:p>
        </p:txBody>
      </p:sp>
      <p:pic>
        <p:nvPicPr>
          <p:cNvPr id="4" name="Image 0" descr="/home/claude/f4/img/v2/urban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urban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Distribution and Causes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regions are distributed and caused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megacities (over 10 million) are now in Asia, such as Tokyo, Delhi and Shanghai. Africa has Lagos, Cairo and Kinshasa.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Distribution and Causes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Industrialisation, trade, rural–urban migration and natural increase make cities grow. Good transport links join towns into conurbations.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Megacities suffer from traffic congestion, slums, pollution and water shortages. They are difficult to govern.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Distribution and Causes</a:t>
            </a:r>
            <a:endParaRPr lang="en-US" sz="3600" dirty="0"/>
          </a:p>
        </p:txBody>
      </p:sp>
      <p:pic>
        <p:nvPicPr>
          <p:cNvPr id="4" name="Image 0" descr="/home/claude/f4/img/v2/megacitie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megacities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conurbation and a megalopolis.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conurbation is towns grown together; a megalopolis is a chain of conurbations.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megacities and their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Tokyo (Asia) and Lagos (Africa) (also São Paulo, Mexico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city with over 10 million people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Towns grown together form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Boston–Washington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five megacities and mark them on a world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Urban Fields (Spheres of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Megacity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mégapole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Conurbation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L'agglomération (conurbation)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Megalopolis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mégalopole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Million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million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Corridor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corridor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Urban Regions: Millionaire Cities, Conurbations and Megalopolis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millionaire city, conurbation and megalopolis. Describe their world distribution. Explain the causes of their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very large urban regions and explain their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Urban Regions; Spatial Distribution and Causes.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five megacities and mark them on a world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forms.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 megacities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Tokyo.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Lagos and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problems.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“Tokyo from the Air” by Trey Ratcliff, CC BY-NC-SA 2.0, via Flickr (https://www.flickr.com/photos/95572727@N00/4140101118)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“Wax market” by zouzouwizman, CC BY 2.0, via Flickr (https://www.flickr.com/photos/61111202@N00/12129001)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2026-09-27T10:31:45Z</dcterms:created>
  <dcterms:modified xsi:type="dcterms:W3CDTF">2026-09-27T10:31:45Z</dcterms:modified>
</cp:coreProperties>
</file>