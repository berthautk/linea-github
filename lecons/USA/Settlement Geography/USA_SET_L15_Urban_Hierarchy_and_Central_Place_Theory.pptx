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15: Urban Hierarchy and Central Place Theory.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pyramid.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circles and hexagons.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assumptions.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central 2. threshold 3. marketing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15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Hierarchy and Central Place Theory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Urban Hierarchy and Central Place Theory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hierarchy, central place, threshold, range, low-order goods, high-order goods, Christaller, K = 3, 4, 7.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classification; central place theory: central places, functional hierarchy, range and threshold; Christaller's model: principles, assumptions, K3, K4, K7, applicability and criticisms.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urban hierarchy with Christaller's central place theory.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urban hierarchy and central place.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range and threshold.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Christaller's model and criticise it.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fields depend on services.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more villages than cities.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village has a small shop, many towns have a secondary school, but only a few cities have a university or a specialist hospital. Learners ask why services are spread this way.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Services are found at different levels of settlements.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universities only in big cities?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need many customers (a high threshold).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theory explains this?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Christaller's central place theory.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towns of different sizes offer different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HIERARCHY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hierarch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settlement hierarchy.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HIERARCHY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there many villages but few cities?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HIERARCHY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Villages serve small areas; cities serve large regions.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RANGE AND THRESHOLD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range_threshol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Range and threshold.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RANGE AND THRESHOLD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threshold and range.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RANGE AND THRESHOLD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Threshold: minimum customers needed. Range: maximum distance people will travel.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CHRISTALLER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christall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Christaller's hexagons (K = 3).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CHRISTALLER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Christaller use hexagons?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CHRISTALLER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cover the area without gaps or overlaps.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ASSUMPTIONS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flat plain.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ASSUMPTIONS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assumptions of Christaller's model.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ASSUMPTIONS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flat, uniform plain and people buying at the nearest centre.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CRITICISMS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manda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420169"/>
            <a:ext cx="11640312" cy="306922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Rugged relief in northern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CRITICISMS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model rarely fit reality?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CRITICISMS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Relief, rivers, uneven population and transport routes distort patterns.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Hierarchy and Central Place Theory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Urban Hierarchy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Urban Hierarchy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15: Urban Hierarchy and Central Place Theory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Central place: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settlement that provides goods and services to its surrounding area.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Threshold: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minimum number of customers needed for a service to survive.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maximum distance people will travel for a good or service.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Central Place Theory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Hierarchy: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Low-order centres offer everyday goods with small thresholds. High-order centres offer rare goods with large thresholds and ranges.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Assumptions: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Christaller (1933) assumed a flat plain, even population and equal transport. People buy from the nearest centre.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Central Place Theory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Hexagons and K values: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Market areas form hexagons. K = 3 is the marketing principle, K = 4 the transport principle and K = 7 the administrative principle.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Applicability and Criticisms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Applicability: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fits flat farming regions like southern Germany and parts of the USA. It explains why services are spread by level.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Criticisms: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land is not flat, and people do not always buy at the nearest centre. Industry, history and cars change the pattern.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Applicability and Criticisms (2/2)</a:t>
            </a:r>
            <a:endParaRPr lang="en-US" sz="3600" dirty="0"/>
          </a:p>
        </p:txBody>
      </p:sp>
      <p:pic>
        <p:nvPicPr>
          <p:cNvPr id="13" name="Image 0" descr="/home/claude/f4/img/v2/christall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hexagons.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threshold and range.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Threshold is the minimum number of customers; range is the maximum distance people travel.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criticisms of Christaller's model.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is not flat; people do not always buy at the nearest centre.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town serving its area is a ______ place.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minimum number of customers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 = 3 is the ______ principle.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 five settlements near you by their services.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16: Settlement Size and Functions.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place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lieu central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seuil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portée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Hexagon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L'hexagone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L'hypothèse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Hierarchy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hiérarchie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Urban Hierarchy and Central Place Theory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urban hierarchy and central place. Explain range and threshold. Describe Christaller's model and criticise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urban hierarchy with Christaller's central place theory.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Central place, Threshold, Range; II. Central Place Theory: Hierarchy, Assumptions, Hexagons and K values; III. Applicability and Criticisms: Applicability, Criticisms.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five settlements near you by their services.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“Rhumsiki peak, North Cameroon” by krishna.naudin, CC BY-SA 2.0, via Flickr (https://www.flickr.com/photos/141297921@N05/25989204581)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2026-09-26T19:01:09Z</dcterms:created>
  <dcterms:modified xsi:type="dcterms:W3CDTF">2026-09-26T19:01:09Z</dcterms:modified>
</cp:coreProperties>
</file>