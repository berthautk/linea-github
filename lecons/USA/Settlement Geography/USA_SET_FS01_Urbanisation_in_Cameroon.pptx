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Further Study 1: Urbanisation in Cameroon.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rank towns.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factors.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Douala.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Yaoundé.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Douala 2. Yaoundé 3. Wouri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SETTLEMENT GEOGRAPHY  —  FURTHER STUDY 1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Urbanisation in Cameroon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5: Understanding and managing settlement dynamics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Geography of Cameroon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Urban Settlement in Cameroon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Further Study 1: Urbanisation in Cameroon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Urban centre, urban ranking, colonial town, hinterland, urban problems, planning.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 and ranking of towns; growth since colonial times and its factors; site, situation, functions and links of two towns; urban problems and solutions.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urbanisation in Cameroon and study two major towns.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distribution and ranking of towns in Cameroon.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growth of towns since colonial times.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the site, situation, functions and problems of Douala and Yaoundé.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Cameroon has a binary urban pattern.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problems include slums, traffic and floods.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Before 1900, Cameroon had few towns. Today more than half of Cameroonians live in towns, and Douala and Yaoundé each have about four million people.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Towns in Cameroon have grown very fast.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two cities dominate?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Douala and Yaoundé.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started modern towns?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Colonial administration, ports and railways.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further study helps us to understand the towns of our own country.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DISTRIBUTION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cmr_town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Main towns of Cameroon.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DISTRIBUTION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are most large towns of Cameroon?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DISTRIBUTION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south and west, with some regional capitals in the north.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RANKING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rank_siz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Rank-size graph of Cameroon (approximate).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RANKING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Rank the first four towns of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RANKING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Yaoundé, Douala, Bamenda, Bafoussam (Garoua is close).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GROWTH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2t_tra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railway.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GROWTH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factors of urban growth since colonial times.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GROWTH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Colonial administration and transport (ports, railways), then migration and industry.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DOUALA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lsa_doual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Douala.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DOUALA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Describe the site, situation and main functions of Douala.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DOUALA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Wouri estuary; gateway to Central Africa; port, industry, trade.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YAOUNDÉ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lsa_yaoun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Yaoundé.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YAOUNDÉ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Describe the site and main functions of Yaoundé.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YAOUNDÉ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Hills of the southern plateau; capital, administration, universities.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Urbanisation in Cameroon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Geography of Cameroon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Urban Settlement in Cameroon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Further Study 1: Urbanisation in Cameroon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Urban centre: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town with urban functions, often a divisional or regional headquarters.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Hinterland: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area linked to a town and served by it.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Distribution and Growth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Distribution and ranking: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Yaoundé and Douala have about 4 million each, followed by Bamenda, Bafoussam and Garoua. Most towns are in the south and west.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Colonial period: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Towns grew as administrative posts, ports and railway stations. Douala, Yaoundé and Buea were colonial centres.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Distribution and Growth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Since independence: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Rural-urban migration, industry and administration made towns grow fast. Over half of Cameroonians now live in towns.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Two Major Towns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Douala: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sited on the Wouri estuary and is the gateway to Chad and the CAR. It is the economic capital with the port and most industries.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Yaoundé: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sited on hills of the southern plateau. It is the political capital with ministries and universities.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Two Major Towns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Problems and solutions: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Both face slums, traffic, floods, waste and unemployment. Solutions include master plans, new roads, drains and housing, but money and enforcement are lacking.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Compare the functions of Douala and Yaoundé.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Douala: port, industry, trade. Yaoundé: administration, education.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urban problems in Cameroon and one solution for each.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Floods: drains; traffic: public transport (also slums: housing schemes).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economic capital of Cameroon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political capital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Douala is sited on the ______ estuary.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Draw the site of Douala or Yaoundé and list three problems of the town.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ends Settlement Geography; the next branch is Economic Geography.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Urbanisation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L'urbanisation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capitale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port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Railway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chemin de fer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Estuary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L'estuaire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Hinterland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L'arrière-pays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Geography of Cameroon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Further Study 1: Urbanisation in Cameroon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Describe the distribution and ranking of towns in Cameroon. Explain the growth of towns since colonial times. Study the site, situation, functions and problems of Douala and Yaoundé.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urbanisation in Cameroon and study two major towns.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Urban centre, Hinterland; II. Distribution and Growth: Distribution and ranking, Colonial period, Since independence; III. Two Major Towns: Douala, Yaoundé, Problems and solutions.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 the site of Douala or Yaoundé and list three problems of the town.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5 (Settlement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“Train de nuit” by Huard, CC BY-NC-ND 2.0, via Flickr (https://www.flickr.com/photos/41569561@N07/5499545979)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“Douala” by christing-O-, CC BY 2.0, via Flickr (https://www.flickr.com/photos/76187282@N00/7227535754)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“Yaoundé” by wili_hybrid, CC BY-NC 2.0, via Flickr (https://www.flickr.com/photos/62223880@N00/5677034246)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2026-09-26T19:01:10Z</dcterms:created>
  <dcterms:modified xsi:type="dcterms:W3CDTF">2026-09-26T19:01:10Z</dcterms:modified>
</cp:coreProperties>
</file>