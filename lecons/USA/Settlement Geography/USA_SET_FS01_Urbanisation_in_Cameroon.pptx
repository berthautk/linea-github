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Urbanisation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Urban Settlement in Cameroon. The key notions we shall use today are: urban centre, urban ranking, colonial town, hinterland, urban problems, planning. At the end, you should be able to do this: learners are able to describe urbanisation in Cameroon and study two major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Controlling Town Spread. The question was: Propose three measures to control the spread of Yaoundé or Douala.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Measures for Yaoundé or Douala: create a green belt, develop satellite towns (e.g. Soa, Edéa), build ring roads and improve public transport so that people can live further away without sprawl.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distribution and ranking of towns in Cameroon. Number 2: explain the growth of towns since colonial times. Number 3: study the site, situation, functions and problems of Douala and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a binary urban pattern. Urban problems include slums, traffic and floods.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Before 1900, Cameroon had few towns. Today more than half of Cameroonians live in towns, and Douala and Yaoundé each have about four million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in Cameroon have grown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two cities dominate?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Douala and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started modern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Colonial administration, ports and railways.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the growth of towns in Cameroon to improve living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the towns of our own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most large towns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south and west, with some regional capitals in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rank-size graph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Rank the first four towns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Yaoundé, Douala, Bamenda, Bafoussam (Garoua is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railway.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factors of urban growth since colonial times.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Colonial administration and transport (ports, railways), then migration and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site, situation and main functions of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Wouri estuary; gateway to Central Africa; port, industry,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site and main functions of Yaoundé.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Hills of the southern plateau; capital, administration, universities.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Urbanisation in Cameroon. Urbanisation in Cameroon can be described as follows. On this slide we have Rate and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in Cameroon. On this slide we have Ranking.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towns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Urban Growth. Towns in Cameroon grew because of. On this slide we have Colonial and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Urban Growth. On this slide we have Demographic and political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Studies: Douala and Yaoundé. The two main cities can be described as follows. On this slide we have Douala.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Douala and Yaoundé.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Douala and Yaoundé. On this slide we have Yaoundé.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the functions of Douala and Yaoundé.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port, industry, trade. Yaoundé: administration, education.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urban problems in Cameroon and one solution for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floods: drains; traffic: public transport (also slums: housing schemes).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Douala; number 2, Yaoundé; number 3, Wouri.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site of Douala or Yaoundé and list three problems of the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Natural Resources.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1: URBANISATION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Urbanisation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Urbanisation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centre, urban ranking, colonial town, hinterland, urban problems,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and ranking of towns; growth since colonial times and its factors; site, situation, functions and links of two towns; urban problems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urbanisation in Cameroon and study two major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Controlling Town Spread):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measures to control the spread of Yaoundé or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Measures for Yaoundé or Douala: create a green belt, develop satellite towns (e.g. Soa, Edéa), build ring roads and improve public transport so that people can live further away without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and ranking of towns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growth of towns since colonial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Study the site, situation, functions and problems of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 binary urban pattern.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 problems include slums, traffic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Before 1900, Cameroon had few towns. Today more than half of Cameroonians live in towns, and Douala and Yaoundé each have about four million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in Cameroon have grown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two cities dominate?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started modern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administration, ports and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the growth of towns in Cameroon to improve living conditions.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towns of our own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OF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OF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large towns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OF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and west, with some regional capitals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RANKING OF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nk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Rank-size graph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RANKING OF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the first four towns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RANKING OF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Douala, Bamenda, Bafoussam (Garoua is close).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URBAN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railway.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URBAN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urban growth since colonial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URBAN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administration and transport (ports, railways), then migration and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DOUALA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DOUALA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situation and main functions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DOUALA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Wouri estuary; gateway to Central Africa; port, industry,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YAOUNDÉ</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YAOUNDÉ</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main functions of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YAOUNDÉ</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Hills of the southern plateau; capital, administration, universities.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Settlement in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Urbanisation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in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in Cameroon can be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Rate and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58 % of Cameroonians live in towns, and the rate is rising fast. Most large towns are in the south and west, with Douala and Yaoundé far ahead.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in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Ranking: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and Douala have about 4 million people each, followed by Garoua, Bamenda, Bafoussam and Maroua. The pattern is binary.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in Cameroon</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Urban Growth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in Cameroon grew because of:</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Colonial and 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ports, railways and plantations created towns such as Douala and Nkongsamba. Industries, trade and administration attract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Urban Growth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Demographic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high natural increase add many people. Administrative decisions (regional capitals, universities) also create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Case Studies: Douala and Yaoundé</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two main cities can be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Douala: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sited on low, swampy land on the Wouri estuary, with a situation at the gate of Cameroon and Central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Case Studies: Douala and Yaoundé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main port, industrial and commercial centre, but suffers from floods, slums and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Case Studies: Douala and Yaoundé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sited on hills and valleys of the South Cameroon Plateau, at the centre of the country. It is the political capital with ministries, universities and embassies, but faces erosion, floods in valleys and congestion.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functions of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port, industry, trade. Yaoundé: administration,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urban problems in Cameroon and one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drains; traffic: public transport (also slums: housing schemes).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economic capital of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political capital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Douala is sited on the ______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site of Douala or Yaoundé and list three problems of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Natural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Estuary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Hinterland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L'arrière-pays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Urbanisation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distribution and ranking of towns in Cameroon. Explain the growth of towns since colonial times. Study the site, situation, functions and problems of Douala and Yaoundé.</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urbanisation in Cameroon and study two major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Urbanisation in Cameroon; Factors of Urban Growth; Case Studies: Douala and Yaoundé.</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site of Douala or Yaoundé and list three problems of the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rank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Yaoundé.</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2026-09-27T10:08:11Z</dcterms:created>
  <dcterms:modified xsi:type="dcterms:W3CDTF">2026-09-27T10:08:11Z</dcterms:modified>
</cp:coreProperties>
</file>