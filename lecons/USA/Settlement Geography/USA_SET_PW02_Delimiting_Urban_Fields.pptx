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2: Delimiting Urban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criteria.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three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breaking 2. smaller 3. questionnaires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PRACTICAL WORK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Delimiting Urban Fields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Growth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Delimiting Urban Fields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field, criteria, questionnaire, bus services, Reilly's law, breaking point.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 for determining urban fields; calculation of boundaries with Reilly's breaking-point formula.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delimit urban fields using criteria and Reilly's formula.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criteria used to delimit urban fields.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Reilly's formula.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interpret urban field boundaries.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fields depend on size and transport.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breaking point is closer to the smaller town.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council of a town wants to know which villages use its market and hospital, and where its influence ends compared with a larger town 90 km away.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council must find the limit of its town's influence.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way to collect data.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questionnaire to customers or bus timetables.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formula finds the boundary?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Reilly's law of retail gravitation.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measure the influence of towns.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CRITERIA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rban_fie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urban field.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CRITERIA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criteria used to delimit an urban field.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CRITERIA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shoppers, workers and pupils come from (also bus routes, newspapers, hospitals).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market.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 questionnaire help to delimit a field?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shows where customers come from.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REILLY'S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eill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Reilly's breaking-point formula.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REILLY'S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 A has 400,000 people, B 100,000, and they are 90 km apart. Where is the breaking point?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REILLY'S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90 ÷ (1 + √4) = 30 km from B.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REILLY'S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cmr_town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towns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REILLY'S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 4.3 M, Bafia 0.1 M, 120 km apart. Find the breaking point from Bafia.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REILLY'S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120 ÷ (1 + √43) ≈ 120 ÷ 7.6 ≈ 16 km from Bafia.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LIMITS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moto_tax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 transport.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LIMITS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limit of Reilly's formula.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LIMITS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ignores road quality, prices and people's choices.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Delimiting Urban Fields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 Growth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2: Delimiting Urban Fields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Delimiting: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finding and drawing the boundary of an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Reilly's law: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formula that finds the breaking point between two towns.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Criteria: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the origin of shoppers, workers, pupils and patients. Bus routes and newspaper sales also help.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Fieldwork: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Questionnaires and maps show where people come from. Join the outer points to draw the field.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Reilly's formula: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Breaking point from B = distance A–B ÷ (1 + √(PA ÷ PB)). The point is always closer to the smaller town.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Fields help to plan transport, markets and services. They show the influence of each town.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Limits: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fields depend on roads, prices and habits. Reilly's formula gives only a rough boundary.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(2/2)</a:t>
            </a:r>
            <a:endParaRPr lang="en-US" sz="3600" dirty="0"/>
          </a:p>
        </p:txBody>
      </p:sp>
      <p:pic>
        <p:nvPicPr>
          <p:cNvPr id="13" name="Image 0" descr="/home/claude/f4/img/v2/reill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formula.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A: 900,000; B: 100,000; distance 80 km. Find the breaking point from B.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80 ÷ (1 + √9) = 80 ÷ 4 = 20 km from B.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criteria for delimiting an urban field.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Origin of shoppers and bus routes (also workers, pupils, patients).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Reilly's law finds the ______ point.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breaking point is closer to the ______ town.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Fieldwork uses ______ to find customers' origin.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breaking point between your town and the nearest larger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15: Urban Hierarchy and Central Place Theory.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Questionnaire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questionnaire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formule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L'acheteur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route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ligne d'autobus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travail de terrain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Delimiting Urban Fields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criteria used to delimit urban fields. Apply Reilly's formula. Draw and interpret urban field boundaries.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delimit urban fields using criteria and Reilly's formula.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Delimiting, Reilly's law; II. Methods: Criteria, Fieldwork, Reilly's formula; III. Interpretation: Uses, Limits.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the breaking point between your town and the nearest larger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“Cameroon - UN Women's Gender Road Project” by UN Women Gallery, CC BY-NC-ND 2.0, via Flickr (https://www.flickr.com/photos/51431730@N04/47586053052)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2026-09-26T19:01:08Z</dcterms:created>
  <dcterms:modified xsi:type="dcterms:W3CDTF">2026-09-26T19:01:08Z</dcterms:modified>
</cp:coreProperties>
</file>