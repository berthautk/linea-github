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Delimiting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criteria, questionnaire, bus services, Reilly's law, breaking point. At the end, you should be able to do this: learners are able to delimit urban fields using criteria and Reilly's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Urban Fields (Spheres of Influence). The question was: Ask 10 people where they go for a market, a bank and a hospital. Draw the fields.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market people come from 5–10 km, for the bank from 20–30 km and for the regional hospital from over 50 km. The fields are drawn as zones of different sizes around the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criteria used to delimit urban fields. Number 2: apply Reilly's formula. Number 3: draw and interpret urban field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size and transport. The breaking point is closer to the smaller town.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town wants to know which villages use its market and hospital, and where its influence ends compared with a larger town 90 km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must find the limit of its town's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way to collect data.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to customers or bus timetables.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formula finds the boundary?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Reilly's law of retail gravitation.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urban fields using data and Reilly's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influence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delimit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shoppers, workers and pupils come from (also bus routes, newspapers,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a questionnaire help to delimit a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shows where customers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reilly's breaking-point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Town A has 400,000 people, B 100,000, and they are 90 km apart. Where is the breaking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 ÷ (1 + √4) = 30 km from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Yaoundé 4.3 M, Bafia 0.1 M, 120 km apart. Find the breaking point from Bafia.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 + √43) ≈ 120 ÷ 7.6 ≈ 16 km from Bafia.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road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 of Reilly's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road quality, prices and people's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Breaking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Delimiting Urban Fields. Urban fields are delimited as follows. On this slide we have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Delimiting Urban Fields. On this slide we have Data collection.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Reilly's Law of Retail Gravitation. The breaking point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Reilly's Law of Retail Gravitation. On this slide we have Example and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reilly's breaking point.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900,000; B: 100,000; distance 80 km. Find the breaking point from 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 ÷ (1 + √9) = 80 ÷ 4 = 20 km from B.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criteria for delimiting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origin of shoppers and bus routes (also workers, pupils, patients).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breaking; number 2, smaller; number 3,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breaking point between your town and the nearest larger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Urban Hierarchy and Central Place Theory.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DELIMITING URBAN FIELDS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Delimiting Urban Fields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Delimiting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criteria, questionnaire, bus services, Reilly's law,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for determining urban fields; calculation of boundaries with Reilly's breaking-point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Urban Fields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market people come from 5–10 km, for the bank from 20–30 km and for the regional hospital from over 50 km. The fields are drawn as zones of different sizes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criteria used to delimit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Reilly's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urban field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size 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town wants to know which villages use its market and hospital, and where its influence ends compared with a larger town 90 km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must find the limit of its town's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to collect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to customers or bus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finds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Reilly's law of retail gravitation.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urban fields using data and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influence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delimit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shoppers, workers and pupils come from (also bus routes, newspapers,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questionnaire help to delimit a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customers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Reilly's breaking-point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has 400,000 people, B 100,000, and they are 90 km apart. Where is the breaking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 ÷ (1 + √4) = 30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4.3 M, Bafia 0.1 M, 120 km apart. Find the breaking point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 + √43) ≈ 120 ÷ 7.6 ≈ 16 km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Road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Reilly's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road quality, prices and people's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between two towns where their influence is equal.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areas served by newspapers, buses, schools, hospitals, markets and shops. Each criterion gives a line; together they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Questionnaires ask people where they shop, study or seek health care. The answers are mapped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breaking point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of the breaking point from the smaller town B = d ÷ (1 + √(PA ÷ PB)). d is the distance between the towns, PA and PB their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 400,000, B = 100,000, d = 90 km: 90 ÷ (1 + √4) = 90 ÷ 3 = 30 km from B. The field of the larger town is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formula assumes equal transport and services and ignores people's preferences. Real fields depend also on roads 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Reilly's breaking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900,000; B: 100,000; distance 80 km. Find the breaking point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(1 + √9) = 80 ÷ 4 = 20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criteria for delimiting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Origin of shoppers and bus routes (also workers, pupils, patients).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Reilly's law finds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Fieldwork uses ______ to find customers'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Shopper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L'acheteur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d'autobus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Delimiting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criteria used to delimit urban fields. Apply Reilly's formula. Draw and interpret urban field boundaries.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Methods of Delimiting Urban Fields; Reilly's Law of Retail Gravitation.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breaking point between your town and the nearest larger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criteria.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three questions.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2026-09-27T10:08:10Z</dcterms:created>
  <dcterms:modified xsi:type="dcterms:W3CDTF">2026-09-27T10:08:10Z</dcterms:modified>
</cp:coreProperties>
</file>