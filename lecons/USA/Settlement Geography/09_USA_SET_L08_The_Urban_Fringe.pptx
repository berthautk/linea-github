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The Urban Fringe.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Recent Changes in Rural Settlements. The key notions we shall use today are: rural-urban fringe, urban sprawl, land use conflict, peri-urban agriculture. At the end, you should be able to do this: learners are able to describe the urban fringe and explain its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Changes in Rural Settlements. The question was: Interview an elder about how your village has changed in 30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30 years ago the village had mud houses, no road and no school; today it has block houses, a road, a primary school and a borehole, but many young people have left for town.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rural-urban fringe. Number 2: describe its characteristics. Number 3: explain its challenges and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grow outwards. Villages near towns become commuter villages.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edge of Yaoundé, farms of cassava stand next to new villas, a quarry, a rubbish dump and unfinished roads. Farmers and builders argue about the land.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 and countryside mix and compete for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zone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rural-urban fringe.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people argue about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and builders want the same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the urban fringe to protect farmland and control sprawl.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fast-changing edge of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zones from the centre to the fringe.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rural-urban fringe?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the edge of the town where it meets the countryside.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new housing estates on the edge of a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land uses found in the fringe.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housing estates and farms (also quarries, dumps, airports).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vegetables from nearby farms sold in a town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farmers near towns grow vegetables?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town market is close and prices are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new building on farmland.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challenges of the urban fringe.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Loss of farmland and land conflicts (also lack of services,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measures to control town spread.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planners protect the fringe?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Land-use plans, green belts and services before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Urban Fringe. The urban fringe can be understood as follows. On this slide we have Urban (rural–urban) fringe.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 of the urban fringe.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urban fringe has the following characteristics. On this slide we have Mixed land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Market gardening and commuting.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Challenges. The urban fringe faces the following challenges.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Challenges. On this slide we have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controlling the fringe.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the rural-urban fringe.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zone where the town meets the countryside.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challenges of the fringe.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loss of farmland and land conflicts (also lack of services).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fringe; number 2, sprawl; number 3, peri-urban.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Visit the edge of your town and list the land uses you see.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Differences between Rural and Urban Settlements.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THE URBAN FRINGE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Urban Fringe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Recent Changes in Rural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The Urban Fringe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Rural-urban fringe, urban sprawl, land use conflict, peri-urban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characteristics and challenges of urban fringes.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urban fringe and explain its challenges.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Changes in Rural Settlements):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an elder about how your village has changed in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30 years ago the village had mud houses, no road and no school; today it has block houses, a road, a primary school and a borehole, but many young people have left for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rural-urban fringe.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characteristics.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challenges and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outwards.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near towns become commuter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edge of Yaoundé, farms of cassava stand next to new villas, a quarry, a rubbish dump and unfinished roads. Farmers and builders argue about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and countryside mix and compete for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zone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rural-urban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argue about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and builders want the same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the urban fringe to protect farmland and control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fast-changing edge of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bd_zo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Zones from the centre to the fringe.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rural-urban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edge of the town where it meets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New housing estates on the edge of a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land uses found in the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housing estates and farms (also quarries, dumps,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Vegetables from nearby farms sold in a town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near towns grow vegetables?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market is close and prices are good.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CHALLENGES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nstruc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New building on farmland.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challenges of the urban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Loss of farmland and land conflicts (also lack of services,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CHALLENGES: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prawl_contro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Measures to control town spread.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CHALLENGES: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planners protect the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CHALLENGES: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Land-use plans, green belts and services before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Recent Changes in Rural Settlements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The Urban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Urban Fringe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urban fringe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(rural–urban) fringe: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zone at the edge of a town where urban and rural land uses mix. It is a zone of transition and rapid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Urban Fringe</a:t>
            </a:r>
            <a:endParaRPr lang="en-US" sz="3600" dirty="0"/>
          </a:p>
        </p:txBody>
      </p:sp>
      <p:pic>
        <p:nvPicPr>
          <p:cNvPr id="4" name="Image 0" descr="/home/claude/f4/img/v2/cbd_zo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 of the urban fringe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urban fringe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Mixed 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housing estates, factories, dumps, cemeteries and airports mix with farms. Large land users move there because land is cheap.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 gardening and commuting: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vegetables and keep poultry for the town market. Many residents commute to work in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Challenges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urban fringe faces the following challenges: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Farmland is lost to building, land prices rise and illegal settlements grow. Pollution, poor services and land disputes are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Challenges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Planners create green belts, land-use zoning and planned estates. Services should be extended before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Challenges</a:t>
            </a:r>
            <a:endParaRPr lang="en-US" sz="3600" dirty="0"/>
          </a:p>
        </p:txBody>
      </p:sp>
      <p:pic>
        <p:nvPicPr>
          <p:cNvPr id="4" name="Image 0" descr="/home/claude/f4/img/v2/sprawl_contro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controlling the fringe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rural-urban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zone where the town meets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challenges of the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Loss of farmland and land conflicts (also lack of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edge of a town is the rural-urban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Uncontrolled town spread is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on town edges is ______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Visit the edge of your town and list the land uses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Differences between Rural and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Fringe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frange périurbaine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Sprawl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L'étalement urbain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Quarry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Conflict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conflit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The Urban Fringe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rural-urban fringe. Describe its characteristics. Explain its challenges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urban fringe and explain its challenges.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Urban Fringe; Characteristics; Challenges.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Visit the edge of your town and list the land uses you see.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land uses on your town's edge.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market gardens.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land disputes.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planning.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“Cementing Ethiopia's progress” by DFID - UK Department for International Development, CC BY 2.0, via Flickr (https://www.flickr.com/photos/14214150@N02/8757865770)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2026-09-29T12:18:50Z</dcterms:created>
  <dcterms:modified xsi:type="dcterms:W3CDTF">2026-09-29T12:18:50Z</dcterms:modified>
</cp:coreProperties>
</file>