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Urban Fields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Growth. The key notions we shall use today are: urban field, sphere of influence, hinterland, breaking point. At the end, you should be able to do this: learners are able to describe and explain the urban fields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Urban Regions: Millionaire Cities, Conurbations and Megalopolis. The question was: Name five megacities and mark them on a world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Tokyo (Japan), Delhi (India), Shanghai (China), São Paulo (Brazil), Lagos (Nigeria), marked on a world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field. Number 2: describe the shapes and sizes of urban fields. Number 3: explain the factors of urban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provide services to villages. Big towns interact more (gravity model).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People from villages around Dschang come to its market every week, but for a university they go to Dschang, while for a specialist hospital many travel to Yaoundé or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serve areas of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area served by a town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urban field (sphere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go to Yaoundé for a hospital?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Specialist services are found only in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delimit the zones served by towns to plan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towns and their surrounding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urban field of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area around a town that depends on it for services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low- and high-order services.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field for a hospital larger than for a bakery?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travel further for rare, high-order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railway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urban fields often stretched along roads and railways?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makes it easier to reach the town along those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of the size of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Size of the town, number of services and transport (also competing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breaking point between two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is the breaking point between two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their fields meet; closer to the smaller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Field. An urban field can be understood as follows. On this slide we have Urban field (sphere of influence).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urban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Shapes and Sizes. Urban fields vary in shape and size. On this slide we have Sizes.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Shapes and Sizes. On this slide we have Shapes.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Fields. The size and shape of fields depend on. On this slide we have Size and functions of the town.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Fields. On this slide we have Transport and competition.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Fields. On this slide we have Physical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competition between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area served by a town for goods, services and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the size of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size and transport (also number of services, competition).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field; number 2, breaking; number 3,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10 people where they go for a market, a bank and a hospital. Draw the fields.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Delimiting Urban Fields.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URBAN FIELDS (SPHERES OF INFLUENCE)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Fields (Spheres of Influence)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Urban Fields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sphere of influence, hinterland, breaking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shapes and sizes of urban fields;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urban fields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Urban Regions: Millionaire Cities, Conurbations and Megalopolis):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five megacities and mark them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Tokyo (Japan), Delhi (India), Shanghai (China), São Paulo (Brazil), Lagos (Nigeria), marked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shapes and sizes of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provide services to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interact more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from villages around Dschang come to its market every week, but for a university they go to Dschang, while for a specialist hospital many travel to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serve areas of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area served by a town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urban field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go to Yaoundé for a hospital?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Specialist services are found only in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Delimit the zones served by towns to plan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towns and their surrounding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field of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depends on it for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and high-order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field for a hospital larger than for a bakery?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further for rare, high-order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railway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urban fields often stretched along roads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makes it easier to reach the town along those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size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of the town, number of services and transport (also competing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breaking point between two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breaking point between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their fields meet; closer to the smaller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Urban Fields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Field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urban field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field (sphere of influence):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is served by it and depends on it for goods,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Field</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Shapes and Sizes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vary in shape and size: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service has its own field: high-order services (hospitals, universities) have large fields and low-order services (bakeries) small ones. Large towns have larger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Shapes and Sizes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are rarely circular; they stretch along roads and railways. Relief, rivers and borders cut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size and shape of fields depend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and functions of the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more and higher-order services attract people from further away. Yaoundé serves the whole Centre region and beyond.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competition: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roads extend fields, while nearby competing towns limit them. The breaking point between two towns can be found with Reilly's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rivers and borders limit fields. Administrative boundaries also influence where people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competition between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served by a town for goods,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the size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size and transport (also number of services,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boundary between two fields is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Rare services have ______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10 people where they go for a market, a bank and a hospital. Draw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Delimiting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Urban Fields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field. Describe the shapes and sizes of urban fields. Explain the factors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urban fields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Field; Shapes and Sizes; Factors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10 people where they go for a market, a bank and a hospital. Draw the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routes to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towns.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2026-09-29T12:18:51Z</dcterms:created>
  <dcterms:modified xsi:type="dcterms:W3CDTF">2026-09-29T12:18:51Z</dcterms:modified>
</cp:coreProperties>
</file>