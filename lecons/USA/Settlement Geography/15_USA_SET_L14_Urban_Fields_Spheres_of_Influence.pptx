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14: Urban Fields (Spheres of Influence).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5: Understanding and managing settlement dynamics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Urban Hierarchy, and the sub-topic is Urban Growth. The key notions we shall use today are: urban field, sphere of influence, hinterland, breaking point. At the end, you should be able to do this: learners are able to describe and explain the urban fields of towns.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13: Urban Regions: Millionaire Cities, Conurbations and Megalopolis. The question was: Name five megacities and mark them on a world map.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Examples: Tokyo (Japan), Delhi (India), Shanghai (China), São Paulo (Brazil), Lagos (Nigeria), marked on a world map.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an urban field. Number 2: describe the shapes and sizes of urban fields. Number 3: explain the factors of urban fields.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Towns provide services to villages. Big towns interact more (gravity model).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People from villages around Dschang come to its market every week, but for a university they go to Dschang, while for a specialist hospital many travel to Yaoundé or Douala.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Towns serve areas of different sizes.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the area served by a town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Its urban field (sphere of influence).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do people go to Yaoundé for a hospital?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Specialist services are found only in big cities.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delimit the zones served by towns to plan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links between towns and their surrounding areas.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urban field of a city.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an urban field?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area around a town that depends on it for services and jobs.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low- and high-order services.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is the field for a hospital larger than for a bakery?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People travel further for rare, high-order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railway line.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are urban fields often stretched along roads and railways?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Transport makes it easier to reach the town along those routes.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yaoundé.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three factors of the size of an urban field.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Size of the town, number of services and transport (also competing towns).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the breaking point between two towns.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Where is the breaking point between two towns?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Where their fields meet; closer to the smaller town.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Urban Field. An urban field can be understood as follows. On this slide we have Urban field (sphere of influence).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an urban field.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Shapes and Sizes. Urban fields vary in shape and size. On this slide we have Sizes.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Shapes and Sizes. On this slide we have Shapes.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Factors of Urban Fields. The size and shape of fields depend on. On this slide we have Size and functions of the town.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of Urban Fields. On this slide we have Transport and competition.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of Urban Fields. On this slide we have Physical and political factors.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competition between towns.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Define an urban field.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area served by a town for goods, services and jobs.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factors of the size of an urban field.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town size and transport (also number of services, competition).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field; number 2, breaking; number 3, large.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Ask 10 people where they go for a market, a bank and a hospital. Draw the fields.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Practical Work 2: Delimiting Urban Fields.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14: URBAN FIELDS (SPHERES OF INFLUENCE)</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14</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Urban Fields (Spheres of Influence)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5: Understanding and managing settlement dynamics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Urban Hierarchy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Urban Growth</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14: Urban Fields (Spheres of Influence)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Urban field, sphere of influence, hinterland, breaking point.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shapes and sizes of urban fields; factors.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and explain the urban fields of towns.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13: Urban Regions: Millionaire Cities, Conurbations and Megalopolis):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five megacities and mark them on a world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Examples: Tokyo (Japan), Delhi (India), Shanghai (China), São Paulo (Brazil), Lagos (Nigeria), marked on a world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an urban field.</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shapes and sizes of urban fields.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factors of urban fields.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Towns provide services to villages.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Big towns interact more (gravity model).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from villages around Dschang come to its market every week, but for a university they go to Dschang, while for a specialist hospital many travel to Yaoundé or Douala.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Towns serve areas of different sizes.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area served by a town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Its urban field (sphere of influence).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people go to Yaoundé for a hospital?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Specialist services are found only in big cities.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Delimit the zones served by towns to plan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links between towns and their surrounding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urban_field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urban field of a city.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an urban field?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area around a town that depends on it for services and jobs.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SIZES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range_threshold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Low- and high-order services.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SIZES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field for a hospital larger than for a bakery?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SIZES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travel further for rare, high-order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SHAPES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trai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railway line.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SHAPES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urban fields often stretched along roads and railways?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SHAPES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Transport makes it easier to reach the town along those routes.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sa_yaound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Yaoundé.</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factors of the size of an urban field.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Size of the town, number of services and transport (also competing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 COMPETITION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reilly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breaking point between two towns.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 COMPETITION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is the breaking point between two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 COMPETITION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their fields meet; closer to the smaller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Urban Hierarchy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Urban Growth</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14: Urban Fields (Spheres of Influence)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Urban Field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An urban field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Urban field (sphere of influence):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area around a town that is served by it and depends on it for goods, services and jobs.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Urban Field</a:t>
            </a:r>
            <a:endParaRPr lang="en-US" sz="3600" dirty="0"/>
          </a:p>
        </p:txBody>
      </p:sp>
      <p:pic>
        <p:nvPicPr>
          <p:cNvPr id="4" name="Image 0" descr="/home/claude/f4/img/v2/urban_field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an urban field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Shapes and Sizes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Urban fields vary in shape and size: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Sizes: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Each service has its own field: high-order services (hospitals, universities) have large fields and low-order services (bakeries) small ones. Large towns have larger fields.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Shapes and Sizes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Shapes: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Fields are rarely circular; they stretch along roads and railways. Relief, rivers and borders cut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of Urban Fields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size and shape of fields depend 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Size and functions of the town: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Towns with more and higher-order services attract people from further away. Yaoundé serves the whole Centre region and beyond.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of Urban Fields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Transport and competition: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Good roads extend fields, while nearby competing towns limit them. The breaking point between two towns can be found with Reilly's law.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of Urban Fields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Physical and political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Mountains, rivers and borders limit fields. Administrative boundaries also influence where people go.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of Urban Fields</a:t>
            </a:r>
            <a:endParaRPr lang="en-US" sz="3600" dirty="0"/>
          </a:p>
        </p:txBody>
      </p:sp>
      <p:pic>
        <p:nvPicPr>
          <p:cNvPr id="4" name="Image 0" descr="/home/claude/f4/img/v2/reilly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competition between towns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an urban field.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area served by a town for goods, services and jobs.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factors of the size of an urban field.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Town size and transport (also number of services, competition).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area served by a town is its urban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boundary between two fields is the ______ point.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Rare services have ______ fields.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10 people where they go for a market, a bank and a hospital. Draw the fields.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2: Delimiting Urban Fields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Urban field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zone d'influence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Hinterland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L'arrière-pays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Service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service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Boundary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limite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Market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marché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Competition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concurrence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Urban Hierarchy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14: Urban Fields (Spheres of Influence)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an urban field. Describe the shapes and sizes of urban fields. Explain the factors of urban fields.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and explain the urban fields of towns.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of Urban Field; Shapes and Sizes; Factors of Urban Fields.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Ask 10 people where they go for a market, a bank and a hospital. Draw the fields.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rings.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compare services.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 routes to your town.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list factors.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draw two towns.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5 (Settlement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“Train de nuit” by Huard, CC BY-NC-ND 2.0, via Flickr (https://www.flickr.com/photos/41569561@N07/5499545979)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“Yaoundé” by wili_hybrid, CC BY-NC 2.0, via Flickr (https://www.flickr.com/photos/62223880@N00/5677034246)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2026-09-27T10:31:45Z</dcterms:created>
  <dcterms:modified xsi:type="dcterms:W3CDTF">2026-09-27T10:31:45Z</dcterms:modified>
</cp:coreProperties>
</file>