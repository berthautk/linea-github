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Urban Settlement: Meaning, Types and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Settlement. The key notions we shall use today are: town, city, functional classification, administrative town, port, mining town, market town. At the end, you should be able to do this: learners are able to classify towns by function and explain their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Differences between Rural and Urban Settlements. The question was: Compare your village and a nearby town using four criteria.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few people, farming, family life, no tarred roads. Town: many people, trade and offices, more individual life, tarred roads and electricity.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settlement. Number 2: classify towns by function with examples. Number 3: explain the origin and evolution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larger than villages. Early settlements grew at crossroads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is the capital, Douala is a port, Garoua is a river port and administrative town, Kribi is a port and tourist town. A learner asks how to classify towns.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have different main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can we classify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main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Yaoundé's main function?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Administration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origin and functions of towns to plan their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towns and understand how they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modern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dense settlement with mainly non-farming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a port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Douala's main function?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 and industry (commercial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the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administrative town and one mining town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or Abuja; Johannesburg or Kolwezi.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old walled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many old towns grow around a castle or market?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protection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from camp to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revolution made cities grow very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Industrial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Settlement. An urban settlement can be understood as follows. On this slide we have Urban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into Types. Towns are classified by their main function. On this slide we have Administrative and commercial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into Types. On this slide we have Industrial, mining and port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into Types. On this slide we have Other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and Evolution of Towns. Towns originated and evolved as follows. On this slide we have Origin.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and Evolution of Towns. On this slide we have 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evolution of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these towns by function: Yaoundé, Douala, Johannesburg.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administrative; port;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did the first towns appear?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river valleys like Mesopotamia and the Nile.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functional; number 2, port; number 3, Industrial.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five towns of Cameroon by their main function.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THE URBAN SETTLEMENT: MEANING, TYPES AND ORIGIN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Settlement: Meaning, Types and Origin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Urban Settlement: Meaning, Types and Origin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city, functional classification, administrative town, port, mining town, market town.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towns into types; origin and evolution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towns by function and explain their origin.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Differences between Rural and Urban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few people, farming, family life, no tarred roads. Town: many people, trade and offices, more individual life, tarred roads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towns by function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origin and evolution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larger than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settlements grew at crossroads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the capital, Douala is a port, Garoua is a river port and administrative town, Kribi is a port and tourist town. A learner asks how to classify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different main roles.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classify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Yaoundé's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Administration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origin and functions of towns to plan their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towns and understand how they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dense settlement with mainly non-farming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port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Douala's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and industry (commercial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 the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administrative town and one mining town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or Abuja; Johannesburg or Kolwezi.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many old towns grow around a castle or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protection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camp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revolution made cities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urban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whose people work mainly in industry, trade and services rather than 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are classified by their main function: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and commercial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towns are seats of government, like Yaoundé. Commercial towns are centres of trade, like Douala and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mining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towns grow around factories (Edéa), mining towns around mines (Johannesburg). Port towns handle shipping (Douala,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tourist towns (Limbe), religious towns (Mecca) and university towns (Buea). Most large towns are multi-functional.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originated and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towns appeared about 5,000 years ago in Mesopotamia, Egypt and the Indus valley, where farming produced a surplus. They grew around temples, markets and palaces.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Medieval towns grew around castles and markets; the Industrial Revolution made cities grow very fast. In Africa, many towns grew from colonial posts, ports and railway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evolution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these towns by function: Yaoundé, Douala, Johannesburg.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port;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first towns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river valleys like Mesopotamia and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Grouping towns by activity is ______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mainly a ______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grew fast after the ______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towns of Cameroon 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Urban Settlement: Meaning, Types and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settlement. Classify towns by function with examples. Explain the origin and evolution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towns by function and explain their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Settlement; Classification into Types; Origin and Evolution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five towns of Cameroon by their main function.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towns and functions.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old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stages.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2026-09-29T12:18:50Z</dcterms:created>
  <dcterms:modified xsi:type="dcterms:W3CDTF">2026-09-29T12:18:50Z</dcterms:modified>
</cp:coreProperties>
</file>