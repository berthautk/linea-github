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Settlement: Meaning, Evolution and Early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settlement, permanent settlement, temporary settlement, evolution, location factors. At the end, you should be able to do this: learners are able to explain how settlements began and why early settlements were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Population Change in Cameroon. The question was: Draw a map of Cameroon showing dense and sparse regions and the main migration flows.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dense regions (Littoral, West, North-West, Far North) and sparse regions (East, South, Adamawa), with arrows from the West, North and villages to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and its types. Number 2: describe the evolution of settlements. Number 3: explain the factors of the location of early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food and shelter. Population is unevenly distributed.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old villages in the Mandara Mountains are built on hills with springs nearby, while fishing villages sit on the shores of Lake Chad. Learners ask how early people chose where to live.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settlements are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were villages built on hills?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defence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near springs and lakes?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settlements were founded where they are, to plan new ones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origin of the villages and towns we live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built into a hillside (Mandara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from one house to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nomad tent in the Sahara (Morocco).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nomad camp a permanent or a temporary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Temporary: nomads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these in order: town, hamlet, city,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Hamlet, village, town,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types of settlement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location of early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defence and dry, fertile land (also routes,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on stilts over water (Brunei).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some people build on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fishing, trade by boat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Settlement. A settlement can be understood as follows. On this slide we have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Settlement. On this slide we have Permanent and temporary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Settlement. Settlements evolved as follows. On this slide we have Early settlements.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of Settlement. On this slide we have Growth into towns and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from hamlet to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Location of Early Settlements. Early settlements were located according to. On this slide we have Water supply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Resources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Defence and routes.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early settlement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permanent and temporary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permanent settlements are lived in all year; temporary ones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the location of early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defence and fertile land (also routes, resources).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settlement; number 2, temporary; number 3,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old person why your village was founded where it 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Site and Situation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SETTLEMENT: MEANING, EVOLUTION AND EARLY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Meaning, Evolution and Early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permanent settlement, temporary settlement, evolution, location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settlement; evolution of settlement; factors of the location of early settlements (resources, relief, drainage, routes, defence).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Cameroon showing dense and sparse regions and the main migration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dense regions (Littoral, West, North-West, Far North) and sparse regions (East, South, Adamawa), with arrows from the West, North and villages to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food and shelter.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villages in the Mandara Mountains are built on hills with springs nearby, while fishing villages sit on the shores of Lake Chad. Learners ask how early people chose where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settlements are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villages built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defence and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near springs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settlements were founded where they are, to plan new ones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origin of the villages and towns we live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built into a hillside (Mandara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from one house to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Sahara (Morocco).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nomad camp a permanent or a temporary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Temporary: nomads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in order: town, hamlet, city,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Hamlet, village, town,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settlement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defence and dry,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on stilts over water (Brunei).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some people build on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fishing, trade by boat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with houses and the activities linked to them, from a single hut to a large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Permanent and temporary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occupied all year, like villages and towns. Temporary ones are used for a season, like nomad camps and fishing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Hunters and gatherers lived in temporary camps. The development of farming about 10,000 years ago led to permanent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into towns and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food, trade and crafts allowed villages to grow into towns. The Industrial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from hamlet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Early settlements were located according 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settled near springs, rivers and wells, but above flood level. Wet-point sites were common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forests, fish and minerals attracted people. Gentle slopes and flat land were easier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tops, river bends and islands were easy to defend. Route junctions, fords and bridging points favoured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early settlement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permanent and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lived in all year; temporary ones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defence and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people live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nomad camp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Hilltop sites were chosen for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and its types. Describe the evolution of settlements. Explain the factors of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Settlement; Evolution of Settlement; Factors Affecting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old person why your village was founded where it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home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Mbororo camps.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fishing camps on the coast.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2026-09-27T10:31:43Z</dcterms:created>
  <dcterms:modified xsi:type="dcterms:W3CDTF">2026-09-27T10:31:43Z</dcterms:modified>
</cp:coreProperties>
</file>