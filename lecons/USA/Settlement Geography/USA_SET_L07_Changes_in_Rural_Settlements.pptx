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Changes in Rural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Recent Changes in Rural Settlements. The key notions we shall use today are: rural depopulation, suburbanised village, function, planning, rural development. At the end, you should be able to do this: learners are able to explain recent changes in rural settlements and propose planning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Rural Settlements and the Physical Environment. The question was: Describe the traditional house of your area and explain its materials.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in the North, traditional houses are round, with thick mud walls and grass thatch; mud keeps them cool, and grass is available locally and easy to replace.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changes in size, form and function of villages. Number 2: explain the problems that result. Number 3: suggest planning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Young people migrate to towns. Villages move along roads.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village near Yaoundé now has cement houses, a bar, a secondary school and commuters who work in town. A village in the East has lost half its young people and has empty houses.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Villages are changing in different ways.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is the first village growing?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near the city and has become a commuter village.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the second village declining?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Young people have left for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rural development to reduce the problems of changing villages.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how villages are changing and how to plan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traditional village.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do some remote villages lose population?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people migrate to towns for jobs and schools.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building with modern materials.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are village houses changing?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Cement blocks and iron roofs replace mud and thatch.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village market.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new functions of villages near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Homes for commuters and services like shops and bars.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muddy rural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problems of rural settlements today.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Poor roads and lack of water, electricity and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village borehole.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solutions to rural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Boreholes, rural electrification and better roads (also schools, health centres).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Changes in Rural Settlements. Rural settlements change in the following ways. On this slide we have Size.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Changes in Rural Settlements. On this slide we have Form and Function.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Resultant Problems and Planning. These changes cause problems that need planning. On this slide we have Problems.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Resultant Problems and Planning. On this slide we have Planning.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two changes in the form of villages.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growth along roads; modern building materials.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solutions to rural problems.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boreholes and better roads (also electricity, schools).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depopulation; number 2, commuters; number 3,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Interview an elder about how your village has changed in 30 years.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The Urban Fringe.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CHANGES IN RURAL SETTLEMENTS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Changes in Rural Settlements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Recent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Changes in Rural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depopulation, suburbanised village, function, planning, rural development.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Changes in size, form and function of rural settlements; resulting problems and planning.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recent changes in rural settlements and propose planning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Rural Settlements and the Physical Environment):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traditional house of your area and explain its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in the North, traditional houses are round, with thick mud walls and grass thatch; mud keeps them cool, and grass is available locally and easy to replace.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changes in size, form and function of villages.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problems that result.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planning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Young people migrate to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move along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village near Yaoundé now has cement houses, a bar, a secondary school and commuters who work in town. A village in the East has lost half its young people and has empty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are changing in different ways.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first village growing?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near the city and has become a commuter village.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second village declining?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have left for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rural development to reduce the problems of changing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how villages are changing and how to plan for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hillvillage.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traditional village.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some remote villages lose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SIZE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migrate to towns for jobs and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construc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Building with modern materials.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are village houses changing?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FORM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Cement blocks and iron roofs replace mud and thatch.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market.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new functions of villages near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CHANGES IN FUNCTION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Homes for commuters and services like shops and bars.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uddy_ro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muddy rural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rural settlements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RESULTANT PROBLEMS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Poor roads and lack of water, electricity and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bor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village borehole.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PLANNING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Boreholes, rural electrification and better roads (also schools, health centres).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Recent Changes in Rural Settlements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Changes in Rural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Changes in Rural Settlements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Rural settlements change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Size: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near towns and roads grow, while remote villages lose young people. Some become towns, others are abandoned.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Changes in Rural Settlements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Modern houses with blocks and iron sheets replace mud and thatch. Settlements stretch along roads.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Function: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near towns add markets, shops, schools and commuting. Farming becomes commercial and services grow.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Resultant Problems and Planning</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These changes cause problems that need planning:</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Problems: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exodus leaves old people and poor services. Land disputes, poor roads, lack of water and loss of traditions follow.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Resultant Problems and Planning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Governments and communities provide boreholes, schools, health centres, electricity and roads. Rural development projects and land-use plans reduce exodus.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two changes in the form of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Growth along roads; modern building materials.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solutions to rural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Boreholes and better roads (also electricity, schools).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fall in village population is rural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People who live in villages but work in towns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Villages now spread along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Interview an elder about how your village has changed in 30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The Urban Fringe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Change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changement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Commuter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navetteur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Borehole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forage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L'aménagement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Changes in Rural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changes in size, form and function of villages. Explain the problems that result. Suggest planning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recent changes in rural settlements and propose planning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Changes in Rural Settlements; Resultant Problems and Planning.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Interview an elder about how your village has changed in 30 years.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 rural exodus.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compare old and new houses.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list services in your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village problems.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council projects.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“Village built into the hillside” by 10b travelling / Carsten ten Brink, CC BY-NC-ND 2.0, via Flickr (https://www.flickr.com/photos/77334245@N00/5677301357)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“Cementing Ethiopia's progress” by DFID - UK Department for International Development, CC BY 2.0, via Flickr (https://www.flickr.com/photos/14214150@N02/8757865770)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(https://www.flickr.com/photos/51431730@N04/40672356003)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“i'll fight you for it...” by the apostrophe, CC BY-NC-SA 2.0, via Flickr (https://www.flickr.com/photos/66441426@N00/4019192363)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2026-09-27T10:08:09Z</dcterms:created>
  <dcterms:modified xsi:type="dcterms:W3CDTF">2026-09-27T10:08:09Z</dcterms:modified>
</cp:coreProperties>
</file>