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7: Changes in Rural Settlements.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rural exodus.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old and new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services in your village.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village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council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depopulation 2. commuters 3. roads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Rural Settlements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Changes in Rural Settlements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7: Changes in Rural Settlements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depopulation, suburbanised village, function, planning, rural development.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size, form and function of rural settlements; resulting problems and planning.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recent changes in rural settlements and propose planning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changes in size, form and function of villages.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problems that result.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planning solutions.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migrate to towns.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move along roads.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 near Yaoundé now has cement houses, a bar, a secondary school and commuters who work in town. A village in the East has lost half its young people and has empty houses.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are changing in different ways.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first village growing?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near the city and has become a commuter village.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second village declining?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people have left for towns.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villages are changing and how to plan for them.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sa_hillvi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traditional village.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some remote villages lose population?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people migrate to towns for jobs and schools.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onstru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with modern materials.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village houses changing?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Cement blocks and iron roofs replace mud and thatch.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 market.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new functions of villages near towns.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Homes for commuters and services like shops and bars.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muddy_r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muddy rural road.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rural settlements today.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roads and lack of water, electricity and health centres.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PLANNING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boreh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 borehole.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PLANNING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solutions to rural problems.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PLANNING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Boreholes, rural electrification and better roads (also schools, health centres).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Changes in Rural Settlements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Rural Settlement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Recent Changes in Rural Settlements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7: Changes in Rural Settlements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depopulation: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fall in the number of people living in villages.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Commuter village: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village where many people live but work in a nearby town.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planning: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organising villages to improve living conditions.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Changes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Size: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near towns grow, while remote villages decline. Rural exodus takes the young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Form: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spread along roads, and modern materials replace traditional ones. New estates appear near towns.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Changes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Function: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gain shops, schools and homes for commuters. Farming becomes less important in some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 and Planning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villages lack water, electricity, roads and health care. Near towns, farmland is lost to building.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Planning: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Governments build boreholes, roads, schools and health centres. Councils create markets and electricity schemes.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two changes in the form of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along roads; modern building materials.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solutions to rural problems.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Boreholes and better roads (also electricity, schools).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fall in village population is rural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who live in villages but work in towns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now spread along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Interview an elder about how your village has changed in 30 years.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8: The Urban Fringe.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changement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exodus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L'exode rural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navetteur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Borehole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L'électricité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L'aménagement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7: Changes in Rural Settlements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changes in size, form and function of villages. Explain the problems that result. Suggest planning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recent changes in rural settlements and propose planning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Rural depopulation, Commuter village, Rural planning; II. Changes: Size, Form, Function; III. Problems and Planning: Problems, Planning.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an elder about how your village has changed in 30 years.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“Village built into the hillside” by 10b travelling / Carsten ten Brink, CC BY-NC-ND 2.0, via Flickr (https://www.flickr.com/photos/77334245@N00/5677301357)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“Cementing Ethiopia's progress” by DFID - UK Department for International Development, CC BY 2.0, via Flickr (https://www.flickr.com/photos/14214150@N02/8757865770)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“Sandga Market in Douala, Cameroon” by The Advocacy Project, CC BY-NC-SA 2.0, via Flickr (https://www.flickr.com/photos/42487558@N00/3636438732)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“Cameroon - UN Women's Gender Road Project” by UN Women Gallery, CC BY-NC-ND 2.0, via Flickr (https://www.flickr.com/photos/51431730@N04/40672356003)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“i'll fight you for it...” by the apostrophe, CC BY-NC-SA 2.0, via Flickr (https://www.flickr.com/photos/66441426@N00/4019192363)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