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8: The Urban Fringe.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land uses on your town's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mention market gardens.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land disputes.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planning.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fringe 2. sprawl 3. peri-urban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SETTLEMENT GEOGRAPHY  —  LESSON 8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Urban Fringe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5: Understanding and managing settlement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Changes in Rural Settlements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The Urban Fringe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Rural-urban fringe, urban sprawl, land use conflict, peri-urban agriculture.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Meaning, characteristics and challenges of urban fringes.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urban fringe and explain its challenges.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rural-urban fringe.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its characteristics.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its challenges and solutions.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grow outwards.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near towns become commuter villages.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edge of Yaoundé, farms of cassava stand next to new villas, a quarry, a rubbish dump and unfinished roads. Farmers and builders argue about the land.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 and countryside mix and compete for land.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this zone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rural-urban fringe.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people argue about land?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and builders want the same land.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fast-changing edge of our towns.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bd_zon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Zones from the centre to the fringe.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rural-urban fringe?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the edge of the town where it meets the countryside.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usa_suburb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housing estates on the edge of a city.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land uses found in the fringe.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housing estates and farms (also quarries, dumps, airports).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Vegetables from nearby farms sold in a town market.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farmers near towns grow vegetables?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CHARACTERISTICS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town market is close and prices are good.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onstru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building on farmland.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challenges of the urban fringe.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of farmland and land conflicts (also lack of services, pollution).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sprawl_control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Measures to control town spread.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planners protect the fringe?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Land-use plans, green belts and services before building.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Urban Fringe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Rural Settlement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Recent Changes in Rural Settlements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8: The Urban Fringe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Rural-urban fringe: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zone where the town meets the countryside.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Urban sprawl: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uncontrolled spread of a town into the countryside.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Peri-urban agriculture: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farming on the edges of towns.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Characteristics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Mixed land use: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Farms, new houses, factories, quarries and dumps sit side by side. Land use changes quickly.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People: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villagers live with new town dwellers and commuters. Land prices rise.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Characteristics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Services: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Roads, water and electricity often come after the houses. Many areas are unplanned.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Challenges and Solutions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Challenges: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Farmland and forests are lost, and land conflicts increase. Waste and pollution spread.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Solutions: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Land-use plans and building permits control growth. Green belts and planned estates protect the countryside.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the rural-urban fringe.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zone where the town meets the countryside.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challenges of the fringe.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of farmland and land conflicts (also lack of services).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edge of a town is the rural-urban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Uncontrolled town spread is urban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Farming on town edges is ______ agriculture.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Visit the edge of your town and list the land uses you see.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9: Rural and Urban Settlements Compared.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frange périurbaine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L'étalement urbain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lotissement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carrière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décharge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conflit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Settlement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8: The Urban Fringe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rural-urban fringe. Describe its characteristics. Explain its challenges and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the urban fringe and explain its challenges.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Rural-urban fringe, Urban sprawl, Peri-urban agriculture; II. Characteristics: Mixed land use, People, Services; III. Challenges and Solutions: Challenges, Solutions.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the edge of your town and list the land uses you see.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5 (Settlement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“Chicago suburbs from the air” by Scorpions and Centaurs, CC BY-NC-SA 2.0, via Flickr (https://www.flickr.com/photos/62736719@N00/2912708983)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“Sandga Market in Douala, Cameroon” by The Advocacy Project, CC BY-NC-SA 2.0, via Flickr (https://www.flickr.com/photos/42487558@N00/3636438732)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“Cementing Ethiopia's progress” by DFID - UK Department for International Development, CC BY 2.0, via Flickr (https://www.flickr.com/photos/14214150@N02/8757865770)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2026-09-26T19:01:57Z</dcterms:created>
  <dcterms:modified xsi:type="dcterms:W3CDTF">2026-09-26T19:01:57Z</dcterms:modified>
</cp:coreProperties>
</file>