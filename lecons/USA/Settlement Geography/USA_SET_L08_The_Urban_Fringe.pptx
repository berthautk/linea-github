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rural-urban fringe, urban sprawl, land use conflict, peri-urban agriculture. At the end, you should be able to do this: learners are able to describe the urban fringe and explain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Changes in Rural Settlements. The question was: Interview an elder about how your village has changed in 30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30 years ago the village had mud houses, no road and no school; today it has block houses, a road, a primary school and a borehole, but many young people have left for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rural-urban fringe. Number 2: describe its characteristics. Number 3: explain its challenges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outwards. Villages near towns become commuter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Yaoundé, farms of cassava stand next to new villas, a quarry, a rubbish dump and unfinished roads. Farmers and builders argue about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 and countryside mix and compete for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zone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argue about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builders want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urban fringe to protect farmland and control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fast-changing edge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to the fringe.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rural-urban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edge of the town where it meets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housing estates on the edge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land uses found in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housing estates and farms (also quarries, dumps,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from nearby farms sold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near towns grow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market is close and prices are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new building on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challenges of the 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land conflicts (also lack of services,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planners protect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Land-use plans, green belts and services before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Urban Fringe. The urban fringe can be understood as follows. On this slide we have Urban (rural–urban)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the urban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urban fringe has the following characteristics. On this slide we have Mixed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Market gardening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The urban fringe faces the following challenges.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controlling the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the rural-urban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where the town meets the countryside.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challenges of the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of farmland and land conflicts (also lack of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fringe; number 2, sprawl; number 3, peri-urban.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edge of your town and list the land uses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Differences between Rural and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URBAN FRINGE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 The Urban Fringe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Fringe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Urban Fringe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Rural-urban fringe, urban sprawl, land use conflict, peri-urban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challenges of urban fringes.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Changes in Rural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30 years ago the village had mud houses, no road and no school; today it has block houses, a road, a primary school and a borehole, but many young people have left for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challenges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outwards.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near towns become commuter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Yaoundé, farms of cassava stand next to new villas, a quarry, a rubbish dump and unfinished roads. Farmers and builders argue about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and countryside mix and compete for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zone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argue about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builders want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urban fringe to protect farmland and control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fast-changing edge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to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the town where it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housing estates on the edge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and farms (also quarries, dumps,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from nearby farms sold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near towns grow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market is close and prices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building on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planners protect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plans, green belts and services before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(rural–urban)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at the edge of a town where urban and rural land uses mix. It is a zone of transition and rapid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the urban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factories, dumps, cemeteries and airports mix with farms. Large land users move there because land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vegetables and keep poultry for the town market. Many residents commute to work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faces the following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is lost to building, land prices rise and illegal settlements grow. Pollution, poor services and land disputes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create green belts, land-use zoning and planned estates. Services should be extended before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controlling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where the town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town is the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Uncontrolled town spread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town edges is ______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Fringe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frange périurbaine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Urban Fringe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rural-urban fringe. Describe its characteristics. Explain its challenges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Urban Fringe; Characteristics;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edge of your town and list the land uses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land uses on your town's edge.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market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land disputes.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planning.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2026-09-27T09:44:42Z</dcterms:created>
  <dcterms:modified xsi:type="dcterms:W3CDTF">2026-09-27T09:44:42Z</dcterms:modified>
</cp:coreProperties>
</file>