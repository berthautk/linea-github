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13: Urban Regions: Millionaire Cities, Conurbations and Megalopolis.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the three forms.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find the megacities on a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find Tokyo.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compare Lagos and Douala.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list problems.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megacity 2. conurbation 3. megalopolis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UPPER SIXTH ARTS  —  SETTLEMENT GEOGRAPHY  —  LESSON 13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Regions: Millionaire Cities, Conurbations and Megalopolis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5: Understanding and managing settlement dynamics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Urban Settlement and Urbanisation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Urban Growth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13: Urban Regions: Millionaire Cities, Conurbations and Megalopolis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Millionaire city, megacity, conurbation, megalopolis.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Meaning, world distribution, examples and causes of millionaire cities, conurbations and megalopolis.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describe very large urban regions and explain their growth.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millionaire city, conurbation and megalopolis.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their world distribution.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causes of their growth.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Urbanisation is fast in LEDCs.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spread into the countryside.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Tokyo has about 37 million people, more than Cameroon. Lagos grows by about 3,000 people every day. Between Boston and Washington, cities have merged into one long urban region.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Some cities have become enormous.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a city of over 10 million called?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megacity.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a chain of merged cities called?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megalopolis.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the giant cities of the world.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TYPES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urban_form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Millionaire city, conurbation and megalopolis.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TYPES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a conurbation?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TYPES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Several towns that have grown together into one urban area.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DISTRIBUTION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megacitie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8196" y="1691640"/>
            <a:ext cx="9052560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Megacities of the world (approximate).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DISTRIBUTION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which continent are most megacities today?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DISTRIBUTION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Asia.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EXAMPLES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usa_toky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Tokyo from the air.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EXAMPLES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Tokyo the largest urban region?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EXAMPLES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major centre of industry, finance and government with good transport.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CAUSES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usa_crow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crowded market (Lagos region).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CAUSES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 African cities like Lagos grow so fast?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CAUSES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Rural-urban migration and high natural increase.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PROBLEMS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usa_traffi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Traffic in a big city.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PROBLEMS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problems of megacities.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PROBLEMS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Congestion and slums (also pollution, water shortage).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Urban Regions: Millionaire Cities, Conurbations and Megalopolis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Urban Settlement and Urbanisation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Urban Growth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13: Urban Regions: Millionaire Cities, Conurbations and Megalopolis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Millionaire city: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city with over one million people.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Conurbation: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large urban area formed when towns grow together.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Megalopolis: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very large chain of linked conurbations.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Megacity: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city with over ten million people.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Distribution and Examples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Millionaire cities: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There are over 500 in the world, many in Asia. In Cameroon, Douala and Yaoundé are millionaire cities.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Conurbations: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Examples are the Ruhr in Germany and Greater Manchester. Lagos and Johannesburg-Pretoria are African examples.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Distribution and Examples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Megalopolis: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Boston–Washington corridor and Tokyo–Osaka are examples. They are found mainly in rich, industrial regions.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Causes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In MEDCs: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Industry, trade and transport links joined towns together. Suburbs spread along roads and railways.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In LEDCs: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Rural-urban migration and natural increase make cities grow fast. Capitals and ports attract most people.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Causes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Effects: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Big cities offer many jobs and services. They also suffer congestion, slums and pollution.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Distinguish a conurbation and a megalopolis.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conurbation is towns grown together; a megalopolis is a chain of conurbations.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megacities and their continents.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Tokyo (Asia) and Lagos (Africa) (also São Paulo, Mexico City).</a:t>
            </a:r>
            <a:endParaRPr lang="en-US"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city with over 10 million people is a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Towns grown together form a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Boston–Washington is a ______.</a:t>
            </a:r>
            <a:endParaRPr lang="en-US" sz="3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five megacities and mark them on a world map.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14: Urban Fields.</a:t>
            </a:r>
            <a:endParaRPr lang="en-US" sz="4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Megacity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mégapole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Conurbation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L'agglomération (conurbation)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Megalopolis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mégalopole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Million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million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Corridor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corridor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croissance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Urban Settlement and Urbanisation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13: Urban Regions: Millionaire Cities, Conurbations and Megalopolis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millionaire city, conurbation and megalopolis. Describe their world distribution. Explain the causes of their growth.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describe very large urban regions and explain their growth.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Millionaire city, Conurbation, Megalopolis, Megacity; II. Distribution and Examples: Millionaire cities, Conurbations, Megalopolis; III. Causes: In MEDCs, In LEDCs, Effects.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five megacities and mark them on a world map.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5 (Settlement Geography).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“Tokyo from the Air” by Trey Ratcliff, CC BY-NC-SA 2.0, via Flickr (https://www.flickr.com/photos/95572727@N00/4140101118)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“Wax market” by zouzouwizman, CC BY 2.0, via Flickr (https://www.flickr.com/photos/61111202@N00/12129001)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“Nairobi Traffic Jam” by rogiro, CC BY-NC 2.0, via Flickr (https://www.flickr.com/photos/43132185@N00/48712135)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2026-09-26T19:01:08Z</dcterms:created>
  <dcterms:modified xsi:type="dcterms:W3CDTF">2026-09-26T19:01:08Z</dcterms:modified>
</cp:coreProperties>
</file>