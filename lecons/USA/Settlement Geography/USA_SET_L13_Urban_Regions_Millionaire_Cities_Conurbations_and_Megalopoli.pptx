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Lst>
  <p:notesMasterIdLst>
    <p:notesMasterId r:id="rId5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notesMaster" Target="notesMasters/notesMaster1.xml"/><Relationship Id="rId55" Type="http://schemas.openxmlformats.org/officeDocument/2006/relationships/presProps" Target="presProps.xml"/><Relationship Id="rId56" Type="http://schemas.openxmlformats.org/officeDocument/2006/relationships/viewProps" Target="viewProps.xml"/><Relationship Id="rId57" Type="http://schemas.openxmlformats.org/officeDocument/2006/relationships/theme" Target="theme/theme1.xml"/><Relationship Id="rId5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13: Urban Regions: Millionaire Cities, Conurbations and Megalopolis.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Upper Sixth Arts. It belongs to Module 5: Understanding and managing settlement dynamics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Urban Settlement and Urbanisation, and the sub-topic is Urban Growth. The key notions we shall use today are: millionaire city, megacity, conurbation, megalopolis. At the end, you should be able to do this: learners are able to describe very large urban regions and explain their growth.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12: Current Trends in Urbanisation. The question was: Which of the four stages is happening in your town? Give evidence.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In Garoua, suburbanisation is happening: new quarters grow on the edge of the town (e.g. along the Ngaoundéré road) because land is cheaper and the centre is crowded.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define millionaire city, conurbation and megalopolis. Number 2: describe their world distribution. Number 3: explain the causes of their growth.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Urbanisation is fast in LEDCs. Cities spread into the countryside.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Tokyo has about 37 million people, more than Cameroon. Lagos grows by about 3,000 people every day. Between Boston and Washington, cities have merged into one long urban region.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Some cities have become enormous.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is a city of over 10 million called?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A megacity.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is a chain of merged cities called?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A megalopolis.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understand the growth of large urban regions and their challenges.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the giant cities of the world.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millionaire city, conurbation and megalopolis.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What is a conurbation?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Several towns that have grown together into one urban area.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megacities of the world (approximate).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In which continent are most megacities today?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Asia.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tokyo from the air.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Why is Tokyo the largest urban region?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is a major centre of industry, finance and government with good transport.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a crowded market (Lagos region).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Why do African cities like Lagos grow so fast?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Rural-urban migration and high natural increase.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traffic in a big city.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Give two problems of megacities.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Congestion and slums (also pollution, water shortage).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Meaning of Urban Regions. The main urban regions are defined as follows. On this slide we have Millionaire city.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Meaning of Urban Regions. On this slide we have Conurbation.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Meaning of Urban Regions. On this slide we have Megalopolis.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types of urban regions.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Spatial Distribution and Causes. Urban regions are distributed and caused as follows. On this slide we have Distribution.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Spatial Distribution and Causes. On this slide we have Causes and Problems.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megacities of the world.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Distinguish a conurbation and a megalopolis.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a conurbation is towns grown together; a megalopolis is a chain of conurbations.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two megacities and their continents.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tokyo (Asia) and Lagos (Africa) (also São Paulo, Mexico City).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megacity; number 2, conurbation; number 3, megalopolis.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Name five megacities and mark them on a world map.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14: Urban Fields (Spheres of Influence).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LESSON 13: URBAN REGIONS: MILLIONAIRE CITIES, CONURBATIONS AND MEGALOPOLIS</a:t>
            </a:r>
            <a:endParaRPr lang="en-US" sz="12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jp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jp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jp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UPPER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13</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Urban Regions: Millionaire Cities, Conurbations and Megalopolis</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Upper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5: Understanding and managing settlement dynamics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Urban Settlement and Urbanisation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Urban Growth</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13: Urban Regions: Millionaire Cities, Conurbations and Megalopolis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Millionaire city, megacity, conurbation, megalopolis.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Meaning, world distribution, examples and causes of millionaire cities, conurbations and megalopolis.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describe very large urban regions and explain their growth.</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12: Current Trends in Urbanisation):</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of the four stages is happening in your town? Give evidence.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Garoua, suburbanisation is happening: new quarters grow on the edge of the town (e.g. along the Ngaoundéré road) because land is cheaper and the centre is crowded.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millionaire city, conurbation and megalopolis.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their world distribution.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causes of their growth.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Urbanisation is fast in LEDCs.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Cities spread into the countryside.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Tokyo has about 37 million people, more than Cameroon. Lagos grows by about 3,000 people every day. Between Boston and Washington, cities have merged into one long urban region.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Some cities have become enormous.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a city of over 10 million called?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megacity.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a chain of merged cities called?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megalopolis.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Understand the growth of large urban regions and their challenges.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the giant cities of the world.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AND TYPES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urban_form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Millionaire city, conurbation and megalopolis.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AND TYPES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a conurbation?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AND TYPES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Several towns that have grown together into one urban area.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SPATIAL DISTRIBUTION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megacities_big.png">    </p:cNvPr>
          <p:cNvPicPr>
            <a:picLocks noChangeAspect="1"/>
          </p:cNvPicPr>
          <p:nvPr/>
        </p:nvPicPr>
        <p:blipFill>
          <a:blip r:embed="rId1"/>
          <a:stretch>
            <a:fillRect/>
          </a:stretch>
        </p:blipFill>
        <p:spPr>
          <a:xfrm>
            <a:off x="1825600" y="1783080"/>
            <a:ext cx="85404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Megacities of the world (approximate).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SPATIAL DISTRIBUTION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which continent are most megacities today?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SPATIAL DISTRIBUTION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Asia.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PROMINENT EXAMPLES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usa_tokyo.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Tokyo from the air.</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PROMINENT EXAMPLES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Tokyo the largest urban region?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PROMINENT EXAMPLES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major centre of industry, finance and government with good transport.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CAUSES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usa_crowd.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crowded market (Lagos region).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CAUSES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 African cities like Lagos grow so fast?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CAUSES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Rural-urban migration and high natural increase.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PROBLEMS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usa_traffic.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Traffic in a big city.</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PROBLEMS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problems of megacities.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PROBLEMS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Congestion and slums (also pollution, water shortage).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Urban Settlement and Urbanisation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Urban Growth</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13: Urban Regions: Millionaire Cities, Conurbations and Megalopolis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of Urban Regions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main urban regions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Millionaire city: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city with more than one million inhabitants. Douala and Yaoundé are millionaire cities.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of Urban Regions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Conurbation: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large urban area formed when growing towns merge together. The Ruhr in Germany and Greater Lagos are examples.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of Urban Regions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Megalopolis: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very large chain of conurbations linked by transport, with tens of millions of people. BosWash (Boston–Washington) and Tokyo–Osaka are examples.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of Urban Regions</a:t>
            </a:r>
            <a:endParaRPr lang="en-US" sz="3600" dirty="0"/>
          </a:p>
        </p:txBody>
      </p:sp>
      <p:pic>
        <p:nvPicPr>
          <p:cNvPr id="4" name="Image 0" descr="/home/claude/f4/img/v2/urban_form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types of urban regions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Spatial Distribution and Causes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Urban regions are distributed and caused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Distribution: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Most megacities (over 10 million) are now in Asia, such as Tokyo, Delhi and Shanghai. Africa has Lagos, Cairo and Kinshasa.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Spatial Distribution and Causes (continued)</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Causes: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Industrialisation, trade, rural–urban migration and natural increase make cities grow. Good transport links join towns into conurbations.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Problems: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Megacities suffer from traffic congestion, slums, pollution and water shortages. They are difficult to govern.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Spatial Distribution and Causes</a:t>
            </a:r>
            <a:endParaRPr lang="en-US" sz="3600" dirty="0"/>
          </a:p>
        </p:txBody>
      </p:sp>
      <p:pic>
        <p:nvPicPr>
          <p:cNvPr id="4" name="Image 0" descr="/home/claude/f4/img/v2/megacities_big.png">    </p:cNvPr>
          <p:cNvPicPr>
            <a:picLocks noChangeAspect="1"/>
          </p:cNvPicPr>
          <p:nvPr/>
        </p:nvPicPr>
        <p:blipFill>
          <a:blip r:embed="rId1"/>
          <a:stretch>
            <a:fillRect/>
          </a:stretch>
        </p:blipFill>
        <p:spPr>
          <a:xfrm>
            <a:off x="1825600" y="1783080"/>
            <a:ext cx="85404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megacities of the world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Distinguish a conurbation and a megalopolis.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conurbation is towns grown together; a megalopolis is a chain of conurbations.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megacities and their continents.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Tokyo (Asia) and Lagos (Africa) (also São Paulo, Mexico City).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city with over 10 million people is a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Towns grown together form a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Boston–Washington is a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five megacities and mark them on a world map.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14: Urban Fields (Spheres of Influence)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Megacity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mégapole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Conurbation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L'agglomération (conurbation)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Megalopolis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mégalopole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Million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million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Corridor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corridor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Growth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croissance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Urban Settlement and Urbanisation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13: Urban Regions: Millionaire Cities, Conurbations and Megalopolis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millionaire city, conurbation and megalopolis. Describe their world distribution. Explain the causes of their growth.</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describe very large urban regions and explain their growth.</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Meaning of Urban Regions; Spatial Distribution and Causes.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Name five megacities and mark them on a world map.</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draw the three forms.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find the megacities on a map.</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find Tokyo.</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compare Lagos and Douala.</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list problems.</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MINESEC/IGE/IP-SS, 2019 — Module 5 (Settlement Geography).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“Tokyo from the Air” by Trey Ratcliff, CC BY-NC-SA 2.0, via Flickr (https://www.flickr.com/photos/95572727@N00/4140101118)</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“Wax market” by zouzouwizman, CC BY 2.0, via Flickr (https://www.flickr.com/photos/61111202@N00/12129001)</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“Nairobi Traffic Jam” by rogiro, CC BY-NC 2.0, via Flickr (https://www.flickr.com/photos/43132185@N00/48712135)</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52</Slides>
  <Notes>52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52</vt:i4>
      </vt:variant>
    </vt:vector>
  </HeadingPairs>
  <TitlesOfParts>
    <vt:vector size="5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2026-09-27T10:08:10Z</dcterms:created>
  <dcterms:modified xsi:type="dcterms:W3CDTF">2026-09-27T10:08:10Z</dcterms:modified>
</cp:coreProperties>
</file>