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Structure of the City in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urban morphology, CBD, inner city, suburbs, Burgess, Hoyt, Harris and Ullman. At the end, you should be able to do this: learners are able to describe the zones of a city and compare urban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Rank-Size Rule. The question was: Using the populations of 8 Cameroonian towns, draw a rank-size 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Graph: Yaoundé and Douala about 4 million each, then Garoua, Bamenda and Bafoussam far below. The graph shows a binary pattern, not a regular rank-size 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functional zones of a city. Number 2: explain the Burgess, Hoyt and Harris–Ullman models. Number 3: compare models with real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have a centre and suburbs. Land is expensive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most European cities, offices and big shops are in the centre, old factories and terraced houses around it, and gardens and villas further out. A learner asks if all cities are arranged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seem to have a regular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models describe city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Burgess, Hoyt and Harris–Ullman.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internal structure of cities and compare with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land is used inside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outward.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zones from the centre outward.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inner city, suburbs,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offices, shops and banks; high land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burgess, Hoyt and Harris–Ullman models.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Hoyt's model different from Burgess's?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Hoyt uses sectors along routes; Burgess uses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with many centres.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Harris–Ullman model fit large modern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several centres (nuclei), not just one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suburbs less dense than the inner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cheaper, so houses have gardens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morphology and CBD.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and Structure. The structure of cities in MEDCs is explained by models. On this slide we have Burgess (1925).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and Structure. On this slide we have Hoyt (1939) and Harris and Ullman (1945).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Functional Zones. The spatial organisation of functions in a city is as follows.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Inner city and industrial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Suburbs and the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commercial centre with shops, offices, banks, tall buildings and high land values.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the Burgess and Hoyt models.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burgess: concentric rings. Hoyt: sectors along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CBD; number 2, concentric; number 3,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simple map of your town showing its zones and compare it with one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Bid Rent and Functional Segregation.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STRUCTURE OF THE CITY IN MEDCS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City in MEDCs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Structure of the City in MEDCs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inner city, suburbs, Burgess, Hoyt, Harris and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and structure; main functional zones; models of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Rank-Size Rule):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Graph: Yaoundé and Douala about 4 million each, then Garoua, Bamenda and Bafoussam far below. The graph shows a binary pattern, not a regular rank-size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functional zones of a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Burgess, Hoyt and Harris–Ullman models.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models with real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most European cities, offices and big shops are in the centre, old factories and terraced houses around it, and gardens and villas further out. A learner asks if all cities are arranged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seem to have a regular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models describe city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Hoyt and Harris–Ullman.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internal structure of cities and compare with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land is used inside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outward.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zones from the centre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inner city, suburbs,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offices, shops and banks;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Burgess, Hoyt and Harris–Ullman models.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Hoyt's model different from Burgess's?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Hoyt uses sectors along routes; Burgess uses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 with many centres.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Harris–Ullman model fit large modern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several centres (nuclei), not just one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suburbs less dense than the inner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cheaper, so houses have gardens and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form, layout and structure of a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Business District, the commercial heart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structure of cities in MEDCs is explained by models: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Burgess (1925):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city grows in concentric rings: CBD, zone in transition, low-class housing, middle-class housing and commuter zone. It is based on Chicago.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Hoyt (1939):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uses form sectors along transport routes from the centre. High-class housing and industry each form wedges.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Harris and Ullman (1945):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cities have several nuclei (centres) such as the CBD, industrial districts and suburban centres. It fits modern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spatial organisation of functions in a city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shops, offices, banks and tall buildings at the most accessible point. Land values are highest and few people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and 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city has old housing and industries near railways and canals. It may suffer from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Suburbs and the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Suburbs have lower-density housing with gardens and shopping centres. The fringe mixes housing, farms and large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commercial centre with shops, offices, banks, tall buildings and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Burgess and Hoyt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concentric rings. Hoyt: sectors along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heart of a city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Burgess's model uses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Hoyt's model 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CBD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des affaires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Inner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ancien, les quartiers péricentraux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Structure of the City in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functional zones of a city. Explain the Burgess, Hoyt and Harris–Ullman models. Compare models with real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 Morphology and Structure; Main Functional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simple map of your town showing its zones and compare it with one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city centre.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models.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multiple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zones.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2026-09-27T10:08:11Z</dcterms:created>
  <dcterms:modified xsi:type="dcterms:W3CDTF">2026-09-27T10:08:11Z</dcterms:modified>
</cp:coreProperties>
</file>