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18: Structure of the City in MEDCs.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zones.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city centre.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models.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multiple centres.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zones.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CBD 2. concentric 3. sectors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SETTLEMENT GEOGRAPHY  —  LESSON 18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of the City in MEDCs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5: Understanding and managing settlement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City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City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18: Structure of the City in MEDCs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morphology, CBD, inner city, suburbs, Burgess, Hoyt, Harris and Ullman.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morphology and structure; main functional zones; models of city structure.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zones of a city and compare urban models.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functional zones of a city.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Burgess, Hoyt and Harris–Ullman models.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models with real cities.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 have a centre and suburbs.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is expensive in the centre.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most European cities, offices and big shops are in the centre, old factories and terraced houses around it, and gardens and villas further out. A learner asks if all cities are arranged like this.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Cities seem to have a regular arrangement.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centre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Central Business District (CBD).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models describe city structure?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Burgess, Hoyt and Harris–Ullman.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land is used inside cities.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ZONES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cbd_zon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Zones from the centre outward.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ZONES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zones from the centre outward.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ZONES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CBD, inner city, suburbs, rural-urban fringe.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CBD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cb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central business district.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CBD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characteristics of the CBD.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CBD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Tall buildings, offices, shops and banks; high land values.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MODELS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city_model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Burgess, Hoyt and Harris–Ullman models.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MODELS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is Hoyt's model different from Burgess's?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MODELS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Hoyt uses sectors along routes; Burgess uses rings.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MODELS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toky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large city with many centres.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MODELS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Harris–Ullman model fit large modern cities?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MODELS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have several centres (nuclei), not just one CBD.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SUBURBS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usa_subur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Suburbs.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SUBURBS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suburbs less dense than the inner city?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SUBURBS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 is cheaper, so houses have gardens and space.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Structure of the City in MEDCs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Internal City Structure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Internal City Structure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18: Structure of the City in MEDCs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 morphology: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form and layout of a city.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CBD: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Central Business District, the commercial heart of a city.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Inner city: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old zone around the CBD with old houses and factories.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Functional Zones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CBD: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shops, offices, banks and high buildings. Land values are highest there.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Inner city: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old industries and dense, older housing. It often needs renewal.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Functional Zones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Suburbs and fringe: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Suburbs have newer, larger houses with gardens. The fringe mixes farms, estates and industry.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Models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Burgess (1925):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city grows in concentric rings from the CBD. It is based on Chicago.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Hoyt (1939):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Zones form sectors along transport routes. High-class housing follows attractive areas.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Models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Harris and Ullman (1945):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Cities have several nuclei, each with its own function. It fits large modern cities best.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Models (3/3)</a:t>
            </a:r>
            <a:endParaRPr lang="en-US" sz="3600" dirty="0"/>
          </a:p>
        </p:txBody>
      </p:sp>
      <p:pic>
        <p:nvPicPr>
          <p:cNvPr id="13" name="Image 0" descr="/home/claude/f4/img/v2/city_model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three models.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CBD.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commercial centre with shops, offices, banks, tall buildings and high land values.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the Burgess and Hoyt models.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Burgess: concentric rings. Hoyt: sectors along routes.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commercial heart of a city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Burgess's model uses ______ rings.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Hoyt's model uses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a simple map of your town showing its zones and compare it with one model.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19: Bid Rent and Functional Segregation.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centre des affaires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Inner city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centre ancien, les quartiers péricentraux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Suburb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banlieue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L'anneau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secteur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modèle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City Structure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18: Structure of the City in MEDCs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functional zones of a city. Explain the Burgess, Hoyt and Harris–Ullman models. Compare models with real cities.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zones of a city and compare urban models.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Urban morphology, CBD, Inner city; II. Functional Zones: CBD, Inner city, Suburbs and fringe; III. Models: Burgess (1925), Hoyt (1939), Harris and Ullman (1945).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a simple map of your town showing its zones and compare it with one model.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5 (Settlement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“Central Business District” by alantankenghoe, CC BY 2.0, via Flickr (https://www.flickr.com/photos/57785759@N06/5548938771)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“Tokyo from the Air” by Trey Ratcliff, CC BY-NC-SA 2.0, via Flickr (https://www.flickr.com/photos/95572727@N00/4140101118)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“Chicago suburbs from the air” by Scorpions and Centaurs, CC BY-NC-SA 2.0, via Flickr (https://www.flickr.com/photos/62736719@N00/2912708983)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2026-09-26T19:01:09Z</dcterms:created>
  <dcterms:modified xsi:type="dcterms:W3CDTF">2026-09-26T19:01:09Z</dcterms:modified>
</cp:coreProperties>
</file>