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2: Site and Situation of Settlements.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panels.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 from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Rhumsiki.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trace routes from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your own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site 2. bridging 3.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and Situation of Settlements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of Settlement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of Settlement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Site and Situation of Settlements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Site, situation, wet point, dry point, defensive site, bridging point, gap town, confluence.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 and situation; types of site with examples; factors of site.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site and situation of a settlement.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site and situation.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types of settlement site with examples.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situation helps a town to grow.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settlements needed water and defence.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grow at crossroads.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began on the banks of the Wouri estuary, a good place for a port. Today it is linked by roads and railway to Yaoundé, the west and Chad. A learner asks what makes a site good.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want to know why Douala grew.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was Douala's site?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banks of the Wouri estuary, good for a port.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its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centre of routes to the interior and neighbouring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describe the location of towns in a precise way.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SITE AND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ite_situ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Site and situation.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SITE AND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site and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SITE AND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Site is the land a town is built on; situation is its position in the region.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SITE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ite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Six types of site.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SITE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bridging point?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SITE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place where a river can be crossed easily.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SITE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monteriggion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Monteriggioni, a walled hilltop town (Italy).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SITE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of site is this?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SITE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defensive (hilltop) site.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has Douala's situation helped it to grow?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port linked to the interior and neighbouring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bame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Bamenda in its valley.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site of Bamenda.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valley below an escarpment, with streams and fertile soils.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Site and Situation of Settlements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Location of Settlement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Location of Settlement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Site and Situation of Settlements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actual land on which a settlement is built.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position of a settlement in relation to its surroundings.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Gap town: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town built in a gap between hills.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Site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Wet and dry points: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wet point has water in a dry area, like an oasis. A dry point is a higher site above floods.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Defensive sites: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Hilltops, river loops and islands are easy to defend. Old towns in Europe and the Mandara Mountains used them.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Site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Route sites: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Bridging points, gap towns and confluences control routes. Douala and Edéa are river crossing towns.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Situation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Meaning: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shows links with roads, rivers, resources and other towns. A good situation helps a town to grow.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Examples: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has a coastal port situation and Ngaoundéré is at the end of the railway. Garoua is a river port on the Benue.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Situation (2/2)</a:t>
            </a:r>
            <a:endParaRPr lang="en-US" sz="3600" dirty="0"/>
          </a:p>
        </p:txBody>
      </p:sp>
      <p:pic>
        <p:nvPicPr>
          <p:cNvPr id="13" name="Image 0" descr="/home/claude/f4/img/v2/site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four types of site.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site and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Site is the land a town is built on; situation is its position relative to its surroundings.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types of site.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point, defensive site, bridging point (also dry point, gap, confluence).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a town is built on is its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place to cross a river is a ______ point.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town in a gap between hills is a ______ town.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site and situation of your town with a sketch.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3: Rural Settlement.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situation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Hilltop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sommet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Crossroads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carrefour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L'estuaire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of Settlement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Site and Situation of Settlements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site and situation. Describe the types of settlement site with examples. Explain how situation helps a town to grow.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site and situation of a settlement.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Site, Situation, Gap town; II. Types of Site: Wet and dry points, Defensive sites, Route sites; III. Situation: Meaning, Examples.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site and situation of your town with a sketch.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“Piazza Roma, Monteriggioni, Tuscany” by Ray in Manila, CC BY 2.0, via Flickr (https://www.flickr.com/photos/21186555@N07/27053980373)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“Bamenda, Cameroon” by jbdodane, CC BY-NC 2.0, via Flickr (https://www.flickr.com/photos/27998473@N02/11293877215)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2026-09-26T19:01:07Z</dcterms:created>
  <dcterms:modified xsi:type="dcterms:W3CDTF">2026-09-26T19:01:07Z</dcterms:modified>
</cp:coreProperties>
</file>