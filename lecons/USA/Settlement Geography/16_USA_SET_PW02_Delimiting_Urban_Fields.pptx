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Delimiting Urban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Hierarchy, and the sub-topic is Urban Growth. The key notions we shall use today are: urban field, criteria, questionnaire, bus services, Reilly's law, breaking point. At the end, you should be able to do this: learners are able to delimit urban fields using criteria and Reilly's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Urban Fields (Spheres of Influence). The question was: Ask 10 people where they go for a market, a bank and a hospital. Draw the fields.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for the market people come from 5–10 km, for the bank from 20–30 km and for the regional hospital from over 50 km. The fields are drawn as zones of different sizes around the town.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list criteria used to delimit urban fields. Number 2: apply Reilly's formula. Number 3: draw and interpret urban field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Urban fields depend on size and transport. The breaking point is closer to the smaller town.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council of a town wants to know which villages use its market and hospital, and where its influence ends compared with a larger town 90 km away.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council must find the limit of its town's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way to collect data.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questionnaire to customers or bus timetables.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formula finds the boundary?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Reilly's law of retail gravitation.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delimit urban fields using data and Reilly's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the influence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an urban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criteria used to delimit an urban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shoppers, workers and pupils come from (also bus routes, newspapers,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a questionnaire help to delimit a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shows where customers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reilly's breaking-point formula.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Town A has 400,000 people, B 100,000, and they are 90 km apart. Where is the breaking point?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90 ÷ (1 + √4) = 30 km from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Yaoundé 4.3 M, Bafia 0.1 M, 120 km apart. Find the breaking point from Bafia.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120 ÷ (1 + √43) ≈ 120 ÷ 7.6 ≈ 16 km from Bafia.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road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limit of Reilly's formula.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ignores road quality, prices and people's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Breaking point.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Delimiting Urban Fields. Urban fields are delimited as follows. On this slide we have Criteria.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Delimiting Urban Fields. On this slide we have Data collection.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Reilly's Law of Retail Gravitation. The breaking point is calculated as follows. On this slide we have Formula.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Reilly's Law of Retail Gravitation. On this slide we have Example and Limits.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reilly's breaking point.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900,000; B: 100,000; distance 80 km. Find the breaking point from B.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80 ÷ (1 + √9) = 80 ÷ 4 = 20 km from B.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criteria for delimiting an urban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origin of shoppers and bus routes (also workers, pupils, patients).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breaking; number 2, smaller; number 3, questionnaires.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breaking point between your town and the nearest larger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Urban Hierarchy and Central Place Theory.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2: DELIMITING URBAN FIELDS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Delimiting Urban Fields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Delimiting Urban Fields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field, criteria, questionnaire, bus services, Reilly's law, breaking point.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Criteria for determining urban fields; calculation of boundaries with Reilly's breaking-point formula.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delimit urban fields using criteria and Reilly's formula.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Urban Fields (Spheres of Influence)):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10 people where they go for a market, a bank and a hospital. Draw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for the market people come from 5–10 km, for the bank from 20–30 km and for the regional hospital from over 50 km. The fields are drawn as zones of different sizes around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List criteria used to delimit urban fields.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Reilly's formula.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interpret urban field boundaries.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Urban fields depend on size and transport.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breaking point is closer to the smaller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of a town wants to know which villages use its market and hospital, and where its influence ends compared with a larger town 90 km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must find the limit of its town's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way to collect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questionnaire to customers or bus timetables.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formula finds the boundary?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Reilly's law of retail gravitation.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Delimit urban fields using data and Reilly's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the influence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fie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urban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criteria used to delimit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CRITERIA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shoppers, workers and pupils come from (also bus routes, newspapers,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DATA COLLECTION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DATA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questionnaire help to delimit a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DATA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where customers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REILLY'S LAW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eill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Reilly's breaking-point formula.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REILLY'S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A has 400,000 people, B 100,000, and they are 90 km apart. Where is the breaking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REILLY'S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 ÷ (1 + √4) = 30 km from 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REILLY'S LAW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REILLY'S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4.3 M, Bafia 0.1 M, 120 km apart. Find the breaking point from Bafia.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REILLY'S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 ÷ (1 + √43) ≈ 120 ÷ 7.6 ≈ 16 km from Bafia.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LIMITS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Road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LIMITS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limit of Reilly's formula.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LIMITS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ignores road quality, prices and people's choices.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Hierarchy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Delimiting Urban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Breaking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between two towns where their influence is equal.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Delimiting Urban Fields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fields are delimited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Criteria: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areas served by newspapers, buses, schools, hospitals, markets and shops. Each criterion gives a line; together they show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Methods of Delimiting Urban Fields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Data collection: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Questionnaires ask people where they shop, study or seek health care. The answers are mapped with desire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Reilly's Law of Retail Gravitation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breaking point is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Distance of the breaking point from the smaller town B = d ÷ (1 + √(PA ÷ PB)). d is the distance between the towns, PA and PB their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Reilly's Law of Retail Gravitation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 400,000, B = 100,000, d = 90 km: 90 ÷ (1 + √4) = 90 ÷ 3 = 30 km from B. The field of the larger town is bigger.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formula assumes equal transport and services and ignores people's preferences. Real fields depend also on roads and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Reilly's Law of Retail Gravitation</a:t>
            </a:r>
            <a:endParaRPr lang="en-US" sz="3600" dirty="0"/>
          </a:p>
        </p:txBody>
      </p:sp>
      <p:pic>
        <p:nvPicPr>
          <p:cNvPr id="4" name="Image 0" descr="/home/claude/f4/img/v2/reill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Reilly's breaking point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900,000; B: 100,000; distance 80 km. Find the breaking point from 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80 ÷ (1 + √9) = 80 ÷ 4 = 20 km from 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criteria for delimiting an urban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Origin of shoppers and bus routes (also workers, pupils, patients).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Reilly's law finds the ______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breaking point is closer to the ______ town.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Fieldwork uses ______ to find customers'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breaking point between your town and the nearest larger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Urban Hierarchy and Central Place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Boundary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Formula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Shopper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L'acheteur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d'autobus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travail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Hierarchy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Delimiting Urban Fields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criteria used to delimit urban fields. Apply Reilly's formula. Draw and interpret urban field boundaries.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delimit urban fields using criteria and Reilly's formula.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Methods of Delimiting Urban Fields; Reilly's Law of Retail Gravitation.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breaking point between your town and the nearest larger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criteria.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three questions.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limits.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2026-09-29T12:18:51Z</dcterms:created>
  <dcterms:modified xsi:type="dcterms:W3CDTF">2026-09-29T12:18:51Z</dcterms:modified>
</cp:coreProperties>
</file>