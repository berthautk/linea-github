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Nearest Neighbour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Rural Settlement on the Landscape. The key notions we shall use today are: nearest neighbour index, Rn, clustered, random, regular, mean distance. At the end, you should be able to do this: learners are able to calculate and interpret the nearest neighbour index of a settlement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Settlement Distribution and Pattern. The question was: On a topographic map, describe the settlement pattern of one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the area studied, settlements are nucleated along the river and linear along the main road, while the hills are almost empty.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nearest neighbour formula. Number 2: calculate Rn from map data. Number 3: interpret Rn and give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Patterns can be dispersed, nucleated or regular. Distances are measured on maps with the scale.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learners look at the same map. One says the settlements are clustered; the other says they are random. The teacher says, "Let us measure, not guess."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learners describe the pattern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tool can measure the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nearest neighbour index (Rn).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Rn = 1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random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settlement patterns objectively with the nearest neighbour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settlement patterns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formula and scale of the nearest neighbour index.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Rn values of 0, 1 and 2.15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 = clustered, 1 = random, 2.15 = perfectly 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measuring the nearest neighbour distances.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must you measure for each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straight distance to its nearest neighbouring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15 villages in 60 km², mean distance 1.0 km. Find 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Rn = 2 × 1.0 × √(15 ÷ 60) = 2 × 0.5 = 1.0 (random).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An area has Rn = 0.4. Describe its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Clustered (nucleated).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settlements of different sizes.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limitation of the nearest neighbour index.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treats all settlements as equal points, whatever their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Formula. The Nearest Neighbour Index can be understood as follows. On this slide we have Nearest Neighbour Index (Rn).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Formula.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 and Calculation. Rn is calculated as follows. On this slide we have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 and Calculation.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measuring nearest neighbours.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Importance and Limitations. The result is interpreted and assessed as follows. On this slide we have Interpretation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Importance and Limitations. On this slide we have Importance and Limitations.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Rn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Rn: d̄ = 2 km, n = 9, A = 100 km².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rn = 2 × 2 × √0.09 = 4 × 0.3 = 1.2 (random, slightly dispersed).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limit of the index.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ignores settlement size (also boundary effects).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clustered; number 2, random; number 3, 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topographic map, calculate Rn for 10 settlements.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Rural Settlements and the Physical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NEAREST NEIGHBOUR ANALYSIS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Nearest Neighbour Analysis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Nearest Neighbour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Nearest neighbour index, Rn, clustered, random, regular, mean distance.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formula, interpretation scale, importance and limitations of the nearest neighbour index; worked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nearest neighbour index of a settlement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Settlement Distribution and Pattern):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describe the settlement pattern of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the area studied, settlements are nucleated along the river and linear along the main road, while the hills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nearest neighbour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Rn from map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Rn and give its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Patterns can be dispersed, nucleated or regular.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Distances are measured on maps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learners look at the same map. One says the settlements are clustered; the other says they are random. The teacher says, "Let us measure, not guess."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learners describe the pattern differently.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tool can measure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nearest neighbour index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Rn = 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random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settlement patterns objectively with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settlement patterns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Formula and scale of the nearest neighbour index.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Rn values of 0, 1 and 2.15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 = clustered, 1 = random, 2.15 = perfectly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the nearest neighbour distances.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you measure for each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straight distance to its nearest neighbouring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villages in 60 km², mean distance 1.0 km. Find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 1.0 × √(15 ÷ 60) = 2 × 0.5 = 1.0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area has Rn = 0.4. Describe its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Clustered (nucleated).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IMPORTANCE AND LIMITATIONS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of different sizes.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IMPORTANCE AND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limitation of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IMPORTANCE AND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treats all settlements as equal points, whatever their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 on the Landscape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Nearest Neighbour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Nearest Neighbour Index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Nearest Neighbour Index (Rn):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statistical measure that shows whether a settlement pattern is clustered, random or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 where d̄ is the mean distance to the nearest neighbour, n the number of settlements and A the area. Distances and area must be in the same units.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and Calculation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Rn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Number the settlements, measure the distance from each to its nearest neighbour, and find the mean d̄. Count n and measure the area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and Calculation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villages in 60 km² with d̄ = 1.0 km: Rn = 2 × 1.0 × √(15 ÷ 60) = 2 × 0.5 = 1.0. The pattern is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and Calculation</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measuring nearest neighbours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Importance and Limitations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 is interpreted and assessed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0 is completely clustered, 1.0 random and 2.15 perfectly regular. Values below 1 show clustering and above 1 show dispersal.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Importance and Limitations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an objective, comparable measure of patterns. It helps to test hypotheses about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the size of settlements and the boundary of the area chosen. Two different patterns can give the same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Importance and Limitations</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Rn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Rn: d̄ = 2 km, n = 9, A = 100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 2 × √0.09 = 4 × 0.3 = 1.2 (random, slightly 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 of the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settlement size (also boundary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0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1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2.15 means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calculate Rn for 10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Rural Settlements and the Physical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Nearest neighbour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plus proche voisin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Aléatoire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Régulier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Clustered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Concentré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Nearest Neighbour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nearest neighbour formula. Calculate Rn from map data. Interpret Rn and give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nearest neighbour index of a settlement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Formula; Method and Calculation; Interpretation, Importance and Limitations.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topographic map, calculate Rn for 10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measure on a map with a ruler.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match values to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limitations.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2026-09-29T03:13:03Z</dcterms:created>
  <dcterms:modified xsi:type="dcterms:W3CDTF">2026-09-29T03:13:03Z</dcterms:modified>
</cp:coreProperties>
</file>