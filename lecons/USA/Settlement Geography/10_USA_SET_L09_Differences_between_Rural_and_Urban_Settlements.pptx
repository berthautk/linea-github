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Differences between Rural and Urban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Urban Settlement and Urbanisation, and the sub-topic is Comparing Settlements. The key notions we shall use today are: rural, urban, population threshold, function, land use, continuum. At the end, you should be able to do this: learners are able to distinguish rural and urban settlements using several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The Urban Fringe. The question was: Visit the edge of your town and list the land uses you see.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at the edge of town there are new houses under construction, maize and vegetable farms, a rubbish dump, a school and a brick factory.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list the criteria used to distinguish rural and urban settlements. Number 2: compare rural and urban settlements. Number 3: criticise the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Rural people mostly farm. Towns have many services.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Cameroon, a settlement is often called urban if it is a divisional headquarters. In Norway, 200 people make a town; in Japan you need 50,000. Learners ask what really makes a town.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Countries use different definitions of "urban".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population size enough?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functions and way of life also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another criterion.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main occupation of the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distinguish rural and urban areas to plan services appropriately.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what makes a place a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criteria for rural and urban settlements.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three criteria used to distinguish rural and urban settlements.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Population size, main occupation and land use (also way of life,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busy town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population size not a perfect criterion?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Countries use very different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central business district.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functions are typical of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Trade, industry, administration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is village life different from town life?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Closer family ties and traditions; town life is more individual and mixed.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suburbs mixing town and countryside.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geographers speak of a rural-urban continuum?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no sharp line; places change gradually from rural to urban.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Criteria for Differentiating Rural and Urban Settlements. Settlements are classified using the following criteria. On this slide we have Population composition and numbers.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Criteria for Differentiating Rural and Urban Settlements. On this slide we have Sociological characteristics.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Criteria for Differentiating Rural and Urban Settlements. On this slide we have Land use and morphology.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Criteria for Differentiating Rural and Urban Settlements. On this slide we have Functions.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criteria of rural and urban settlements.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Critical Analysis. These criteria have limits. On this slide we have Different definitions.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Critical Analysis. On this slide we have Rural–urban continuum.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differences between rural and urban settlements.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size, main occupation and services (also land use, way of life).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population size a weak criterion?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each country uses a different threshold.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trade (industry); number 2, continuum; number 3, agricultural.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your village and a nearby town using four criteria.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The Urban Settlement: Meaning, Types and Origin.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9: DIFFERENCES BETWEEN RURAL AND URBAN SETTLEMENTS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Differences between Rural and Urban Settlements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 and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Comparing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Differences between Rural and Urban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urban, population threshold, function, land use, continuum.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Criteria: population size and composition, sociological characteristics, land use, functions, morphology; critical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distinguish rural and urban settlements using several criteria.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The Urban Fringe):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Visit the edge of your town and list the land uses you see.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at the edge of town there are new houses under construction, maize and vegetable farms, a rubbish dump, a school and a brick factory.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List the criteria used to distinguish rural and urban settlements.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rural and urban settlements.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Criticise the criteria.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Rural people mostly farm.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many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Cameroon, a settlement is often called urban if it is a divisional headquarters. In Norway, 200 people make a town; in Japan you need 50,000. Learners ask what really makes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use different definitions of "urban".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population size enough?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functions and way of life also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another criterion.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main occupation of the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rural and urban areas to plan services appropriately.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what makes a place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CRITERIA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ural_urb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Criteria for rural and urban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CRITERIA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criteria used to distinguish rural and urban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CRITERIA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size, main occupation and land use (also way of life,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NUMBERS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row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busy town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NUMBERS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population size not a perfect criterion?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NUMBERS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use very different thresholds.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FUNCTIONS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cbd.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central business district.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FUNCTIONS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functions are typical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FUNCTIONS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industry, administration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SOCIOLOGICAL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hillvill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SOCIOLOGICAL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village life different from town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SOCIOLOGICAL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Closer family ties and traditions; town life is more individual and mixed.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CRITICAL ANALYSIS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ubur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Suburbs mixing town and countryside.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CRITICAL ANALYSIS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geographers speak of a rural-urban continuum?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CRITICAL ANALYSIS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no sharp line; places change gradually from rural to urban.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Urban Settlement and Urbanisation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Comparing Settlements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9: Differences between Rural and Urban Settlements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Criteria for Differentiating Rural and Urban Settlements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Settlements are classified using the following criteria: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composition and numbers: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have many people and high densities; the minimum varies from 2,500 (USA) to 5,000 (Cameroon). Towns have more young adults and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Criteria for Differentiating Rural and Urban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Sociological 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life is based on family ties and tradition, while urban life is more individual and varied. Townspeople have more education and contacts.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Criteria for Differentiating Rural and Urban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use and morphology: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land is mainly farms and scattered houses; urban land is continuously built with streets. Towns have tall buildings and a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Criteria for Differentiating Rural and Urban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settlements have primary functions (farming, fishing). Towns have secondary and tertiary functions: industry, trade, administration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Criteria for Differentiating Rural and Urban Settlements</a:t>
            </a:r>
            <a:endParaRPr lang="en-US" sz="3600" dirty="0"/>
          </a:p>
        </p:txBody>
      </p:sp>
      <p:pic>
        <p:nvPicPr>
          <p:cNvPr id="4" name="Image 0" descr="/home/claude/f4/img/v2/rural_urb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criteria of rural and urban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Critical Analysis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criteria have limits: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Different definitions: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country uses a different population threshold, so comparisons are difficult. Some large villages are bigger than small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Critical Analysis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Rural–urban continuum: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no sharp break but a gradual change from village to city. Many settlements in the fringe have both rural and urban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differences between rural and urban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Size, main occupation and services (also land use, way of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population size a weak criterion?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country uses a different threshold.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Towns mainly have ______ and services.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gradual change from village to city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Villages are mainly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your village and a nearby town using four criteria.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The Urban Settlement: Meaning, Types and Origin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Criterion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critère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Threshold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seuil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Way of life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mode de vie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Settlement and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Differences between Rural and Urban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criteria used to distinguish rural and urban settlements. Compare rural and urban settlements. Criticise the criteria.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distinguish rural and urban settlements using several criteria.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Criteria for Differentiating Rural and Urban Settlements; Critical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your village and a nearby town using four criteria.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copy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Norway and Japan.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services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differences.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fringe.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“Central Business District” by alantankenghoe, CC BY 2.0, via Flickr (https://www.flickr.com/photos/57785759@N06/5548938771)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“Village built into the hillside” by 10b travelling / Carsten ten Brink, CC BY-NC-ND 2.0, via Flickr (https://www.flickr.com/photos/77334245@N00/5677301357)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“Chicago suburbs from the air” by Scorpions and Centaurs, CC BY-NC-SA 2.0, via Flickr (https://www.flickr.com/photos/62736719@N00/2912708983)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2026-09-29T03:13:04Z</dcterms:created>
  <dcterms:modified xsi:type="dcterms:W3CDTF">2026-09-29T03:13:04Z</dcterms:modified>
</cp:coreProperties>
</file>