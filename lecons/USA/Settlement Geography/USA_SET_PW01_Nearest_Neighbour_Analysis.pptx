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Nearest Neighbour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Rural Settlement, and the sub-topic is Rural Settlement on the Landscape. The key notions we shall use today are: nearest neighbour index, Rn, clustered, random, regular, mean distance. At the end, you should be able to do this: learners are able to calculate and interpret the nearest neighbour index of a settlement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Settlement Distribution and Pattern. The question was: On a topographic map, describe the settlement pattern of one area.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in the area studied, settlements are nucleated along the river and linear along the main road, while the hills are almost empty.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nearest neighbour formula. Number 2: calculate Rn from map data. Number 3: interpret Rn and give its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Patterns can be dispersed, nucleated or regular. Distances are measured on maps with the scale.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Two learners look at the same map. One says the settlements are clustered; the other says they are random. The teacher says, "Let us measure, not guess."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learners describe the pattern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tool can measure the pattern?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nearest neighbour index (Rn).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Rn = 1 mean?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random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measure settlement patterns objectively with the nearest neighbour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describe settlement patterns with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formula and scale of the nearest neighbour index.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 Rn values of 0, 1 and 2.15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0 = clustered, 1 = random, 2.15 = perfectly regular.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measuring the nearest neighbour distances.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must you measure for each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straight distance to its nearest neighbouring settlement.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worked example.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15 villages in 60 km², mean distance 1.0 km. Find Rn.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Rn = 2 × 1.0 × √(15 ÷ 60) = 2 × 0.5 = 1.0 (random).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settlement patterns.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An area has Rn = 0.4. Describe its pattern.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Clustered (nucleated).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settlements of different sizes.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limitation of the nearest neighbour index.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treats all settlements as equal points, whatever their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Formula. The Nearest Neighbour Index can be understood as follows. On this slide we have Nearest Neighbour Index (Rn).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Formula. On this slide we have Formula.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 and Calculation. Rn is calculated as follows. On this slide we have Method.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 and Calculation. On this slide we have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measuring nearest neighbours.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Interpretation, Importance and Limitations. The result is interpreted and assessed as follows. On this slide we have Interpretation scale.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Interpretation, Importance and Limitations. On this slide we have Importance and Limitations.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Rn scale.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Calculate Rn: d̄ = 2 km, n = 9, A = 100 km².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rn = 2 × 2 × √0.09 = 4 × 0.3 = 1.2 (random, slightly dispersed).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limit of the index.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ignores settlement size (also boundary effects).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clustered; number 2, random; number 3, regular.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topographic map, calculate Rn for 10 settlements.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Rural Settlements and the Physical Environment.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1: NEAREST NEIGHBOUR ANALYSIS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Nearest Neighbour Analysis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 on the Landscape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Nearest Neighbour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Nearest neighbour index, Rn, clustered, random, regular, mean distance.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formula, interpretation scale, importance and limitations of the nearest neighbour index; worked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and interpret the nearest neighbour index of a settlement pattern.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Settlement Distribution and Pattern):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topographic map, describe the settlement pattern of one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in the area studied, settlements are nucleated along the river and linear along the main road, while the hills are almost empty.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nearest neighbour formula.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Rn from map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Rn and give its limits.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Patterns can be dispersed, nucleated or regular.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Distances are measured on maps with 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learners look at the same map. One says the settlements are clustered; the other says they are random. The teacher says, "Let us measure, not guess."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learners describe the pattern differently.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tool can measure the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nearest neighbour index (Rn).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Rn = 1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random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settlement patterns objectively with the nearest neighbour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describe settlement patterns with numbers.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FORMULA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nna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Formula and scale of the nearest neighbour index.</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FORMULA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Rn values of 0, 1 and 2.15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FORMULA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 = clustered, 1 = random, 2.15 = perfectly regular.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nna_map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Measuring the nearest neighbour distances.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you measure for each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straight distance to its nearest neighbouring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nna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worked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15 villages in 60 km², mean distance 1.0 km. Find 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Rn = 2 × 1.0 × √(15 ÷ 60) = 2 × 0.5 = 1.0 (random).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area has Rn = 0.4. Describe its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Clustered (nucleated).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IMPORTANCE AND LIMITATIONS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Settlements of different sizes.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IMPORTANCE AND LIMITATIONS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limitation of the nearest neighbour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IMPORTANCE AND LIMITATIONS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treats all settlements as equal points, whatever their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Rural Settlement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Rural Settlement on the Landscape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Nearest Neighbour Analysis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Formula</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Nearest Neighbour Index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Nearest Neighbour Index (Rn):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statistical measure that shows whether a settlement pattern is clustered, random or regular.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Formula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Rn = 2 d̄ √(n ÷ A), where d̄ is the mean distance to the nearest neighbour, n the number of settlements and A the area. Distances and area must be in the same units.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 and Calculation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Rn is calculated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Number the settlements, measure the distance from each to its nearest neighbour, and find the mean d̄. Count n and measure the area 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 and Calculation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15 villages in 60 km² with d̄ = 1.0 km: Rn = 2 × 1.0 × √(15 ÷ 60) = 2 × 0.5 = 1.0. The pattern is random.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 and Calculation</a:t>
            </a:r>
            <a:endParaRPr lang="en-US" sz="3600" dirty="0"/>
          </a:p>
        </p:txBody>
      </p:sp>
      <p:pic>
        <p:nvPicPr>
          <p:cNvPr id="4" name="Image 0" descr="/home/claude/f4/img/v2/nna_map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measuring nearest neighbours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Interpretation, Importance and Limitations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result is interpreted and assessed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Rn = 0 is completely clustered, 1.0 random and 2.15 perfectly regular. Values below 1 show clustering and above 1 show dispersal.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Interpretation, Importance and Limitations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an objective, comparable measure of patterns. It helps to test hypotheses about settlement.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Limitations: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ignores the size of settlements and the boundary of the area chosen. Two different patterns can give the same value.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Interpretation, Importance and Limitations</a:t>
            </a:r>
            <a:endParaRPr lang="en-US" sz="3600" dirty="0"/>
          </a:p>
        </p:txBody>
      </p:sp>
      <p:pic>
        <p:nvPicPr>
          <p:cNvPr id="4" name="Image 0" descr="/home/claude/f4/img/v2/nna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Rn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Rn: d̄ = 2 km, n = 9, A = 100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Rn = 2 × 2 × √0.09 = 4 × 0.3 = 1.2 (random, slightly dispersed).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limit of the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ignores settlement size (also boundary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Rn = 0 means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Rn = 1 means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Rn = 2.15 means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topographic map, calculate Rn for 10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Rural Settlements and the Physical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Index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Nearest neighbour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plus proche voisin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moyenne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Random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Aléatoire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Régulier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Clustered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Concentré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Rural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Nearest Neighbour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nearest neighbour formula. Calculate Rn from map data. Interpret Rn and give its limits.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and interpret the nearest neighbour index of a settlement pattern.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Formula; Method and Calculation; Interpretation, Importance and Limitations.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topographic map, calculate Rn for 10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formula.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measure on a map with a ruler.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do the calculation.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match values to patterns.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limitations.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2026-09-27T10:08:09Z</dcterms:created>
  <dcterms:modified xsi:type="dcterms:W3CDTF">2026-09-27T10:08:09Z</dcterms:modified>
</cp:coreProperties>
</file>