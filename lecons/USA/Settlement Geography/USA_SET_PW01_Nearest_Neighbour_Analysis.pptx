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Practical Work 1: Nearest Neighbour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measure on a map with a ruler.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match values to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limitations.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clustered 2. random 3. regular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PRACTICAL WORK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Neighbour Analysis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Rural Settlement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Rural Settlement on the Landscape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1: Nearest Neighbour Analysis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neighbour index, Rn, clustered, random, regular, mean distance.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formula, interpretation scale, importance and limitations of the nearest neighbour index; worked examples.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and interpret the nearest neighbour index of a settlement pattern.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nearest neighbour formula.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Rn from map data.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Rn and give its limits.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can be dispersed, nucleated or regular.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are measured on maps with the scale.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Two learners look at the same map. One says the settlements are clustered; the other says they are random. The teacher says, "Let us measure, not guess."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learners describe the pattern differently.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tool can measure the pattern?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nearest neighbour index (Rn).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Rn = 1 mean?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random pattern.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practical work helps us to describe settlement patterns with numbers.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FORMULA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nna_sca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Formula and scale of the nearest neighbour index.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FORMULA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Rn values of 0, 1 and 2.15 mean?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FORMULA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 = clustered, 1 = random, 2.15 = perfectly regular.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nna_ma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Measuring the nearest neighbour distances.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must you measure for each settlement?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straight distance to its nearest neighbouring settlement.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CALCULATION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nna_sca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worked example.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CALCULATION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villages in 60 km², mean distance 1.0 km. Find Rn.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CALCULATION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Rn = 2 × 1.0 × √(15 ÷ 60) = 2 × 0.5 = 1.0 (random).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pattern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Settlement patterns.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area has Rn = 0.4. Describe its pattern.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Clustered (nucleated).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LIMITATIONS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hierarch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Settlements of different sizes.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LIMITATIONS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limitation of the nearest neighbour index.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LIMITATIONS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treats all settlements as equal points, whatever their size.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Nearest Neighbour Analysis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Rural Settlement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Rural Settlement on the Landscape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Work 1: Nearest Neighbour Analysis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Nearest neighbour index (Rn):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number that measures how clustered or regular a pattern is.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 nearest neighbour distance: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average distance from each point to its closest neighbour.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Formula: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Rn = 2 d̄ √(n ÷ A), where d̄ is the mean distance, n the number of points and A the area. Distances and area use the same units.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Steps: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Number the settlements and measure each nearest distance. Find the mean, then calculate Rn.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Scale: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Rn = 0 is fully clustered, 1.0 is random and 2.15 is perfectly regular. Values near 1 show no clear pattern.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Importance and Limits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Importance: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gives an objective measure to compare areas. It supports map descriptions.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Limits: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ignores settlement size and the shape of the area. Results change with the boundary chosen.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Importance and Limits (2/2)</a:t>
            </a:r>
            <a:endParaRPr lang="en-US" sz="3600" dirty="0"/>
          </a:p>
        </p:txBody>
      </p:sp>
      <p:pic>
        <p:nvPicPr>
          <p:cNvPr id="13" name="Image 0" descr="/home/claude/f4/img/v2/nna_sca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formula and scale.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Rn: d̄ = 2 km, n = 9, A = 100 km².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Rn = 2 × 2 × √0.09 = 4 × 0.3 = 1.2 (random, slightly dispersed).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limit of the index.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ignores settlement size (also boundary effects).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Rn = 0 means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Rn = 1 means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Rn = 2.15 means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topographic map, calculate Rn for 10 settlements.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6: Rural Settlements and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neighbour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plus proche voisin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moyenne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Aléatoire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Régulier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Concentré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Rural Settlement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1: Nearest Neighbour 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the nearest neighbour formula. Calculate Rn from map data. Interpret Rn and give its limits.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and interpret the nearest neighbour index of a settlement pattern.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Nearest neighbour index (Rn), Mean nearest neighbour distance; II. Method: Formula, Steps, Scale; III. Importance and Limits: Importance, Limits.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 topographic map, calculate Rn for 10 settlements.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2026-09-26T19:01:08Z</dcterms:created>
  <dcterms:modified xsi:type="dcterms:W3CDTF">2026-09-26T19:01:08Z</dcterms:modified>
</cp:coreProperties>
</file>