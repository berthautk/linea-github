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Minerals and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Mineral Resources, and the sub-topic is Mineral Resources. The key notions we shall use today are: mineral, ore, ferrous, non-ferrous, open-cast mining, shaft mining, placer mining, conservation. At the end, you should be able to do this: learners are able to classify minerals, describe mining methods and propose conservation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Energy Resources. The question was: List the energy sources used in your home and suggest how to save energy.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Home energy: electricity (ENEO), firewood or charcoal, cooking gas, kerosene and petrol. To save energy: switch off lights, use low-energy bulbs, improved stoves and solar lamps.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classify minerals. Number 2: describe the methods of mineral extraction. Number 3: explain the problems of mining and ways of conserving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are non-renewable. Cameroon has bauxite, iron ore and gold.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East Region, men dig pits by hand to find gold, while a large company plans an open-pit iron mine at Mbalam. Villagers worry about their rivers and farms.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Mining brings money but can damage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mining methods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Artisanal digging and open-pit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villagers worry?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Mining can pollute rivers and destroy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exploit minerals responsibly and conserve them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mining and its effects on people and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minerals.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ferrous and non-ferrous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Ferrous minerals contain iron; non-ferrous minerals do not (bauxite, copper,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methods of mining.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When is open-cast mining used?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the mineral is near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open-pit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advantage and one disadvantage of open-pit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cheap and safe. Disadvantage: huge scars on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small-scale gold miners.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artisanal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Dangerous pits and polluted rivers (mercury).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problems and conservation.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of conserving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Recycling and using substitutes (also reducing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and Classification. Minerals can be defined and classified as follows. On this slide we have Mineral.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Metallic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Non-metallic and energy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minerals.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Producers and Consumers. Minerals are unevenly distributed. On this slide we have Distribution and producers.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Producers and Consumers. On this slide we have Consumers.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Mineral Extraction. Minerals are extracted by the following methods. On this slide we have Open-cast (open-pit) mining.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Mineral Extraction. On this slide we have Shaft and adit (drift) mining and Placer (alluvial) mining and drilling.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methods of mining.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Conservation. Mineral resources face problems and need conservation.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Conservation. On this slide we have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problems and conservation.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two methods of mining.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open-cast: near-surface ore removed from a pit. Shaft: deep tunnels to reach ore.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of conserving minerals.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recycling and substitutes.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ore; number 2, non-ferrous; number 3, placer.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factories of your town and what they produce.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What is Manufacturing?.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MINERALS AND MINING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Minerals and Mining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Minerals and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ore, ferrous, non-ferrous, open-cast mining, shaft mining, placer mining,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classification; world distribution, producers and consumers; methods of extraction; problems;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minerals, describe mining methods and propose conservation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Energy Resources):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how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Home energy: electricity (ENEO), firewood or charcoal, cooking gas, kerosene and petrol. To save energy: switch off lights, use low-energy bulbs, improved stoves and solar lamps.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minerals.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mineral extraction.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mining and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bauxite, iron ore and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 men dig pits by hand to find gold, while a large company plans an open-pit iron mine at Mbalam. Villagers worry about their rivers and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brings money but can damage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mining methods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Artisanal digging and open-pit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villagers worry?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can pollute rivers and destroy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Exploit minerals responsibly and conserve them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mining and its effects on people and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ferrous and non-ferrous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Ferrous minerals contain iron; non-ferrous minerals do not (bauxite, copper,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in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Methods of mining.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open-cast mining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mineral is near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open-pit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open-pit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cheap and safe. Disadvantage: huge scars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goldmin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Small-scale gold miners.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artisanal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Dangerous pits and polluted rivers (mercury).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ineral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Problems and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and using substitutes (also reducing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Mineral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Mineral Resources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Minerals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substance with a definite chemical composition found in the Earth's crust. An ore is a rock from which a mineral can be extracted profitably.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Metallic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Ferrous minerals contain iron (iron ore, manganese); non-ferrous minerals do not (bauxite, copper, tin, gold). Precious metals include gold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Non-metallic and energy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Non-metallic minerals include limestone, salt and phosphates. Energy minerals are coal, oil, gas and uranium.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Producers and Consumers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unevenly distributed: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and 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ore comes mainly from Australia and Brazil, copper from Chile, bauxite from Australia and Guinea. South Africa and the DR Congo are rich in gold, cobalt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Producers and Consumers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China, the USA, Europe and Japan are the main consumers. LEDCs often export minerals as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extracted by the following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Open-cast (open-pit)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surface is removed and the mineral dug out, when deposits are near the surface. It is cheap and safe but leaves large scars.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Shaft and adit (drift)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Vertical shafts or horizontal tunnels reach deep deposits. It is costly and dangerous.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Placer (alluvial) mining and drilling: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Gold and tin are washed from river sands; oil and gas are pumped from wells. Artisanal miners in the East use placer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a:t>
            </a:r>
            <a:endParaRPr lang="en-US" sz="3600" dirty="0"/>
          </a:p>
        </p:txBody>
      </p:sp>
      <p:pic>
        <p:nvPicPr>
          <p:cNvPr id="4" name="Image 0" descr="/home/claude/f4/img/v2/min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methods of mining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 resources face problems and need conservation: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Minerals are exhaustible, prices fluctuate and mining destroys land, forests and rivers. Artisanal mining causes accidents, child labour and mercury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substitution with other materials and efficient use save minerals. Laws, land rehabilitation and responsible mining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a:t>
            </a:r>
            <a:endParaRPr lang="en-US" sz="3600" dirty="0"/>
          </a:p>
        </p:txBody>
      </p:sp>
      <p:pic>
        <p:nvPicPr>
          <p:cNvPr id="4" name="Image 0" descr="/home/claude/f4/img/v2/mineral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problems and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two methods of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Open-cast: near-surface ore removed from a pit. Shaft: deep tunnels to reach 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and substitutes.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 rich in a mineral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Bauxite is a ______ mineral.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Washing river sands for gold is ______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factories of your town and what they produce.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le minéral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Open-cast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À ciel ouvert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Recycling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recyclage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Mineral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Minerals and Mining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minerals. Describe the methods of mineral extraction. Explain the problems of mining and ways of conserving minerals.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minerals, describe mining methods and propose conservation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and Classification; Distribution, Producers and Consumers; Methods of Mineral Extraction; Problems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factories of your town and what they produce.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minerals.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methods.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mine scars.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gold mining in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recycling metal.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“2017-91-06” by Community Archives of Belleville &amp; Hastings County, CC0 1.0, via Flickr (https://www.flickr.com/photos/134017397@N03/37070933734)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“Mining in Kailo” by Julien Harneis, CC BY-SA 2.0, via Flickr (https://www.flickr.com/photos/16935515@N00/1873057946)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2026-09-29T12:18:56Z</dcterms:created>
  <dcterms:modified xsi:type="dcterms:W3CDTF">2026-09-29T12:18:56Z</dcterms:modified>
</cp:coreProperties>
</file>