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Industrial Agglomerations.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agglomeration, industrial region, AICs, NICs, Asian tigers, economies of scale, external economies. At the end, you should be able to do this: learners are able to describe the main industrial regions of the world and explain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 Changing Nature of Industrial Location. The question was: Explain why many clothes sold in Cameroon are made in Asia.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Many clothes are made in Asia because labour is cheap, factories are large and efficient, governments support exports, and container shipping makes transport to Cameroon cheap.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industrial agglomeration. Number 2: describe the main industrial zones and groups of countries. Number 3: explain the causes, advantages and disadvantages of agglomeration and the weak industry of LEDCs.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group in cities. Manufacturing has shifted to Asia.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factories, banks, suppliers and the port are close together. Around the world, industry is concentrated in North America, Europe and East Asia, while Africa has few factories.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Industry is concentrated in few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grouping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Industrial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Africa have few factories?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Lack of capital, technology, skills and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develop industrial zones in Cameroon while controlling their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industry concentrates and why Africa is little industrialised.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industrial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grouping of many industries in one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industrial regions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old industrial regions and two newly industrialising countries.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 USA and Western Europe; China and South Korea.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advantages of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Shared services and suppliers (external economies), and a pool of skilled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traffic congestion.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disadvantages of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Congestion and pollution (also high land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workers in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few manufacturing industries in most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skills, power, markets and good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Global Industrial Zones. Industrial agglomerations can be understood as follows. On this slide we have Industrial agglomeration.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Global Industrial Zones. On this slide we have Main global zones and groups.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Global Industrial Zones. On this slide we have Newly industrialised countries (NICs) include the Asian Tigers (South Korea, Taiwan, Singapore, Hong Kong), the "dragon" economies and China, the "factory of the world"..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industrial zones.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Advantages and Disadvantages. Agglomerations form and have effects as follows.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Advantages and Disadvantages. On this slide we have Advantages and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Why Few Manufacturing Industries in the Developing World. LEDCs have few industries because of.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Why Few Manufacturing Industries in the Developing World. On this slide we have Historical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advantages and two disadvantages of industrial agglomeration.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advantages: shared services, skilled labour. Disadvantages: congestion, pollution.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LEDCs have few manufacturing industries?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capital, skills, power and markets (also colonial history).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agglomeration; number 2, factory; number 3, tiger.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most industries of Cameroon are in Douala.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Measuring Industrial Agglomeration: The Location Quotient.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INDUSTRIAL AGGLOMERATIONS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Agglomerations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Industrial Agglomerations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Agglomeration, industrial region, AICs, NICs, Asian tigers, economies of scale, external economies.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main world industrial zones and groups (AICs, NICs, tigers, dragons, workshop economies); factors; advantages and disadvantages; why few industries in the developing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main industrial regions of the world and explain agglomeration.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 Changing Nature of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many clothes sold in Cameroon are made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clothes are made in Asia because labour is cheap, factories are large and efficient, governments support exports, and container shipping makes transport to Cameroon cheap.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industrial agglomeration.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industrial zones and groups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advantages and disadvantages of agglomeration and the weak industry of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group in cities.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Manufacturing has shifted 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factories, banks, suppliers and the port are close together. Around the world, industry is concentrated in North America, Europe and East Asia, while Africa has few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is concentrated in few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grouping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Africa have few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skills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 industrial zones in Cameroon while controlling their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industry concentrates and why Africa is little industrialised.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grouping of many industries in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industrial regions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old industrial regions and two newly industrialising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 USA and Western Europe; China and South Korea.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Shared services and suppliers (external economies), and a pool of skilled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Traffic congestion.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Congestion and pollution (also high land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few manufacturing industries in most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skills, power, markets and good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Industrial Agglomerations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agglomerations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agglomeration: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concentration of many industries in one area. Douala–Bonabéri is the main agglomeration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global zones and groups: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Advanced industrial countries (AICs) include the USA, Western Europe and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Newly industrialised countries (NICs) include the Asian Tigers (South Korea, Taiwan, Singapore, Hong Kong), the "dragon" economies and China, the "factory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industrial zones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Agglomerations form and have effects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raw materials, markets, labour, capital and infrastructure attract the first industries. Others follow to benefit from services and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Advantages and Disadvantages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share services, suppliers, skilled labour and transport (external economies). Costs fall and ideas spread.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Congestion, pollution, high land prices and wages develop (diseconomies of scale). Other regions are left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Why Few Manufacturing Industries in the Developing World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LEDCs have few industries because of: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skilled labour and reliable energy limits industry. Local markets are small because incomes are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Why Few Manufacturing Industries in the Developing World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economies exported raw materials and imported manufactured goods. Corruption, instability and competition from cheap imports discourage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disadvantages of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shared services, skilled labour. Disadvantages: congestion,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LEDCs have few manufacturing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skills, power and markets (also colonial history).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grouping of industries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China is called the ______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South Korea is an Asian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most industries of Cameroon are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Measuring Industrial Agglomeration: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Agglomeration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concentration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Newly industrialising country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pays nouvellement industrialisé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Supplier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fournisseur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Qualifié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Industrial Agglomerations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industrial agglomeration. Describe the main industrial zones and groups of countries. Explain the causes, advantages and disadvantages of agglomeration and the weak industry of LEDCs.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main industrial regions of the world and explain agglomeration.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Global Industrial Zones; Factors, Advantages and Disadvantages; Why Few Manufacturing Industries in the Developing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most industries of Cameroon are in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industries in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disadvantages.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2026-09-29T12:18:57Z</dcterms:created>
  <dcterms:modified xsi:type="dcterms:W3CDTF">2026-09-29T12:18:57Z</dcterms:modified>
</cp:coreProperties>
</file>