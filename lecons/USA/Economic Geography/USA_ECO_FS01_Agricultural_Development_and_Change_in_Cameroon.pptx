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Further Study 1: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a family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CDC and PHP.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plantations 2. North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FURTHER STUDY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Agricultural Development and Change in Cameroon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Agricultural Systems and Patterns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Peasant farming, plantation, livestock, CDC, SODECOTON, second-generation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Characteristics and importance of agriculture; peasant, plantation and livestock systems and their factors; impacts; problems and solutions; changes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characteristics and systems of agriculture in Cameroon.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factors and impacts of these systems.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problems, solutions and changes since independence.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Cameroon grows cocoa, coffee, cotton and bananas.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Farming systems are intensive or extensive.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South-West, the CDC runs huge plantations of banana, palm and rubber. Nearby, peasant farmers grow cassava and cocoa on small plots with hoes. In the Adamawa, herders keep cattle on open grassland.</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very different farming systems.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uses large estates and many workers?</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plantation system.</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is most common?</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(small-scale) farming.</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farming of our own country.</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mr_agri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Main farming regions of Cameroon (simplified).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crop of the North and the main crop of the Centre and South.</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cotton. Centre and South: cocoa.</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PEASANT FARMING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lsa_cmrfarm.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small family farm.</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PEASANT FARMING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peasant farming.</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PEASANT FARMING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family labour, simple tools, mixed food and cash crops.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PLANTATIONS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usa_banana.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banana plantation.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PLANTATIONS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plantation agriculture.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PLANTATIONS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one crop, many paid workers, much capital, for export.</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LIVESTOCK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2t_cattle.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Cattle.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LIVESTOCK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cattle reared in Cameroon? Why?</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LIVESTOCK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north: grasslands and fewer tsetse flies.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PROBLEMS AND CHANGES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usa_coffe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Harvested coffee beans.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PROBLEMS AND CHANGES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and one change since independence.</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PROBLEMS AND CHANGES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poor roads, low prices. Change: agro-industrial companies and second-generation agriculture.</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Agricultural Systems and Patterns of Cameroon</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Agricultural Development and Change in Cameroon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Peasant farming: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family farming with simple tools.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Plantation: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large estate growing one cash crop for export.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Second-generation agriculture: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Cameroon's policy to modernise and industrialise farming.</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Systems and their Distribution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Peasant farming: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produces most food crops and much cocoa and coffee. Farms are small and use family labour and hoes.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Plantations: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CDC, PHP and SOCAPALM grow banana, palm, rubber and tea in the South-West and Littoral. They use much capital and paid workers.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Systems and their Distribution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Livestock: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Traditional herding dominates in the Adamawa and the north. Modern ranches and poultry farms are growing.</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Problems and Changes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Climate, soils, relief, markets and history explain the pattern. Colonial plantations were set on fertile volcanic soils.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Problems: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Droughts, poor soils, pests and floods are physical problems. Poor roads, storage, credit, land tenure and low prices are human problems.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Problems and Changes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Changes and solutions: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Research (IRAD), cooperatives, SODECOTON and irrigation schemes improved farming. Second-generation agriculture aims at mechanisation and processing.</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Problems and Changes (3/3)</a:t>
            </a:r>
            <a:endParaRPr lang="en-US" sz="3600" dirty="0"/>
          </a:p>
        </p:txBody>
      </p:sp>
      <p:pic>
        <p:nvPicPr>
          <p:cNvPr id="13" name="Image 0" descr="/home/claude/f4/img/v2/cmr_agri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map.</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peasant farming and plantation agriculture in Cameroon.</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 plots, family labour, food crops. Plantation: large estates, paid labour, export crops.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agriculture in Cameroon.</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low prices, pests (also drought, credit, storage).</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CDC runs ______ in the South-West.</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Cotton is grown in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Most cattle are in the ______.</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Further Study 2: Management of Forest Resources.</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Plantation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plantation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Peasant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paysan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Livestock</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L'élevage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Cooperative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coopérative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Cocoa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cacao</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Cotton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coton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Geography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Describe the characteristics and systems of agriculture in Cameroon. Explain the factors and impacts of these systems. Explain the problems, solutions and changes since independence.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Peasant farming, Plantation, Second-generation agriculture; II. Systems and their Distribution: Peasant farming, Plantations, Livestock; III. Factors, Problems and Changes: Factors, Problems, Changes and solutions.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farming map of Cameroon and write one crop per region.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(https://www.flickr.com/photos/51431730@N04/46914753474)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“Banana Plantation” by AfricaTravelAssociation, CC BY 2.0, via Flickr (https://www.flickr.com/photos/65134942@N06/8164706151)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“Harvesting coffee, Cameroon” by jbdodane, CC BY-NC 2.0, via Flickr (https://www.flickr.com/photos/27998473@N02/11590251453)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2026-09-27T00:07:09Z</dcterms:created>
  <dcterms:modified xsi:type="dcterms:W3CDTF">2026-09-27T00:07:09Z</dcterms:modified>
</cp:coreProperties>
</file>