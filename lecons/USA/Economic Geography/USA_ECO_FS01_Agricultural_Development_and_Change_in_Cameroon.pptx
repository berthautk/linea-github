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Further Study 1: Agricultural Development and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describe a family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mention CDC and PHP.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transhumance.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plantations 2. North 3.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UPPER SIXTH ARTS  —  ECONOMIC GEOGRAPHY  —  FURTHER STUDY 1</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Agricultural Development and Change in Cameroon</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Upper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Agricultural Systems and Patterns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Further Study 1: Agricultural Development and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Peasant farming, plantation, livestock, CDC, SODECOTON, second-generation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Characteristics and importance of agriculture; peasant, plantation and livestock systems and their factors; impacts; problems and solutions; changes since independence.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describe the agricultural systems of Cameroon and explain their problems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characteristics and systems of agriculture in Cameroon.</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factors and impacts of these systems.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problems, solutions and changes since independence.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Cameroon grows cocoa, coffee, cotton and bananas.</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Farming systems are intensive or extensive.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South-West, the CDC runs huge plantations of banana, palm and rubber. Nearby, peasant farmers grow cassava and cocoa on small plots with hoes. In the Adamawa, herders keep cattle on open grassland.</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very different farming systems.</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system uses large estates and many workers?</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plantation system.</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system is most common?</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Peasant (small-scale) farming.</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farming of our own country.</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DISTRIBUTION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cmr_agri_big.png">    </p:cNvPr>
          <p:cNvPicPr>
            <a:picLocks noChangeAspect="1"/>
          </p:cNvPicPr>
          <p:nvPr/>
        </p:nvPicPr>
        <p:blipFill>
          <a:blip r:embed="rId1"/>
          <a:stretch>
            <a:fillRect/>
          </a:stretch>
        </p:blipFill>
        <p:spPr>
          <a:xfrm>
            <a:off x="1568196" y="1691640"/>
            <a:ext cx="905256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Main farming regions of Cameroon (simplified).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DISTRIBUTION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crop of the North and the main crop of the Centre and South.</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DISTRIBUTION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cotton. Centre and South: cocoa.</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PEASANT FARMING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lsa_cmrfarm.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small family farm.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PEASANT FARMING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peasant farming.</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PEASANT FARMING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plots, family labour, simple tools, mixed food and cash crops.</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PLANTATIONS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usa_banana.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banana plantation.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PLANTATIONS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plantation agriculture.</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PLANTATIONS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estates, one crop, many paid workers, much capital, for export.</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LIVESTOCK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f2t_cattle.jpg">    </p:cNvPr>
          <p:cNvPicPr>
            <a:picLocks noChangeAspect="1"/>
          </p:cNvPicPr>
          <p:nvPr/>
        </p:nvPicPr>
        <p:blipFill>
          <a:blip r:embed="rId1"/>
          <a:stretch>
            <a:fillRect/>
          </a:stretch>
        </p:blipFill>
        <p:spPr>
          <a:xfrm>
            <a:off x="2018433" y="1691640"/>
            <a:ext cx="8152085"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Cattle.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LIVESTOCK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cattle reared in Cameroon? Why?</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LIVESTOCK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Adamawa and the north: grasslands and fewer tsetse flies.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 PROBLEMS AND CHANGES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usa_coffe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Harvesting coffee.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 PROBLEMS AND CHANGES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agriculture and one change since independence.</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 PROBLEMS AND CHANGES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Problems: poor roads, low prices. Change: agro-industrial companies and second-generation agriculture.</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Agricultural Development and Change in Cameroon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Agricultural Systems and Patterns of Cameroon</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1: Agricultural Development and Change in Cameroon</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Peasant farming: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small-scale family farming with simple tools.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Plantation: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large estate growing one cash crop for export.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Second-generation agriculture: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Cameroon's policy to modernise and industrialise farming.</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Systems and their Distribution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Peasant farming: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produces most food crops and much cocoa and coffee. Farms are small and use family labour and hoes.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Plantations: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CDC, PHP and SOCAPALM grow banana, palm, rubber and tea in the South-West and Littoral. They use much capital and paid workers.</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Systems and their Distribution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Livestock: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Traditional herding dominates in the Adamawa and the north. Modern ranches and poultry farms are growing.</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Factors, Problems and Changes (1/3)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Factors: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Climate, soils, relief, markets and history explain the pattern. Colonial plantations were set on fertile volcanic soils.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Problems: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Droughts, poor soils, pests and floods are physical problems. Poor roads, storage, credit, land tenure and low prices are human problems.</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Factors, Problems and Changes (2/3)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Changes and solutions: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Research (IRAD), cooperatives, SODECOTON and irrigation schemes improved farming. Second-generation agriculture aims at mechanisation and processing.</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Factors, Problems and Changes (3/3)</a:t>
            </a:r>
            <a:endParaRPr lang="en-US" sz="3600" dirty="0"/>
          </a:p>
        </p:txBody>
      </p:sp>
      <p:pic>
        <p:nvPicPr>
          <p:cNvPr id="13" name="Image 0" descr="/home/claude/f4/img/v2/cmr_agri_big.png">    </p:cNvPr>
          <p:cNvPicPr>
            <a:picLocks noChangeAspect="1"/>
          </p:cNvPicPr>
          <p:nvPr/>
        </p:nvPicPr>
        <p:blipFill>
          <a:blip r:embed="rId1"/>
          <a:stretch>
            <a:fillRect/>
          </a:stretch>
        </p:blipFill>
        <p:spPr>
          <a:xfrm>
            <a:off x="1568196" y="1691640"/>
            <a:ext cx="905256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map.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peasant farming and plantation agriculture in Cameroon.</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Peasant: small plots, family labour, food crops. Plantation: large estates, paid labour, export crops.</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agriculture in Cameroon.</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low prices, pests (also drought, credit, storage).</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CDC runs ______ in the South-West.</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Cotton is grown in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Most cattle are in the ______.</a:t>
            </a:r>
            <a:endParaRPr 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farming map of Cameroon and write one crop per region.</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Further Study 2: Management of Forest Resources.</a:t>
            </a:r>
            <a:endParaRPr lang="en-US" sz="4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Plantation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plantation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Peasant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paysan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Livestock</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L'élevage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Cooperative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coopérative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Cocoa</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cacao</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Cotton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coton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Geography of Cameroon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Further Study 1: Agricultural Development and Change in Cameroon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Describe the characteristics and systems of agriculture in Cameroon. Explain the factors and impacts of these systems. Explain the problems, solutions and changes since independence.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describe the agricultural systems of Cameroon and explain their problems and changes.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Peasant farming, Plantation, Second-generation agriculture; II. Systems and their Distribution: Peasant farming, Plantations, Livestock; III. Factors, Problems and Changes: Factors, Problems, Changes and solutions.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Draw the farming map of Cameroon and write one crop per region.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6 (Economic Geography).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“Cameroon - UN Women's Gender Road Project” by UN Women Gallery, CC BY-NC-ND 2.0, via Flickr (https://www.flickr.com/photos/51431730@N04/46914753474)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“Banana Plantation” by AfricaTravelAssociation, CC BY 2.0, via Flickr (https://www.flickr.com/photos/65134942@N06/8164706151)</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“Fulani cattle breed of West Africa” by International Livestock Research Institute, CC BY-NC-SA 2.0, via Flickr (https://www.flickr.com/photos/7155605@N03/48125675226)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“Harvesting coffee, Cameroon” by jbdodane, CC BY-NC 2.0, via Flickr (https://www.flickr.com/photos/27998473@N02/11590251453)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2026-09-26T20:31:26Z</dcterms:created>
  <dcterms:modified xsi:type="dcterms:W3CDTF">2026-09-26T20:31:26Z</dcterms:modified>
</cp:coreProperties>
</file>