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Agricultural Development and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Agricultural Systems and Patterns of Cameroon. The key notions we shall use today are: peasant farming, plantation, livestock, CDC, SODECOTON, second-generation agriculture. At the end, you should be able to do this: learners are able to describe the agricultural systems of Cameroon and explain their problems and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Impacts of Agriculture on the Environment. The question was: List farming practices in your area that harm or protect the environment.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Harmful practices: bush burning, cultivating on steep slopes without terraces, overgrazing. Protective practices: using manure, planting trees, contour ridges, crop rotation.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and systems of agriculture in Cameroon. Number 2: explain the factors and impacts of these systems. Number 3: explain the problems, solutions and changes since independence.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grows cocoa, coffee, cotton and bananas. Farming systems are intensive or extensive.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South-West, the CDC runs huge plantations of banana, palm and rubber. Nearby, peasant farmers grow cassava and cocoa on small plots with hoes. In the Adamawa, herders keep cattle on open grassland.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has very different farming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system uses large estates and many workers?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plantation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system is most common?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Peasant (small-scale)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modernise agriculture in Cameroon while supporting small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farming of our own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farming regions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crop of the North and the main crop of the Centre and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North: cotton. Centre and South: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small family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characteristics of peasant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 plots, family labour, simple tools, mixed food and cash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banana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characteristics of plantation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 estates, one crop, many paid workers, much capital, for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most cattle reared in Cameroon?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Adamawa and the north: grasslands and fewer tsetse flies.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harvested coffee beans.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agriculture and one change since independence.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Problems: poor roads, low prices. Change: agro-industrial companies and second-generation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of Agriculture in Cameroon. Agriculture in Cameroon has the following characteristics. On this slide we have Types and importance.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of Agriculture in Cameroon. On this slide we have Productivity.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agricultural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Systems of Agriculture. The main systems and their characteristics are. On this slide we have Peasant crop production.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Systems of Agriculture. On this slide we have Modern plantations.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Systems of Agriculture. On this slide we have Livestock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Problems and Changes. Agriculture is influenced and has changed as follows. On this slide we have Factors of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Problems and Changes.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Problems and Changes. On this slide we have Changes since independence.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the Agricultural Systems. The systems have the following impacts. On this slide we have On the economy and communities.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the Agricultural Systems. On this slide we have On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peasant farming and plantation agriculture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peasant: small plots, family labour, food crops. Plantation: large estates, paid labour, export crops.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problems of agriculture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poor roads, low prices, pests (also drought, credit, storage).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plantations; number 2, North; number 3,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farming map of Cameroon and write one crop per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Management of Forest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1: AGRICULTURAL DEVELOPMENT AND CHANGE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Agricultural Development and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 and Patterns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Agricultural Development and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Peasant farming, plantation, livestock, CDC, SODECOTON, second-generation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and importance of agriculture; peasant, plantation and livestock systems and their factors; impacts; problems and solutions; changes since independence.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agricultural systems of Cameroon and explain their problems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Impacts of Agriculture on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farming practices in your area that harm or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Harmful practices: bush burning, cultivating on steep slopes without terraces, overgrazing. Protective practices: using manure, planting trees, contour ridges, crop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systems of agriculture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impacts of these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solutions and changes since independence.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cocoa, coffee, cotton and bananas.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systems are intensive or extensive.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South-West, the CDC runs huge plantations of banana, palm and rubber. Nearby, peasant farmers grow cassava and cocoa on small plots with hoes. In the Adamawa, herders keep cattle on open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very different farming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system uses large estates and many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plantation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system is most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Peasant (small-scale)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Modernise agriculture in Cameroon while supporting small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farming of our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farming regions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crop of the North and the main crop of the Centre and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cotton. Centre and South: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PEASANT CROP PRODUCTION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small family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PEASANT CROP PRODUCTION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peasant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PEASANT CROP PRODUCTION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plots, family labour, simple tools, mixed food and cash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PLANTATION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anan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banana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PLANTATION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plantation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PLANTATION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estates, one crop, many paid workers, much capital,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LIVESTOCK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LIVESTOCK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cattle reared in Cameroon?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LIVESTOCK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Adamawa and the north: grasslands and fewer tsetse flies.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CHANGES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off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Harvested coffee beans.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CHANGES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agriculture and one change since independence.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CHANGES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Problems: poor roads, low prices. Change: agro-industrial companies and second-generation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Agricultural Systems and Patterns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Agricultural Development and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of Agriculture in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in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and 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farming is small-scale peasant farming, with some large plantations and livestock ranches. It employs most rural people and provides food and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of Agriculture in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are low because of simple tools, few inputs and poor roads. Cameroon is nevertheless a food basket for Central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of Agriculture in Cameroon</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agricultural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Systems of Agriculture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systems and their characteristics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Peasant crop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family farms (1–3 ha) with hoes and family labour grow food crops and some cash crops. Examples are cocoa in the Centre and South, coffee in the West and cotton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Systems of Agriculture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plantations: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estates owned by companies (CDC, SOCAPALM, PHP) grow one crop with paid workers, machines and fertilisers. They produce bananas, rubber, oil palm and tea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Systems of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Livestock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nomadic and semi-nomadic herding of zebu cattle dominates the Adamawa and North. Modern ranches (SODEPA) and poultry farms near towns are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Problems and Changes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is influenced and has changed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soils, relief, markets, colonial history and government policy explain where each system is found. The humid south grows tree crops, the dry north cereals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Problems and Changes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prices, poor roads, old farmers, pests and lack of credit reduce production. Land conflicts and insecurity also affect some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Problems and Changes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Changes since independence: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agencies (SODECOTON, SEMRY, SODECAO), agro-industrial complexes and the liberalisation of markets have changed farming. Young farmers now use improved seeds and new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systems have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economy and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provides employment, export revenue and food, and raises living standards where prices are good. Plantations create jobs and towns but may take land from villagers.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plantations and overgrazing cause deforestation, soil erosion and loss of biodiversity. Chemicals from plantations can pollute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peasant farming and plantation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Peasant: small plots, family labour, food crops. Plantation: large estates, paid labour, export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low prices, pests (also drought, credit,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CDC runs ______ in the South-West.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Cotton is grown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cattle are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farming map of Cameroon and write one crop per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paysan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Cocoa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cacao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Cotton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Agricultural Development and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and systems of agriculture in Cameroon. Explain the factors and impacts of these systems. Explain the problems, solutions and changes since independence.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agricultural systems of Cameroon and explain their problems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General Characteristics of Agriculture in Cameroon; Systems of Agriculture; Factors, Problems and Changes; Impacts of the 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farming map of Cameroon and write one crop per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family farm.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CDC and PHP.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transhumance.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“Banana Plantation” by AfricaTravelAssociation, CC BY 2.0, via Flickr (https://www.flickr.com/photos/65134942@N06/8164706151)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“Harvesting coffee, Cameroon” by jbdodane, CC BY-NC 2.0, via Flickr (https://www.flickr.com/photos/27998473@N02/11590251453)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2026-09-27T10:08:13Z</dcterms:created>
  <dcterms:modified xsi:type="dcterms:W3CDTF">2026-09-27T10:08:13Z</dcterms:modified>
</cp:coreProperties>
</file>