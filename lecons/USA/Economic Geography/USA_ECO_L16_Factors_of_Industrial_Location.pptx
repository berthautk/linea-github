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Factors of Industrial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Asia.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old and new industrial areas.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local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source 2. labour 3. agglomeration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of Industrial Location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Factors of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materials, market, power, transport, labour, capital, land, environment, human choice.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and complex nature of factors; economic factors; land and environment; other factors (patriotism, human choice).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factors that influence industrial 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economic factors of industrial location.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land and environmental factors.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factors change over time.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choose optimum locations.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costs rise with distance.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businessman wants to build a biscuit factory. He must choose between Douala (port, market, many workers but congested) and a smaller town (cheap land but few workers and poor roads).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businessman must weigh many factors.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advantages of Douala.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market and the port.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of the small town.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Cheap land and less congestion.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factory locations are chosen.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cation_facto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Location factors.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economic factors of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materials, market, power, transport (also labour, capital).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container ship.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many industries locate near ports?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import raw materials and export products cheaply.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text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Textile workers.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clothing factories move to countries with cheap labour?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ECONOMIC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Labour is their largest cost.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LAND AND ENVIRONMENT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tech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Skilled workers in a high-tech firm.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LAND AND ENVIRONMENT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modern industries prefer pleasant environments?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LAND AND ENVIRONMENT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attract skilled workers and have space to expand.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factory_work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570" y="1691640"/>
            <a:ext cx="814981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Factory workers.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personal choice influence location?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owner may build in his home town (patriotism) or where he likes to live.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Factors of Industrial Location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Factors of Industrial Location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Location factor: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that affects where a factory is built.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Agglomeration: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grouping of firms in one place to share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Economic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Raw materials and power: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Heavy, perishable materials pull factories to their source. Cheap power attracts energy-hungry industries.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Market and 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 markets attract consumer industries. Ports, railways and roads reduce costs.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Economic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Labour and capital: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Cheap or skilled labour attracts different industries. Banks and investors are found in big cities.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Factors and Change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Land and environment: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need cheap, flat land with space to expand. Pleasant, uncongested towns attract modern firms.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Human choice: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Patriotism, tradition and personal preference also matter. Governments influence location too.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Factors and Change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Changing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Improved transport and technology reduce the pull of raw materials. Today markets and labour matter more.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four factors of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materials, market, transport, labour (also power, capital, land).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factors change over time?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transport and technology change costs; markets and labour become more important.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Heavy, perishable materials pull factories to their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Clothing firms seek cheap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Grouping of firms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the best site for a biscuit factory in Cameroon and justify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Government Policy and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main-d'œuvre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Factors of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economic factors of industrial location. Explain land and environmental factors. Explain why factors change over time.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factors that influence industrial location.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Location factor, Agglomeration; II. Economic Factors: Raw materials and power, Market and transport, Labour and capital; III. Other Factors and Change: Land and environment, Human choice, Changing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the best site for a biscuit factory in Cameroon and justify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“General Photos: Turkmenistan” by Asian Development Bank, CC BY-NC-ND 2.0, via Flickr (https://www.flickr.com/photos/58037435@N08/8800569339)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“Knight-Crane Convergence Lab” by Knight Foundation, CC BY-SA 2.0, via Flickr (https://www.flickr.com/photos/9133668@N08/6242015734)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“Photo by USAID East Africa” by U.S. Agency for International Development, CC0 1.0, via rawpixel (https://www.rawpixel.com/image/4051097/image-public-domain-person-building)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2026-09-26T20:31:27Z</dcterms:created>
  <dcterms:modified xsi:type="dcterms:W3CDTF">2026-09-26T20:31:27Z</dcterms:modified>
</cp:coreProperties>
</file>