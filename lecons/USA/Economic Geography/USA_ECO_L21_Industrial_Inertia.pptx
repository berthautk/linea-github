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21: Industrial Inertia.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define inertia.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give other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inertia 2. sunk 3.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ECONOMIC GEOGRAPHY  —  LESSON 21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Industrial Inertia</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21: Industrial Inertia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Industrial inertia, geographical momentum, sunk costs, skilled labour.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examples, reasons and implications of industrial inertia.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industries stay where they are after their original advantages disappear.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industrial inertia.</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Give examples.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its reasons and implications.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Steel works were built on coalfields.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Coal in some areas has run out.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Sheffield in England still makes special steel although its coal and iron ore ran out long ago. The factory owners say moving would cost too much and they would lose their skilled workers.</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industry stays although its original advantages are gone.</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called?</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inertia.</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stay?</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is costly and skilled workers are there.</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industrial patterns change slowly.</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usa_steel.jpg">    </p:cNvPr>
          <p:cNvPicPr>
            <a:picLocks noChangeAspect="1"/>
          </p:cNvPicPr>
          <p:nvPr/>
        </p:nvPicPr>
        <p:blipFill>
          <a:blip r:embed="rId1"/>
          <a:stretch>
            <a:fillRect/>
          </a:stretch>
        </p:blipFill>
        <p:spPr>
          <a:xfrm>
            <a:off x="2018433" y="1691640"/>
            <a:ext cx="8152085"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steel works.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inertia?</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survival of an industry in a place after its original advantages have gone.</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EXAMPLES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iron_steel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Changing location of steel.</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EXAMPLES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industrial inertia.</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EXAMPLES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Special steel in Sheffield (England).</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2t_factory_workers.jpg">    </p:cNvPr>
          <p:cNvPicPr>
            <a:picLocks noChangeAspect="1"/>
          </p:cNvPicPr>
          <p:nvPr/>
        </p:nvPicPr>
        <p:blipFill>
          <a:blip r:embed="rId1"/>
          <a:stretch>
            <a:fillRect/>
          </a:stretch>
        </p:blipFill>
        <p:spPr>
          <a:xfrm>
            <a:off x="2019570" y="1691640"/>
            <a:ext cx="8149812"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Skilled workers.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industrial inertia.</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labour and the high cost of moving buildings and machines.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linkag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Linkages.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linkages keep an industry in place?</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Suppliers, customers and services are all nearby.</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IMPLICATIONS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usa_carfactory.jpg">    </p:cNvPr>
          <p:cNvPicPr>
            <a:picLocks noChangeAspect="1"/>
          </p:cNvPicPr>
          <p:nvPr/>
        </p:nvPicPr>
        <p:blipFill>
          <a:blip r:embed="rId1"/>
          <a:stretch>
            <a:fillRect/>
          </a:stretch>
        </p:blipFill>
        <p:spPr>
          <a:xfrm>
            <a:off x="2018433" y="1691640"/>
            <a:ext cx="8152085"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modern factory.</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IMPLICATIONS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inertia.</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IMPLICATIONS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keeps jobs. Disadvantage: the firm may become uncompetitive.</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Industrial Inertia</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Industrial Structure and Changes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Industrial Structure and Changes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Industrial Inertia</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Industrial inertia: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tendency of an industry to stay in a place after the original reasons for its location have gone.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Sunk costs: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money already invested in buildings and machines that cannot be recovered.</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Examples and Reasons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Examples: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Special steel in Sheffield and cutlery industries remain after coal and ore ran out. Old textile towns keep some mills.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Reasons: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Moving buildings and machines is very costly. Skilled workers, linkages and reputation keep firms in place.</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Examples and Reasons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Government help: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Subsidies may keep industries to save jobs. Tradition and local pride also matter.</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Implications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Advantages: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Jobs and skills are kept, and the region avoids sudden decline. Infrastructure keeps being used.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Disadvantages: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Firms may pay higher costs and lose competitiveness. In the end many close anyway.</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industrial inertia and give an example.</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industry staying after its location advantages have gone; Sheffield steel.</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industrial inertia.</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 of moving and skilled labour (also linkages, reputation).</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An industry staying after its advantages go shows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Money already invested is ______ costs.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Sheffield is known for ______.</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old industry in Cameroon that stayed in its place and explain why.</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22: New Trends in Manufacturing.</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Inertia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L'inertie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Skilled labour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main-d'œuvre qualifiée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coût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Tradition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tradition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Competitive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Compétitif</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Closure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fermeture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Industrial Structure and Changes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21: Industrial Inertia</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industrial inertia. Give examples. Explain its reasons and implications.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why some industries stay where they are after their original advantages disappear.</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Industrial inertia, Sunk costs; II. Examples and Reasons: Examples, Reasons, Government help; III. Implications: Advantages, Disadvantages.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Find an old industry in Cameroon that stayed in its place and explain why.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6 (Economic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“Belval steel works, Luxembourg, May 1995” by sludgegulper, CC BY-SA 2.0, via Flickr (https://www.flickr.com/photos/28179929@N08/4991135732)</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“Photo by USAID East Africa” by U.S. Agency for International Development, CC0 1.0, via rawpixel (https://www.rawpixel.com/image/4051097/image-public-domain-person-building)</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2026-09-26T20:31:27Z</dcterms:created>
  <dcterms:modified xsi:type="dcterms:W3CDTF">2026-09-26T20:31:27Z</dcterms:modified>
</cp:coreProperties>
</file>