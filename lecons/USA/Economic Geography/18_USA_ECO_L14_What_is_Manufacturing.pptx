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What is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Nature of Manufacturing Industries, and the sub-topic is Nature of Manufacturing Industries. The key notions we shall use today are: industry, manufacturing, primary, secondary, tertiary, quaternary, heavy industry, light industry, industrial system. At the end, you should be able to do this: learners are able to classify industries and describe the industrial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4: Management of Water Resources in Cameroon. The question was: Describe how water is used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water from the Benue and boreholes is used for drinking, washing, watering gardens, brick-making, fishing and irrigating rice around Lagdo.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manufacturing industry. Number 2: classify industries. Number 3: describe the industrial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Raw materials come from farms, mines and forests. A system has inputs, processes and outputs.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a brewery turns maize, water and malt into beer; in Garoua, CICAM turns cotton into cloth. A learner asks what makes these activities "manufacturing".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define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factories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change raw materials into finished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To which sector do they belong?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secondary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local processing of raw materials to create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industry, a key driver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bottling line in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Changing raw materials into finished goods in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economic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To which sector do farming, factories and banks belong?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Primary, secondary and tertiary.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heavy and light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bulky raw materials and products (steel). Light: small goods (clothes,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factory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and two outputs of a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raw materials, labour. Outputs: products,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feedback in an industrial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Profits are reinvested in new machines and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of Manufacturing. Manufacturing can be understood as follows. On this slide we have Manufacturing.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Manufacturing. On this slide we have Classification by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Manufacturing. On this slide we have Other classifications.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industries.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Industrial (Manufacturing) System. A factory works as a system.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Industrial (Manufacturing) System. On this slide we have Processes and outputs and Feedback.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industrial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heavy and light industry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steel, shipbuilding. Light: clothing, electronics.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economic sectors.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secondary; number 2, heavy; number 3, quaternary.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factory in your area as a system.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WHAT IS MANUFACTURING?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What is Manufacturing?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What is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Industry, manufacturing, primary, secondary, tertiary, quaternary, heavy industry, light industry,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of industries; the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industries and describe the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4: Management of Water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water is used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water from the Benue and boreholes is used for drinking, washing, watering gardens, brick-making, fishing and irrigating rice around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manufacturing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industrial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Raw materials come from farms, mines and forests.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system has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a brewery turns maize, water and malt into beer; in Garoua, CICAM turns cotton into cloth. A learner asks what makes these activities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define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factories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change raw materials into finished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sector do they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local processing of raw materials to create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industry, a key driver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bottling line in 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raw materials into finished goods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economic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sector do farming, factories and banks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and tertiary.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raw materials and products (steel). Light: small goods (clothes,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ia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factory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raw materials, labour. Outputs: products,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feedback in an industrial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are reinvested in new machines and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Nature of Manufacturing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Nature of Manufacturing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Manufacturing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Manufacturing: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transformation of raw materials or parts into finished goods, usually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by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industries extract resources, secondary industries manufacture goods, tertiary industries give services and quaternary industries deal with research and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classifications: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industries use bulky raw materials and produce bulky goods (steel, ships); light industries produce small goods (clothes, electronics). Industries can also be classed as raw-material, market or footloose.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factory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energy, labour, capital, land and transport enter the factory. Knowledge and management are also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Processing, assembling, packaging and storing are the processes. Outputs are finished products, profits, wages and waste.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Feedback: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are reinvested in new machines and research. Losses may lead to closure.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a:t>
            </a:r>
            <a:endParaRPr lang="en-US" sz="3600" dirty="0"/>
          </a:p>
        </p:txBody>
      </p:sp>
      <p:pic>
        <p:nvPicPr>
          <p:cNvPr id="4" name="Image 0" descr="/home/claude/f4/img/v2/industria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industrial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industry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steel, shipbuilding. Light: clothing,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economic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Manufacturing belongs to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Steel making is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Research belongs to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factory in your area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Finished good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 fini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Assembly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L'assemblage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Nature of Manufacturing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What is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manufacturing industry. Classify industries. Describe the industrial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industries and describe the industrial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of Manufacturing; The Industrial (Manufacturing)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factory in your area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factories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sort jobs by sector.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system.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CICAM.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2026-09-29T03:13:10Z</dcterms:created>
  <dcterms:modified xsi:type="dcterms:W3CDTF">2026-09-29T03:13:10Z</dcterms:modified>
</cp:coreProperties>
</file>