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30: The Taaffe, Morrill and Gould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read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first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last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it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1963 2. penetration 3.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LESSON 30</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Taaffe, Morrill and Gould Model</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Transport Network Development Theories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30: The Taaffe, Morrill and Gould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Model, penetration line, feeder route, interconnection, high-priority link.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Taaffe, Morrill and Gould (1963) model of network development; the four stages and the factors at each stage; 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State the assumptions of the model.</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its four stages.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Apply and criticise the model using Cameroon.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Networks grow over time.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colonial railway joined Douala to the interior.</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modern routes in Cameroon were railways from Douala into the interior built by the Germans. Later, roads joined other towns to these lines. Today, towns are linked by many roads.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explain how the network grew.</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routes start?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coast (ports).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after the first lines?</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Feeder roads and interconnections.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the growth of transport networks in developing countries.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MODEL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taaff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four stages of the model.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MODEL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was the model first developed?</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MODEL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studies of Ghana and Nigeria in West Africa (1963).</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STAGES 1 AND 2</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por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port.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STAGES 1 AND 2</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STAGES 1 AND 2</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scattered small ports. Stage 2: lines of penetration join some ports to the interior.</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STAGES 3 AND 4</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taaff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Feeder routes and interconnection.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STAGES 3 AND 4</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STAGES 3 AND 4</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feeder roads join the lines. Stage 4: routes interconnect and main links form.</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APPLICATION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cmr_transport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Main routes of Cameroon.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APPLICATION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fits the Douala–Ngaoundéré railway?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APPLICATION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2: a line of penetration from the port to the interior.</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CRITICISMS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trai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train.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CRITICISMS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CRITICISMS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air and political factors, and not all ports grow the same way.</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Taaffe, Morrill and Gould Model</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Transport Network Development Theories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The Taaffe, Morrill and Gould Model</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Model: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simplified picture of reality used to explain it.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Line of penetration: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main route from a port into the interior.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Feeder route: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small route that joins a main line.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Four Stages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Stage 1: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Small scattered ports trade with nearby areas only. There are few links inland.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Stage 2: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Lines of penetration join some ports to mines, farms or towns inland. These ports grow fast.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Stage 3: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Feeder routes develop along the main lines. Nodes grow at junctions.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Four Stages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Stage 4: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Links interconnect and high-priority main routes form. The network becomes well connected.</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Four Stages (3/3)</a:t>
            </a:r>
            <a:endParaRPr lang="en-US" sz="3600" dirty="0"/>
          </a:p>
        </p:txBody>
      </p:sp>
      <p:pic>
        <p:nvPicPr>
          <p:cNvPr id="13" name="Image 0" descr="/home/claude/f4/img/v2/taaff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four stages.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Evaluation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Strengths: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model is simple and fits many former colonies. It shows the role of ports and resources.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Weaknesses: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ignores air transport and political choices. Real networks do not always follow the stages.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four stages of the model.</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Scattered ports, penetration lines, feeder routes, interconnection.</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as port, railway as penetration line, roads as feeders, national roads as interconnection.</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model was built in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route from a port inland is a line of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Small roads joining main lines are ______ routes.</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Further Study 6: Transport Development in Cameroon.</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modèle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Stage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L'étape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Port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port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Interior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L'intérieur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Feeder road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route secondaire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Main road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route principale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Transport Network Development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30: The Taaffe, Morrill and Gould Model</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State the assumptions of the model. Describe its four stages. Apply and criticise the model using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Model, Line of penetration, Feeder route; II. The Four Stages: Stage 1, Stage 2, Stage 3, Stage 4; III. Evaluation: Strengths, Weaknesses.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a sketch showing how the road network of your region developed.</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2026-09-26T20:31:29Z</dcterms:created>
  <dcterms:modified xsi:type="dcterms:W3CDTF">2026-09-26T20:31:29Z</dcterms:modified>
</cp:coreProperties>
</file>