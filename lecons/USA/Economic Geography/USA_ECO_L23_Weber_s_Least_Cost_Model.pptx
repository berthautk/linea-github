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23: Weber's Least-Cost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triangle.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calculate 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explain the critical isodapane.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criticisms.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market 2. isodapane 3. least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ECONOMIC GEOGRAPHY  —  LESSON 23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Weber's Least-Cost Model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6: Understanding and managing the dynamics of economic activities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 of Industrial 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 of Industrial Location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23: Weber's Least-Cost 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Weber, least-cost location, material index, locational triangle, isodapane, labour, agglomeration.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 and assumptions; the material index; location factors (transport, labour, agglomeration); applicability and criticisms.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Weber's model and assess it.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aim and assumptions of Weber's model.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material index and the location triangle.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labour and agglomeration and assess the model.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costs affect location.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lose weight when processed.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sugar mill is built next to the cane fields at Mbandjock, while a soft drink factory is built in Douala. A learner asks if there is a rule for choosing the cheapest location.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Industries choose different least-cost locations.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sugar mill near the cane?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Cane is heavy and loses weight when processed.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model explains this?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Weber's least-cost model.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a classic theory of industrial location.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ASSUMPTIONS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savan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17691"/>
            <a:ext cx="11640312" cy="427417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flat plain.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ASSUMPTIONS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assumptions of Weber's model.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ASSUMPTIONS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plain; transport cost depends on weight and distance (also fixed markets and materials).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LOCATION TRIANGLE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web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Weber's location triangle.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LOCATION TRIANGLE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the least-cost location?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LOCATION TRIANGLE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total transport cost of materials and product is lowest.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MATERIAL INDEX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mi_tab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 index examples.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MATERIAL INDEX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sugar mill uses 8 t of cane to make 1 t of sugar. Where should it be?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MATERIAL INDEX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= 8 &gt; 1, so near the cane fields.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LABOUR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isodapan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Isodapanes and cheap labour.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LABOUR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will a firm move to a cheap-labour town?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LABOUR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When labour savings are greater than extra transport costs.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CRITICISMS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usa_techp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Skilled workers in a modern firm.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CRITICISMS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criticisms of Weber's model.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CRITICISMS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costs are less important today; it ignores demand and government.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Weber's Least-Cost Model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Theories of Industrial Location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Theories of Industrial Location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23: Weber's Least-Cost Model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Least-cost location: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place where total production and transport costs are lowest.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 index (MI):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weight of localised materials divided by the weight of the product.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Isodapane: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line joining places with equal extra transport cost.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Model (1909)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Aim and assumptions: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Weber sought the least-cost location for a factory. He assumed a uniform plain, fixed markets and materials, and transport cost rising with weight and distance.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Material index: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MI &gt; 1, the factory locates near raw materials. If MI &lt; 1, it locates near the market.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The Model (1909)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Labour and agglomeration: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firm moves to cheap labour if savings exceed extra transport cost (critical isodapane). Agglomeration savings can also pull firms together.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Applicability and Criticisms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Applicability: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explains heavy industries like sugar, cement and steel. The material index is still useful.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Criticisms: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Transport costs are lower today and not proportional to distance. It ignores demand, government and human choice.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Applicability and Criticisms (2/2)</a:t>
            </a:r>
            <a:endParaRPr lang="en-US" sz="3600" dirty="0"/>
          </a:p>
        </p:txBody>
      </p:sp>
      <p:pic>
        <p:nvPicPr>
          <p:cNvPr id="13" name="Image 0" descr="/home/claude/f4/img/v2/web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triangle and MI rule.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MI &gt; 1 mean?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materials lose weight, so the factory locates near raw materials.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criticisms of Weber's model.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overstates transport cost; it ignores demand and government.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 &lt; 1 means locate near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line of equal extra transport cost is an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Weber sought the ______-cost location.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the MI of two industries and state their best location.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Practical Work 3: Material Index and Isodapanes.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cost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moindre coût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 index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L'indice matière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Triangle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triangle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poids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Isodapane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L'isodapane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cost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coût de la main-d'œuvre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Theories of Industrial Location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23: Weber's Least-Cost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the aim and assumptions of Weber's model. Explain the material index and the location triangle. Explain labour and agglomeration and assess the model.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Weber's model and assess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Least-cost location, Material index (MI), Isodapane; II. The Model (1909): Aim and assumptions, Material index, Labour and agglomeration; III. Applicability and Criticisms: Applicability, Criticisms.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 the MI of two industries and state their best location.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6 (Economic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“Blue Wildebeest in the Lowveld” by Martin_Heigan, CC BY-NC-ND 2.0, via Flickr (https://www.flickr.com/photos/97303475@N00/2089079933)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“Knight-Crane Convergence Lab” by Knight Foundation, CC BY-SA 2.0, via Flickr (https://www.flickr.com/photos/9133668@N08/6242015734)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2026-09-26T20:31:27Z</dcterms:created>
  <dcterms:modified xsi:type="dcterms:W3CDTF">2026-09-26T20:31:27Z</dcterms:modified>
</cp:coreProperties>
</file>