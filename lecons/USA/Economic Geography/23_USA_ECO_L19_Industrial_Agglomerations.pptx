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19: Industrial Agglomerations.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agglomeration, industrial region, AICs, NICs, Asian tigers, economies of scale, external economies. At the end, you should be able to do this: learners are able to describe the main industrial regions of the world and explain agglomeration.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The Changing Nature of Industrial Location. The question was: Explain why many clothes sold in Cameroon are made in Asia.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Many clothes are made in Asia because labour is cheap, factories are large and efficient, governments support exports, and container shipping makes transport to Cameroon cheap.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industrial agglomeration. Number 2: describe the main industrial zones and groups of countries. Number 3: explain the causes, advantages and disadvantages of agglomeration and the weak industry of LEDCs.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Industries group in cities. Manufacturing has shifted to Asia.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Douala, factories, banks, suppliers and the port are close together. Around the world, industry is concentrated in North America, Europe and East Asia, while Africa has few factories.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Industry is concentrated in few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grouping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Industrial agglomeration.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Africa have few factories?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Lack of capital, technology, skills and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develop industrial zones in Cameroon while controlling their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industry concentrates and why Africa is little industrialised.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industrial agglomeration?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grouping of many industries in one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main industrial regions of the world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old industrial regions and two newly industrialising countries.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 USA and Western Europe; China and South Korea.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car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advantages of agglomeration.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Shared services and suppliers (external economies), and a pool of skilled labour.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traffic congestion.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disadvantages of agglomeration.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Congestion and pollution (also high land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workers in a textile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there few manufacturing industries in most LEDCs?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Lack of capital, skills, power, markets and good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Global Industrial Zones. Industrial agglomerations can be understood as follows. On this slide we have Industrial agglomeration.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Global Industrial Zones. On this slide we have Main global zones and groups.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Global Industrial Zones. On this slide we have Newly industrialised countries (NICs) include the Asian Tigers (South Korea, Taiwan, Singapore, Hong Kong), the "dragon" economies and China, the "factory of the world"..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world industrial zones.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Advantages and Disadvantages. Agglomerations form and have effects as follows. On this slide we have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Advantages and Disadvantages. On this slide we have Advantages and Disadvantages.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Why Few Manufacturing Industries in the Developing World. LEDCs have few industries because of. On this slide we have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Why Few Manufacturing Industries in the Developing World. On this slide we have Historical and political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advantages and two disadvantages of industrial agglomeration.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advantages: shared services, skilled labour. Disadvantages: congestion, pollution.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LEDCs have few manufacturing industries?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capital, skills, power and markets (also colonial history).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agglomeration; number 2, factory; number 3, tiger.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most industries of Cameroon are in Douala.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Measuring Industrial Agglomeration: The Location Quotient.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19: INDUSTRIAL AGGLOMERATIONS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 Agglomerations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19: Industrial Agglomerations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Agglomeration, industrial region, AICs, NICs, Asian tigers, economies of scale, external economies.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main world industrial zones and groups (AICs, NICs, tigers, dragons, workshop economies); factors; advantages and disadvantages; why few industries in the developing world.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main industrial regions of the world and explain agglomeration.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The Changing Nature of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many clothes sold in Cameroon are made in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clothes are made in Asia because labour is cheap, factories are large and efficient, governments support exports, and container shipping makes transport to Cameroon cheap.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industrial agglomeration.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industrial zones and groups of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advantages and disadvantages of agglomeration and the weak industry of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Industries group in cities.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Manufacturing has shifted to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 factories, banks, suppliers and the port are close together. Around the world, industry is concentrated in North America, Europe and East Asia, while Africa has few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Industry is concentrated in few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grouping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Africa have few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skills and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 industrial zones in Cameroon while controlling their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industry concentrates and why Africa is little industrialised.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industrial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grouping of many industries in one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GLOBAL INDUSTRIAL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industry_worl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industrial regions of the world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GLOBAL INDUSTRIAL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old industrial regions and two newly industrialising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GLOBAL INDUSTRIAL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 USA and Western Europe; China and South Korea.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car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Shared services and suppliers (external economies), and a pool of skilled labour.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Traffic congestion.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disadvantages of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Congestion and pollution (also high land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WHY FEW INDUSTRIES IN LEDCs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ext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in a textile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WHY FEW INDUSTRIES IN LEDCs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few manufacturing industries in most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WHY FEW INDUSTRIES IN LEDCs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skills, power, markets and good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Industrial Agglomerations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Industrial Zones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 agglomerations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agglomeration: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concentration of many industries in one area. Douala–Bonabéri is the main agglomeration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Industrial Zones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global zones and groups: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Advanced industrial countries (AICs) include the USA, Western Europe and Japan.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Industrial Zones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Newly industrialised countries (NICs) include the Asian Tigers (South Korea, Taiwan, Singapore, Hong Kong), the "dragon" economies and China, the "factory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Global Industrial Zones</a:t>
            </a:r>
            <a:endParaRPr lang="en-US" sz="3600" dirty="0"/>
          </a:p>
        </p:txBody>
      </p:sp>
      <p:pic>
        <p:nvPicPr>
          <p:cNvPr id="4" name="Image 0" descr="/home/claude/f4/img/v2/industry_worl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world industrial zones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Advantages and Disadvantages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Agglomerations form and have effects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Ports, raw materials, markets, labour, capital and infrastructure attract the first industries. Others follow to benefit from services and linkages.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Advantages and Disadvantages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Firms share services, suppliers, skilled labour and transport (external economies). Costs fall and ideas spread.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Congestion, pollution, high land prices and wages develop (diseconomies of scale). Other regions are left behind.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Why Few Manufacturing Industries in the Developing World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LEDCs have few industries because of:</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skilled labour and reliable energy limits industry. Local markets are small because incomes are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Why Few Manufacturing Industries in the Developing World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Historical and political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Colonial economies exported raw materials and imported manufactured goods. Corruption, instability and competition from cheap imports discourage investors.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and two disadvantages of industrial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Advantages: shared services, skilled labour. Disadvantages: congestion,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LEDCs have few manufacturing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skills, power and markets (also colonial history).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grouping of industries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China is called the ______ of the world.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South Korea is an Asian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most industries of Cameroon are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Measuring Industrial Agglomeration: The Location Quotient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Agglomeration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concentration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Industrial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Newly industrialising country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pays nouvellement industrialisé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Congestion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congestion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Supplier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fournisseur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Skilled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Qualifié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19: Industrial Agglomerations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industrial agglomeration. Describe the main industrial zones and groups of countries. Explain the causes, advantages and disadvantages of agglomeration and the weak industry of LEDCs.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main industrial regions of the world and explain agglomeration.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Global Industrial Zones; Factors, Advantages and Disadvantages; Why Few Manufacturing Industries in the Developing World.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most industries of Cameroon are in Douala.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industries in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them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advantages.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disadvantages.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“General Photos: Turkmenistan” by Asian Development Bank, CC BY-NC-ND 2.0, via Flickr (https://www.flickr.com/photos/58037435@N08/8800569339)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2026-09-29T03:13:11Z</dcterms:created>
  <dcterms:modified xsi:type="dcterms:W3CDTF">2026-09-29T03:13:11Z</dcterms:modified>
</cp:coreProperties>
</file>