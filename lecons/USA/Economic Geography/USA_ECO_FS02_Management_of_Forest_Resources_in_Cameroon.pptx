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Further Study 2: Management of Forest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the forest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list stakeholders.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list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discuss illegal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list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concession 2. non-timber 3. reserve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UPPER SIXTH ARTS  —  ECONOMIC GEOGRAPHY  —  FURTHER STUDY 2</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Management of Forest Resources in Cameroon</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Upper Sixth Arts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Forest Resources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Further Study 2: Management of Forest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Forest concession, logging, non-timber forest products, reserve, sustainable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Types and distribution; resources and ownership; exploitation and stakeholders; uses; problems; impacts; environmental role; conservation and reserves.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describe the forest resources of Cameroon and propose ways to manage them sustainably.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types, distribution and resources of Cameroon's forests.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their exploitation and its impacts.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conservation and management measures.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Rainforest covers the south and east.</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Deforestation increases erosion.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day, trucks carry logs from the East Region to the port of Douala. Villagers collect bush mango, honey and medicines in the same forests. Some areas have become protected reserves.</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are used by many people and must be protected.</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 logs go?</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Douala for export or to sawmills.</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bush mango and honey?</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Non-timber forest products.</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manage one of Cameroon's richest resources.</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DISTRIBUTION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cmr_forest_big.png">    </p:cNvPr>
          <p:cNvPicPr>
            <a:picLocks noChangeAspect="1"/>
          </p:cNvPicPr>
          <p:nvPr/>
        </p:nvPicPr>
        <p:blipFill>
          <a:blip r:embed="rId1"/>
          <a:stretch>
            <a:fillRect/>
          </a:stretch>
        </p:blipFill>
        <p:spPr>
          <a:xfrm>
            <a:off x="1568196" y="1691640"/>
            <a:ext cx="9052560"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Forests and protected areas (simplified).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DISTRIBUTION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main forests of Cameroon?</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DISTRIBUTION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South, East, Centre, Littoral and South-West.</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EXPLOITATION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2t_logging_truck.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Logs on a truck.</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EXPLOITATION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stakeholders in forest exploitation.</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EXPLOITATION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logging companies and local communities (also NGOs).</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usa_sawmill.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Logs at a sawmill.</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uses of forest products.</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fuelwood and non-timber products (food, medicines).</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PROBLEMS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f2t_charcoal.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Charcoal from forest wood.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PROBLEMS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over-exploitation.</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PROBLEMS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and loss of animals (also illegal logging).</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CONSERVATION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f2t_tree_planting.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Planting trees.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CONSERVATION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conservation measures.</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CONSERVATION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Protected areas (Dja, Lobéké) and reforestation (also the 1994 forestry law, community forests).</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Management of Forest Resources in Cameroon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Geography of Cameroon</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Forest Resources of Cameroon</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2: Management of Forest Resources in Cameroon</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Forest concession: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an area of forest given to a company to exploit for a fixed period.</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Non-timber forest products: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They are products from forests other than wood, such as fruits, honey and medicines.</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Community forest: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forest managed by a village community.</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Resources and Exploitation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Types and resources: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Dense rainforest, montane forest and mangroves cover about 40 % of Cameroon. They contain valuable timber like sapele and ayous and many animals.</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Resources and Exploitation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Exploitation: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Large companies log concessions in the East and South, and small operators cut locally. Logs go to sawmills and to Douala and Kribi for export.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Uses and impacts: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Forests give timber, fuelwood, food, medicines, jobs and taxes. Logging opens roads but causes deforestation and poaching.</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Management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Problems: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Poor roads limit exploitation in some areas, while others are over-exploited. Illegal logging and slash-and-burn farming destroy forests.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Environmental role: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Forests protect soils, regulate climate and store carbon. They shelter wildlife.</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Management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Measures: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1994 forestry law, community forests, reserves and reforestation promote sustainable use. Reserves like Dja and Korup protect biodiversity.</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uses of Cameroon's forests.</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fuelwood, non-timber products (also jobs, taxes).</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measures to manage forests sustainably.</a:t>
            </a:r>
            <a:endParaRPr 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Protected areas, reforestation, community forests (also forestry law).</a:t>
            </a:r>
            <a:endParaRPr lang="en-US" sz="4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An area of forest given to a company is a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Honey and bush mango are ______ forest products.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Dja is a forest ______.</a:t>
            </a:r>
            <a:endParaRPr lang="en-US" sz="3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forest products used in your home.</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11: Energy Resources.</a:t>
            </a:r>
            <a:endParaRPr lang="en-US" sz="4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Forest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forêt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Logging</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L'exploitation forestière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Timber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bois d'œuvre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Concession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concession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Reserve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réserve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Poaching</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braconnage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Geography of Cameroon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Further Study 2: Management of Forest Resources in Cameroon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Describe the types, distribution and resources of Cameroon's forests. Explain their exploitation and its impacts. Explain conservation and management measures.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describe the forest resources of Cameroon and propose ways to manage them sustainably.</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Forest concession, Non-timber forest products, Community forest; II. Resources and Exploitation: Types and resources, Exploitation, Uses and impacts; III. Management: Problems, Environmental role, Measures.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List forest products used in your home.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30 min | Board summary (copying) 30 min | Evaluation, remediation 10 min | Homework, logbook 9 min | Spare 5 min</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Sixth Forms (Lower &amp; Upper Sixth), MINESEC/IGE/IP-SS, August 2019 — Module 6 (Economic Geography).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“Logging truck, Cameroon” by World Resources, CC BY-NC-SA 2.0, via Flickr (https://www.flickr.com/photos/26107309@N05/4764354366)</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“CBCF Project, Yogyakarta” by CIFOR, CC BY-NC-ND 2.0, via Flickr (https://www.flickr.com/photos/45423546@N07/35977173724)</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4: “Charcoal, made from tree branches” by World Bank Photo Collection, CC BY-NC-ND 2.0, via Flickr (https://www.flickr.com/photos/10816734@N03/25644159775)</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2026-09-26T20:31:26Z</dcterms:created>
  <dcterms:modified xsi:type="dcterms:W3CDTF">2026-09-26T20:31:26Z</dcterms:modified>
</cp:coreProperties>
</file>