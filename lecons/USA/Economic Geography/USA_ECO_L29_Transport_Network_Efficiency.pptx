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29: Transport Network Efficiency.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define efficiency.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indices.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who pays.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find a detour on a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read the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connectivity 2. user 3. negative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ECONOMIC GEOGRAPHY  —  LESSON 29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Network Efficiency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6: Understanding and managing the dynamics of economic activities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Transport Network Development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Transport Network Efficiency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29: Transport Network Efficiency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Efficiency, connectivity, density, accessibility, network deviation, detour index.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Meaning; indices of efficiency (connectivity, density, extent, rate of flow, fineness, flexibility, technology); connectivity (meaning, user and builder costs, network deviations); factors.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the efficiency of networks and the factors of connectivity.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network efficiency and connectivity.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indices of efficiency.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user and builder costs and the factors of connectivity.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network has nodes and links.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circuit network has loops.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 travel from Garoua to Bertoua, a driver must go round through Ngaoundéré because there is no direct road. The trip is long and costly.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network is not well connected.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extra distance called?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network deviation (detour).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can it be reduced?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By building a more direct link.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judge how well a transport network works.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network_term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simple network.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network efficiency?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well a network moves people and goods quickly and cheaply between places.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INDICES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beta_scal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Beta index and connectivity.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INDICES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three indices of network efficiency.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INDICES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Connectivity, density and rate of flow (also extent, fineness, flexibility).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USER AND BUILDER COSTS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usa_truc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Road transport.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USER AND BUILDER COSTS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Distinguish user cost and builder cost.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USER AND BUILDER COSTS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User cost: paid by travellers (time, fuel). Builder cost: paid to build and maintain routes.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NETWORK DEVIATIONS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2t_muddy_roa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difficult road.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NETWORK DEVIATIONS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routes deviate from straight lines?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NETWORK DEVIATIONS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 avoid mountains, swamps or to pass through towns (positive deviation).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cmr_transport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8196" y="1691640"/>
            <a:ext cx="90525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Main transport routes of Cameroon.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factors of connectivity in Cameroon.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Relief and level of development (also capital and history).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Transport Network Efficiency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Transport Network Development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Transport Network Efficiency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29: Transport Network Efficiency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Network efficiency: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how well a network moves people and goods quickly and cheaply.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Connectivity: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degree to which the nodes of a network are joined together.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Network deviation: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extra length of a route compared with a straight line.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Indices of Efficiency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Structure: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Connectivity, density (length per area) and extent measure the shape of a network. Fineness shows how closely links are spaced.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Use: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Rate of flow and flexibility measure traffic and choice of routes. Technology such as tarred roads also raises efficiency.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Indices of Efficiency (2/2)</a:t>
            </a:r>
            <a:endParaRPr lang="en-US" sz="3600" dirty="0"/>
          </a:p>
        </p:txBody>
      </p:sp>
      <p:pic>
        <p:nvPicPr>
          <p:cNvPr id="13" name="Image 0" descr="/home/claude/f4/img/v2/beta_scal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three networks.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Connectivity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User and builder costs: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Users want direct links that save time and fuel. Builders want few short links that cost less to build.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Deviations: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Negative deviations avoid obstacles like hills and swamps. Positive deviations go through towns to collect traffic.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Connectivity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Factors: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Relief, size and shape of region, population, development, capital and technology affect connectivity. Politics and history also play a role.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Define connectivity and give two indices of efficiency.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degree to which nodes are joined; density and rate of flow.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Distinguish positive and negative deviation.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Positive: to pass through towns. Negative: to avoid obstacles.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degree to which nodes are joined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Costs paid by travellers are ______ costs.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detour around a hill is a ______ deviation.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Measure the straight-line and road distances between two towns and find the detour index.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Practical Work 5: Measuring Network Efficiency.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Efficiency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L'efficacité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Density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densité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Detour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détour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flux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constructeur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L'usager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Transport Network Development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29: Transport Network Efficiency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network efficiency and connectivity. Describe the indices of efficiency. Explain user and builder costs and the factors of connectivity.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the efficiency of networks and the factors of connectivity.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Network efficiency, Connectivity, Network deviation; II. Indices of Efficiency: Structure, Use; III. Connectivity: User and builder costs, Deviations, Factors.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 the straight-line and road distances between two towns and find the detour index.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6 (Economic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“Traveling by truck” by World Bank Photo Collection, CC BY-NC-ND 2.0, via Flickr (https://www.flickr.com/photos/10816734@N03/2628517227)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“Cameroon - UN Women's Gender Road Project” by UN Women Gallery, CC BY-NC-ND 2.0, via Flickr (https://www.flickr.com/photos/51431730@N04/40672356003)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2026-09-26T20:31:28Z</dcterms:created>
  <dcterms:modified xsi:type="dcterms:W3CDTF">2026-09-26T20:31:28Z</dcterms:modified>
</cp:coreProperties>
</file>