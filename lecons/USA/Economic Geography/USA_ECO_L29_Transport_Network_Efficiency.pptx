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Lst>
  <p:notesMasterIdLst>
    <p:notesMasterId r:id="rId6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notesMaster" Target="notesMasters/notesMaster1.xml"/><Relationship Id="rId61" Type="http://schemas.openxmlformats.org/officeDocument/2006/relationships/presProps" Target="presProps.xml"/><Relationship Id="rId62" Type="http://schemas.openxmlformats.org/officeDocument/2006/relationships/viewProps" Target="viewProps.xml"/><Relationship Id="rId63" Type="http://schemas.openxmlformats.org/officeDocument/2006/relationships/theme" Target="theme/theme1.xml"/><Relationship Id="rId6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29: Transport Network Efficiency.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Transport Network Development, and the sub-topic is Transport Network Efficiency. The key notions we shall use today are: efficiency, connectivity, density, accessibility, network deviation, detour index. At the end, you should be able to do this: learners are able to explain the efficiency of networks and the factors of connectivity.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28: Transport Networks. The question was: Draw the main road network of your region and count its nodes and links.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Draw each town as a dot (node) and each road between two towns as a line (link), then count them. Example: 7 towns and 8 roads give 7 nodes and 8 links.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network efficiency and connectivity. Number 2: describe the indices of efficiency. Number 3: explain user and builder costs and the factors of connectivity.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A network has nodes and links. A circuit network has loops.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To travel from Garoua to Bertoua, a driver must go round through Ngaoundéré because there is no direct road. The trip is long and costly.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network is not well connected.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the extra distance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network deviation (detour).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How can it be reduced?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By building a more direct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improve connectivity to reduce the cost and time of travel.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judge how well a transport network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a simple network.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network efficiency?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How well a network moves people and goods quickly and cheaply between places.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beta index and connectivity.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Name three indices of network efficiency.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Connectivity, density and rate of flow (also extent, fineness, flexibility).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road transport.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Distinguish user cost and builder cost.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User cost: paid by travellers (time, fuel). Builder cost: paid to build and maintain routes.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difficult road.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do routes deviate from straight lines?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 avoid mountains, swamps or to pass through towns (positive deviation).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main transport routes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factors of connectivity in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Relief and level of development (also capital and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Network Efficiency. Network efficiency can be defined as follows. On this slide we have Network efficiency.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of Network Efficiency. On this slide we have Connectivity.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Indices of Transport Efficiency. The efficiency of a network is measured by the following indices. On this slide we have Connectivity and density.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Indices of Transport Efficiency. On this slide we have Extent and fineness and Rate of flow and flexibility.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Indices of Transport Efficiency. On this slide we have Technological characteristics.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beta index and connectivity.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User and Builder Costs. Two types of route connectivity are distinguished. On this slide we have User-optimal network.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User and Builder Costs. On this slide we have Builder-optimal network.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Network Deviations. Routes deviate from straight lines in two ways. On this slide we have Negative deviation.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Network Deviations. On this slide we have Positive deviation.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Factors of Connectivity. Connectivity depends on the following factors. On this slide we have Physical factors.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of Connectivity. On this slide we have Human factors.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Define connectivity and give two indices of efficiency.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degree to which nodes are joined; density and rate of flow.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Distinguish positive and negative deviation.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positive: to pass through towns. Negative: to avoid obstacles.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connectivity; number 2, user; number 3, negative.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Measure the straight-line and road distances between two towns and find the detour index.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Practical Work 5: Measuring Transport Network Efficiency.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29: TRANSPORT NETWORK EFFICIENCY</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29</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Transport Network Efficiency</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Transport Network Development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Transport Network Efficiency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29: Transport Network Efficiency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Efficiency, connectivity, density, accessibility, network deviation, detour index.</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indices of efficiency (connectivity, density, extent, rate of flow, fineness, flexibility, technology); connectivity (meaning, user and builder costs, network deviations); factors.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the efficiency of networks and the factors of connectivity.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28: Transport Networks):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main road network of your region and count its nodes and links.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each town as a dot (node) and each road between two towns as a line (link), then count them. Example: 7 towns and 8 roads give 7 nodes and 8 links.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network efficiency and connectivity.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indices of efficiency.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user and builder costs and the factors of connectivity.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 network has nodes and links.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 circuit network has loops.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travel from Garoua to Bertoua, a driver must go round through Ngaoundéré because there is no direct road. The trip is long and costly.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network is not well connected.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extra distance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network deviation (detour).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it be reduced?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By building a more direct link.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Improve connectivity to reduce the cost and time of travel.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judge how well a transport network works.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NETWORK EFFICIENCY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network_term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simple network.</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NETWORK EFFICIENCY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network efficiency?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NETWORK EFFICIENCY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well a network moves people and goods quickly and cheaply between places.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INDICES OF EFFICIENCY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beta_sca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Beta index and connectivity.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INDICES OF EFFICIENCY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indices of network efficiency.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INDICES OF EFFICIENCY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Connectivity, density and rate of flow (also extent, fineness, flexibility).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USER AND BUILDER COSTS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truck.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Road transport.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USER AND BUILDER COSTS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user cost and builder cost.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USER AND BUILDER COSTS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User cost: paid by travellers (time, fuel). Builder cost: paid to build and maintain routes.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NETWORK DEVIATIONS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muddy_roa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difficult road.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NETWORK DEVIATIONS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routes deviate from straight lines?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NETWORK DEVIATIONS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avoid mountains, swamps or to pass through towns (positive deviation).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 OF CONNECTIVITY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cmr_transport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Main transport routes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 OF CONNECTIVITY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factors of connectivity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 OF CONNECTIVITY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Relief and level of development (also capital and history).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Transport Network Development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Transport Network Efficiency</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29: Transport Network Efficiency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Network Efficiency</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Network efficiency can be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Network efficiency: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how well a network moves people and goods quickly and cheaply between places. An efficient network has direct links and few detours.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Network Efficiency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Connectivity: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degree to which the nodes of a network are joined together. The higher the connectivity, the more routes between places.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Indices of Transport Efficiency</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efficiency of a network is measured by the following indices: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Connectivity and density: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Connectivity is measured by the beta index (links ÷ nodes). Density is the length of routes per square kilometre.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Indices of Transport Efficiency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Extent and fineness: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Extent is the total area served by the network. Fineness shows how closely the links are spaced.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Rate of flow and flexibility: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Rate of flow measures the traffic moving along the links. Flexibility is the choice of alternative routes when one is blocked.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Indices of Transport Efficiency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Technological characteristics: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Tarred roads, double tracks and modern vehicles raise speed and capacity. Poor technology lowers efficiency even in a dense network.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Indices of Transport Efficiency</a:t>
            </a:r>
            <a:endParaRPr lang="en-US" sz="3600" dirty="0"/>
          </a:p>
        </p:txBody>
      </p:sp>
      <p:pic>
        <p:nvPicPr>
          <p:cNvPr id="4" name="Image 0" descr="/home/claude/f4/img/v2/beta_sca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beta index and connectivity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Transport Network Connectivity</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User and Builder Costs</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Two types of route connectivity are distinguished: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User-optimal network: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Users want direct links between all nodes to save time and fuel. Such a network is costly to build.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Transport Network Connectivity</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700" b="1" dirty="0">
                <a:solidFill>
                  <a:srgbClr val="990011"/>
                </a:solidFill>
                <a:latin typeface="Times New Roman" pitchFamily="34" charset="0"/>
                <a:ea typeface="Times New Roman" pitchFamily="34" charset="-122"/>
                <a:cs typeface="Times New Roman" pitchFamily="34" charset="-120"/>
              </a:rPr>
              <a:t>A) User and Builder Costs (continued)</a:t>
            </a:r>
            <a:endParaRPr lang="en-US" sz="27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Builder-optimal network: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Builders want the shortest total length of routes to save money. Such a network forces users to make detours.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Transport Network Connectivity</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Network Deviations</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Routes deviate from straight lines in two ways: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Negative deviation: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detour to avoid obstacles such as mountains, swamps or lakes. It saves building costs but lengthens the journey.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Transport Network Connectivity</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100" b="1" dirty="0">
                <a:solidFill>
                  <a:srgbClr val="990011"/>
                </a:solidFill>
                <a:latin typeface="Times New Roman" pitchFamily="34" charset="0"/>
                <a:ea typeface="Times New Roman" pitchFamily="34" charset="-122"/>
                <a:cs typeface="Times New Roman" pitchFamily="34" charset="-120"/>
              </a:rPr>
              <a:t>B) Network Deviations (continued)</a:t>
            </a:r>
            <a:endParaRPr lang="en-US" sz="31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Positive deviation: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detour to pass through towns and collect more traffic. It increases the use of the route.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Transport Network Connectivity</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C) Factors of Connectivity</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Connectivity depends on the following factors: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Physical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Mountains, rivers and swamps reduce connectivity. The size and shape of a region also affect the length of links.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Transport Network Connectivity</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C) Factors of Connectivity (continued)</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Human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Dense population, a high level of development, capital and technology increase connectivity. Politics and history, such as colonial routes, also shape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connectivity and give two indices of efficiency.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degree to which nodes are joined; density and rate of flow.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positive and negative deviation.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Positive: to pass through towns. Negative: to avoid obstacles.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degree to which nodes are joined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Costs paid by travellers are ______ costs.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detour around a hill is a ______ deviation.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Measure the straight-line and road distances between two towns and find the detour index.</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5: Measuring Transport Network Efficiency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Efficiency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L'efficacité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Density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densité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Detour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détour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Flow</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flux</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Builder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constructeur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User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L'usager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Transport Network Development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29: Transport Network Efficiency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network efficiency and connectivity. Describe the indices of efficiency. Explain user and builder costs and the factors of connectivity.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the efficiency of networks and the factors of connectivity.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Network Efficiency; Indices of Transport Efficiency; User and Builder Costs; Network Deviations; Factors of Connectivity.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Measure the straight-line and road distances between two towns and find the detour index.</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define efficiency.</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list indices.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 who pays.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find a detour on a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read the map.</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“Traveling by truck” by World Bank Photo Collection, CC BY-NC-ND 2.0, via Flickr (https://www.flickr.com/photos/10816734@N03/2628517227)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“Cameroon - UN Women's Gender Road Project” by UN Women Gallery, CC BY-NC-ND 2.0, via Flickr (https://www.flickr.com/photos/51431730@N04/40672356003)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58</Slides>
  <Notes>58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58</vt:i4>
      </vt:variant>
    </vt:vector>
  </HeadingPairs>
  <TitlesOfParts>
    <vt:vector size="6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2026-09-27T10:08:17Z</dcterms:created>
  <dcterms:modified xsi:type="dcterms:W3CDTF">2026-09-27T10:08:17Z</dcterms:modified>
</cp:coreProperties>
</file>