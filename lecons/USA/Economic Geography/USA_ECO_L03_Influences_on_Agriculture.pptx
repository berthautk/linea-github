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Influences on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physical factors, human factors, economic factors, cultural factors, government policy, subsidy. At the end, you should be able to do this: learners are able to explain the factors that influence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What is Agriculture?. The question was: Describe the agricultural landscape around your village or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around Garoua the landscape has large cotton and maize fields, small groundnut plots, grazing land with cattle, and irrigated rice and vegetable gardens along the Benue.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physical factors of agriculture. Number 2: explain the human (economic and cultural) factors. Number 3: explain how and why governments influence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Crops need suitable climate and soils. Farmers sell crops in markets.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Cotton grows in the North of Cameroon but not in the South; tea grows on the cool highlands; pigs are rare in some northern areas. The government gives cotton farmers seeds and fertiliser.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Different factors decide what farmers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cotton grow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a hot climate with a dry season for harvesting.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pigs rare in some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Religion (a cultural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methods adapted to the physical, economic and political conditions of 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farming differs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three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groups of influences 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human and government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relief affect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are cooler (tea, arabica coffee); steep slopes need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markets affect what farmers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grow what sells well near good markets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cultural factor of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Religion, food habits or tradition (e.g. herding among the Mbororo).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governments influence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Subsidies for seeds and fertiliser, and research and extension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Influences on Agriculture. Physical factors set the limits of farming.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Influences on Agriculture. On this slide we have Relief and soils and Biotic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influences on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Influences on Agriculture. Human factors decide what farmers actually do.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Influences on Agriculture. On this slide we have Cultural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Influences. Governments influence agriculture as follows. On this slide we have How.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Influences. On this slide we have Why.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two human factors of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climate, soils. Human: markets,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governments help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food security, export earnings and rural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subsidy; number 2, cultural; number 3, biotic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crop grown in your area does well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Agriculture as a System and its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INFLUENCES ON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Influences on Agriculture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Influences on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Influences 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factors, human factors, economic factors, cultural factors, government policy, subsidy.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(climate, relief, soils, biotic); human (economic and cultural); government (how and why).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influence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What is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around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around Garoua the landscape has large cotton and maize fields, small groundnut plots, grazing land with cattle, and irrigated rice and vegetable gardens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(economic and cultural)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and why governments influence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need suitable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sell crops in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grows in the North of Cameroon but not in the South; tea grows on the cool highlands; pigs are rare in some northern areas. The government gives cotton farmers seeds and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Different factors decide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grow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a hot climate with a dry season for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pigs rare in some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Religion (a cultural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methods adapted to the physical, economic and political conditions of 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farming differs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fluen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government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affect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(tea, arabica coffee); steep slopes need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markets affect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what sells well near good markets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cultural factor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Religion, food habits or tradition (e.g. herding among the Mbororo).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governments influence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Subsidies for seeds and fertiliser, and research and extension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factors set the limits of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rainfall and the length of the growing season decide which crops can grow. Cocoa needs a hot, wet climate, while sorghum and cotton tolerate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favours machines and large farms, while steep slopes need terraces. Fertile volcanic and alluvial soils give high yields.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Pests, diseases, weeds and tsetse flies reduce production. Tsetse flies limit cattle in the humid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a:t>
            </a:r>
            <a:endParaRPr lang="en-US" sz="3600" dirty="0"/>
          </a:p>
        </p:txBody>
      </p:sp>
      <p:pic>
        <p:nvPicPr>
          <p:cNvPr id="4" name="Image 0" descr="/home/claude/f4/img/v2/influen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influences on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Influences on Agriculture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factors decide what farmers actually do: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Markets, prices, transport, capital and labour determine what is profitable. Farmers near towns grow vegetables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Influences on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Traditions, religion, land tenure and food habits influence farming. For example, the Fulani value cattle, and some groups do not eat pork.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Influences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influence agriculture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subsidies, loans, fertilisers, research, extension services, price control, quotas and land reform. SODECOTON supports cotton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Influences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ensure food security, increase exports and incomes, and reduce rural exodus. Governments also protect the environment and farmers from price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factors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climate, soils. Human: markets,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governments help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food security, export earnings and rural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given to farmers by the state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Religion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Pests are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Influences on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physical factors of agriculture. Explain the human (economic and cultural) factors. Explain how and why governments influence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influence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Influences on Agriculture; Human Influences on Agriculture; Government Influences.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crop grown in your area does well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highlands and lowlands.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prices.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SODECOTON.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2026-09-27T09:46:27Z</dcterms:created>
  <dcterms:modified xsi:type="dcterms:W3CDTF">2026-09-27T09:46:27Z</dcterms:modified>
</cp:coreProperties>
</file>