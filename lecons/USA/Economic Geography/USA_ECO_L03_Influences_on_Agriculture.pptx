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Influences on Agriculture.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three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highlands and lowlands.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prices.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SODECOTON.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subsidy 2. cultural 3. biotic (physical)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Influences on Agriculture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Agricultural 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Agricultural 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Influences on Agriculture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factors, human factors, economic factors, cultural factors, government policy, subsidy.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(climate, relief, soils, biotic); human (economic and cultural); government (how and why).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factors that influence farming.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physical factors of agriculture.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human (economic and cultural) factors.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and why governments influence agriculture.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need suitable climate and soils.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sell crops in markets.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Cotton grows in the North of Cameroon but not in the South; tea grows on the cool highlands; pigs are rare in some northern areas. The government gives cotton farmers seeds and fertiliser.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 factors decide what farmers grow.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cotton grow in the North?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needs a hot climate with a dry season for harvesting.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pigs rare in some areas?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Religion (a cultural factor).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farming differs from place to place.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nfluenc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groups of factors.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groups of influences on agriculture.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Physical, human and government factors.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tea_highlan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994" y="1691640"/>
            <a:ext cx="102769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 on cool highlands.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relief affect farming?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PHYSICAL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Highlands are cooler (tea, arabica coffee); steep slopes need terraces.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market.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markets affect what farmers grow?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grow what sells well near good markets and roads.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attle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cattle market.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cultural factor of agriculture.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HUMAN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Religion, food habits or tradition (e.g. herding among the Mbororo).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GOVERNMENT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fertilis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applying fertiliser.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GOVERNMENT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governments influence farming.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GOVERNMENT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Subsidies for seeds and fertiliser, and research and extension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Influences on Agriculture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Agricultural 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Agricultural 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Influences on Agriculture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Subsidy: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money given by the government to reduce costs for farmers.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Extension service: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advice and training given to farmers by specialists.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Physical and Human Factors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Climate and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rainfall and the length of the growing season decide which crops grow. Relief affects temperature, soil depth and the use of machines.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Soils and biotic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Fertile soils give high yields, and poor soils need fertiliser. Pests, diseases and weeds reduce production.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Physical and Human Factors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Economic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Markets, prices, capital, labour and transport decide what pays. Technology raises output.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Cultural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Religion, food habits and land tenure shape farming. Women do much of the food farming in Africa.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Government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Governments give subsidies, loans, quotas, research and land reform. They build roads, storage and irrigation.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Why: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want food security, export earnings and rural jobs. They also protect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physical and two human factors of agriculture.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Physical: climate, soils. Human: markets, capital.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governments help agriculture?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food security, export earnings and rural jobs.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Money given to farmers by the state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Religion is a ______ factor.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Pests are a ______ factor.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a crop grown in your area does well there.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Agriculture as a System.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Subsidy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subvention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marché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ravageur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tenure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régime foncier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Yield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rendement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Agricultural 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Influences on Agriculture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physical factors of agriculture. Explain the human (economic and cultural) factors. Explain how and why governments influence agriculture.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factors that influence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Subsidy, Extension service; II. Physical and Human Factors: Climate and relief, Soils and biotic factors, Economic factors, Cultural factors; III. Government: How, Why.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why a crop grown in your area does well there.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“Carlo in the tea” by luigig, CC BY 2.0, via Flickr (https://www.flickr.com/photos/51035803402@N01/3175986747)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“Discussing the price” by 10b travelling / Carsten ten Brink, CC BY-NC-ND 2.0, via Flickr (https://www.flickr.com/photos/77334245@N00/7313656038)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“Farmer applies fertilizer on his rice field” by IRRI Images, CC BY-NC-SA 2.0, via Flickr (https://www.flickr.com/photos/86712369@N00/5366605498)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2026-09-26T20:31:25Z</dcterms:created>
  <dcterms:modified xsi:type="dcterms:W3CDTF">2026-09-26T20:31:25Z</dcterms:modified>
</cp:coreProperties>
</file>