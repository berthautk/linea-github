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Modes of Transport. The key notions we shall use today are: transport, mode, head portage, road, rail, inland waterway, ocean transport, containerisation, air transport, pipeline, cable way. At the end, you should be able to do this: learners are able to describe the modes of transport, compare them and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Impacts of Manufacturing on the Environment. The question was: Name four means of transport used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Road (lorries, cars, motorbikes), rail, air and water (ships, canoes).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transport and classify its modes. Number 2: compare the advantages and disadvantages of each mode. Number 3: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Goods and people move from one place to another. Cameroon has roads, a railway, ports and airports.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in Garoua must send 20 tonnes of cotton to Douala. She can use a truck, the train from Ngaoundéré or a boat on the Benue in the rainy season. Each choice has a different cost and speed.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trader must choose the best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three modes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Road, rail and river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guide her choice?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Cost, speed, safety and the nature of the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most suitable mode of transport and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choose the best transport for people and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loaded pick-up on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and goods from one place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motorbike 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motorbike taxis.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they reach places cars cannot. Disadvantage: many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Carrying goods in standard metal boxes that move easily between ships, trains and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aircraft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goods travel by air,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 valuable or perishable goods like flowers and medicines, because air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advantages and disadvantages of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rail better than road for heavy goods over long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carries large loads cheaply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Transport and its elements can be defined as follows. On this slide we have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Mode of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Containerisation.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Transport. Land transport takes the following forms. On this slide we have Head portage.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Road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Rail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Transport. Water transport is of two types. On this slide we have Inland water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Transport. On this slide we have Ocean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and Other Modes. Air and other modes of transport are described as follows. On this slide we have Air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Pipelines.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Rope ways and cable ways.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advantages and disadvantages of the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Importance of Transport. Transport is important for the following reasons. On this slide we have Economic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Importance of Transport. On this slide we have Social and political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and one disadvantage of road and rail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road: door to door, but costly over long distances. Rail: heavy loads, but fixed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 of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links markets, creates jobs and helps national unity.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portage; number 2, air; number 3,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mode to carry cattle from Ngaoundéré to Yaoundé and justify your choice.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Calculating and Illustrating Transport Costs.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Modes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mode, head portage, road, rail, inland waterway, ocean transport, containerisation, air transport, pipeline, cable way.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land, water, air and other modes (characteristics, factors of development, advantages and disadvantages); general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Impacts of Manufacturing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means of transport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(lorries, cars, motorbikes), rail, air and water (ships, 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transport and classify its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advantages and disadvantages of each mode.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and people move from one place to another.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roads, a railway,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in Garoua must send 20 tonnes of cotton to Douala. She can use a truck, the train from Ngaoundéré or a boat on the Benue in the rainy season. Each choice has a different cost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trader must choose the best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modes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rail and river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guide her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Cost, speed, safety and the nature of the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most suitable mode of transport and use it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choose the best transport for people and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loaded pick-up on 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and goods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Motorbike 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motorbike taxis.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they reach places cars cannot. Disadvantage: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Carrying goods in standard metal boxes that move easily between ships, trains and trucks.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ir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aircraft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goods travel by air,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valuable or perishable goods like flowers and medicines, because air is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Advantages and disadvantages of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rail better than road for heavy goods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large loads cheaply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Modes of Transport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and its elements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and goods from one place to another. It needs a route, a vehicle, a terminal and a source of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 of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means of transport, such as road, rail, water, air or pipeline. Each mode has its own characteristics, costs and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Containerisation: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of goods in standard metal boxes that move easily between ships, trains and trucks. It reduces handling costs, theft and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transport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Head portage: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carried on the head, back or by animals along footpaths. It is cheap and reaches remote villages, but it is slow and carries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flexible and gives a door-to-door service for short and medium distances. Its development depends on relief, capital and demand, but it is costly over long distances and causes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and bulky goods cheaply over long distances. It needs flat land and high capital, and its routes are fixed.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transport is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Inland water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navigable rivers, lakes and canals, such as the Rhine or the Benue. It is cheap for bulky goods, but rapids, waterfalls and low water in the dry season limit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most of world trade in tankers, bulk carriers and container ships. It is the cheapest mode over long distances, but it is slow and needs deep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Air and Other Modes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and other modes of transport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fastest mode and crosses mountains, seas and forests. It is very costly, carries small loads and needs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Pipelines: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oil, gas and water continuously and cheaply once built. Their building cost is high and they carry only liquids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Rope ways and cable 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people and goods across mountains and valleys. They are used in mines and ski resorts but carry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advantages and disadvantages of the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links raw materials, factories and markets and makes trade possible. It also creates jobs for drivers, mechanics and port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and political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people to reach schools, hospitals and tourist sites. It also promotes national unity and the defence of the territory.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road and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door to door, but costly over long distances. Rail: heavy loads, but fixed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markets, creates jobs and helps national 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Carrying loads on the head is head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fastest mode is ______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often carried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Pipeline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L'oléoduc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transport and classify its modes. Compare the advantages and disadvantages of each mode.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Land Transport; Water Transport; Air and Other Modes; General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mode to carry cattle from Ngaoundéré to Yaoundé and justify your choice.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ways people travel in your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motorbike taxis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container.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air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