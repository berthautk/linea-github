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2: Measuring Industrial Agglomeration: The Location Quotient.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Distribution of Industries, and the sub-topic is Distribution of Industries. The key notions we shall use today are: location quotient, concentration, employment data. At the end, you should be able to do this: learners are able to calculate and interpret the location quotient.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19: Industrial Agglomerations. The question was: Explain why most industries of Cameroon are in Douala.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Most industries of Cameroon are in Douala because of the port, the largest market, electricity from Edéa, the railway and roads, banks, skilled labour and the first colonial industries.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state the formula of the location quotient. Number 2: calculate LQ from data. Number 3: interpret LQ and give its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Industries concentrate in some regions. Percentages compare parts of a whole.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Ministry of Industry wants to know whether the textile industry is really concentrated in the North. It gives the class the number of textile workers and all workers in each region.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measure concentration.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index will they use?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location quotient.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does LQ &gt; 1 mean?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industry is concentrated in that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measure the concentration of industries with the location quotient.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measure the concentration of industries.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location quotients by region.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Write the formula of the location quotient.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LQ = (workers in the industry in the region ÷ all workers in the region) ÷ (workers in the industry in the country ÷ all workers in the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worked example.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Calculate the LQ of the Centre (2,000 textile workers out of 200,000).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(2,000 ÷ 200,000) ÷ (10,000 ÷ 500,000) = 0.01 ÷ 0.02 =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textile workers.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Interpret LQ = 3.0 for the North.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North has three times its fair share: the industry is strongly concentrated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industrial regions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can LQ results be shown on a map?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By a choropleth map shading regions by LQ.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factory workers.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advantage and one limit of LQ.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Advantage: simple and comparable. Limit: depends on data quality and region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Formula. The location quotient can be understood as follows. On this slide we have Location quotient (LQ).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Formula. On this slide we have Formula.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Application and Interpretation. LQ is applied and interpreted as follows. On this slide we have Application.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Application and Interpretation. On this slide we have Interpretation.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Application and Interpretation. On this slide we have Mapping.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location quotients by region.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Advantages and Disadvantages. The LQ has strengths and weaknesses. On this slide we have Advantages.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Advantages and Disadvantages. On this slide we have Disadvantages.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A region has 600 of 30,000 workers in brewing; the country has 2,000 of 400,000. Find LQ.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(600 ÷ 30,000) ÷ (2,000 ÷ 400,000) = 0.02 ÷ 0.005 = 4.0.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does LQ = 0.5 mean?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industry is under-represented in the region.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concentration; number 2, average; number 3, employment.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Calculate the LQ for each region using the table and draw a choropleth map.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20: Functional Linkages.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PRACTICAL WORK 2: MEASURING INDUSTRIAL AGGLOMERATION: THE LOCATION QUOTIENT</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Measuring Industrial Agglomeration: The Location Quotient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Distribution of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Distribution of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2: Measuring Industrial Agglomeration: The Location Quotient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quotient, concentration, employment data.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formula, application, interpretation, advantages and disadvantages of the location quotient.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calculate and interpret the location quotient.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19: Industrial Agglomerations):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why most industries of Cameroon are in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 industries of Cameroon are in Douala because of the port, the largest market, electricity from Edéa, the railway and roads, banks, skilled labour and the first colonial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State the formula of the location quotient.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LQ from data.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Interpret LQ and give its limits.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Industries concentrate in some regions.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Percentages compare parts of a whole.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Ministry of Industry wants to know whether the textile industry is really concentrated in the North. It gives the class the number of textile workers and all workers in each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measure concentration.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index will they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location quotient.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LQ &gt; 1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industry is concentrated in that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Measure the concentration of industries with the location quotient.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measure the concentration of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FORMULA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q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Location quotients by region.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FORMULA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the formula of the location quotient.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FORMULA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LQ = (workers in the industry in the region ÷ all workers in the region) ÷ (workers in the industry in the country ÷ all workers in the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APPLICATION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q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Worked example.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APPLICATION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LQ of the Centre (2,000 textile workers out of 200,000).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APPLICATION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(2,000 ÷ 200,000) ÷ (10,000 ÷ 500,000) = 0.01 ÷ 0.02 = 0.5.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INTERPRETATION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textil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Textile workers.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Interpret LQ = 3.0 for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North has three times its fair share: the industry is strongly concentrated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MAPPING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cmr_industry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Industrial regions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MAPPING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LQ results be shown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MAPPING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a choropleth map shading regions by LQ.</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ADVANTAGES AND DISADVANTAGES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factory_workers.jpg">    </p:cNvPr>
          <p:cNvPicPr>
            <a:picLocks noChangeAspect="1"/>
          </p:cNvPicPr>
          <p:nvPr/>
        </p:nvPicPr>
        <p:blipFill>
          <a:blip r:embed="rId1"/>
          <a:stretch>
            <a:fillRect/>
          </a:stretch>
        </p:blipFill>
        <p:spPr>
          <a:xfrm>
            <a:off x="2251442" y="1783080"/>
            <a:ext cx="76888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Factory workers.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ADVANTAGES AND DISADVANTAGES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limit of LQ.</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ADVANTAGES AND DISADVANTAGES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Advantage: simple and comparable. Limit: depends on data quality and region size.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Distribution of Industries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Distribution of Industries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Practical Work 2: Measuring Industrial Agglomeration: The Location Quotient</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Formula</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location quotient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Location quotient (LQ):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 index that compares the share of an industry in a region with its share in the whole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Formula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Formula: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LQ = (Ei ÷ E) ÷ (Ni ÷ N), where Ei is employment in the industry in the region, E total employment in the region, Ni employment in the industry in the country and N total employment in the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Application and Interpretation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LQ is applied and interpreted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Application: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Centre: (2,000 ÷ 200,000) ÷ (10,000 ÷ 500,000) = 0.01 ÷ 0.02 = 0.5. North: (3,000 ÷ 50,000) ÷ 0.02 = 3.0.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Application and Interpretation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Interpretation: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LQ &gt; 1 means the industry is concentrated in the region, LQ = 1 an average share and LQ &lt; 1 under-representation. An LQ of 3.0 shows strong concentration.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Application and Interpretation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Mapping: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results are shown on a choropleth map shading regions by LQ. This shows where industries are agglomerated.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Application and Interpretation</a:t>
            </a:r>
            <a:endParaRPr lang="en-US" sz="3600" dirty="0"/>
          </a:p>
        </p:txBody>
      </p:sp>
      <p:pic>
        <p:nvPicPr>
          <p:cNvPr id="4" name="Image 0" descr="/home/claude/f4/img/v2/lq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location quotients by region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Advantages and Disadvantages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LQ has strengths and weaknesses: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Advantages: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simple and allows comparison between regions and industries. It uses available employment data.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Advantages and Disadvantages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Disadvantages: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depends on accurate data and on how regions are drawn. It says nothing about output, firm size or technology.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region has 600 of 30,000 workers in brewing; the country has 2,000 of 400,000. Find LQ.</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(600 ÷ 30,000) ÷ (2,000 ÷ 400,000) = 0.02 ÷ 0.005 = 4.0.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LQ = 0.5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industry is under-represented in the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LQ &gt; 1 means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LQ = 1 means an ______ share.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LQ uses ______ data.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LQ for each region using the table and draw a choropleth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20: Functional Linkages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Quotient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quotient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Employment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L'emploi</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Share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part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Concentration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concentration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Data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données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Distribution of Industries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2: Measuring Industrial Agglomeration: The Location Quotient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State the formula of the location quotient. Calculate LQ from data. Interpret LQ and give its limits.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calculate and interpret the location quotient.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Formula; Application and Interpretation; Advantages and Disadvantages.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Calculate the LQ for each region using the table and draw a choropleth map.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write the formula.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calculate each region.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interpret each value.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shade a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limits.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“General Photos: Turkmenistan” by Asian Development Bank, CC BY-NC-ND 2.0, via Flickr (https://www.flickr.com/photos/58037435@N08/8800569339)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“Photo by USAID East Africa” by U.S. Agency for International Development, CC0 1.0, via rawpixel (https://www.rawpixel.com/image/4051097/image-public-domain-person-building)</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2026-09-29T12:18:57Z</dcterms:created>
  <dcterms:modified xsi:type="dcterms:W3CDTF">2026-09-29T12:18:57Z</dcterms:modified>
</cp:coreProperties>
</file>