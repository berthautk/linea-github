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Functional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linkage, backward linkage, forward linkage, horizontal linkage, diagonal linkage, multiplier effect. At the end, you should be able to do this: learners are able to explain industrial linkages and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Measuring Industrial Agglomeration: The Location Quotient. The question was: Calculate the LQ for each region using the table and draw a choropleth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Using the table: North LQ = 3.0 (concentrated), Coast = 1.0 (average), Centre = 0.5 (under-represented). The choropleth map shades the North darkest.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functional linkage. Number 2: distinguish types of linkages. Number 3: explain the significance of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group together. Factories need suppliers.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car factory needs steel, glass and tyres from other factories, and sells cars through dealers and garages. When the factory closed in a town, suppliers and garages also lost jobs.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these connections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Functional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suppliers lose jobs?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customer factory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build linkages between local firms to multiply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links between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backward and forward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backward and forward linkages.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Backward: links with suppliers. Forward: links with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car assembly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suppliers of a car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Steel, glass and tyre 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brewery bottling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forward linkage of a brewery.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Distributors, bars and shops that sell the drinks.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linked industries locate close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transport costs and deliver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multiplier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new industry creates more jobs in linked industries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Functional Linkages. Functional linkages can be understood as follows. On this slide we have Functional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Backward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Forward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Horizontal (common service) linkages.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backward and forward linkages.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Significance. Linkages exist for the following reasons and have the following significance. On this slide we have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backward and forward linkages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backward: supplier of tyres to a car factory. Forward: car dealer.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multiplier effect.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one new industry creates more jobs and income in linked activities.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backward; number 2, forward; number 3,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linkages of a factory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Industrial Inertia.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FUNCTIONAL LINKAGES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Functional Linkages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Functional Linkages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Linkage, backward linkage, forward linkage, horizontal linkage, diagonal linkage, multiplier effect.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linkages; reasons;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industrial linkages and their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Measuring Industrial Agglomeration: The Location Quotient):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for each region using the table and draw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North LQ = 3.0 (concentrated), Coast = 1.0 (average), Centre = 0.5 (under-represented). The choropleth map shades the North darkest.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functional linkage.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types of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significance of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group together.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suppliers.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car factory needs steel, glass and tyres from other factories, and sells cars through dealers and garages. When the factory closed in a town, suppliers and garages also lost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connections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suppliers lose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customer factory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linkages between local firms to multiply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links between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Backward and forward 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backward and forward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Backward: links with suppliers. Forward: links with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assembly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suppliers of a car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Steel, glass and tyre makers.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 bottling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forward linkage of a brewery.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Distributors, bars and shops that sell the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linked industries locate close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transport costs and deliver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multiplier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new industry creates more jobs in linked industries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Functional linkages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Functional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connections between industries that supply each other with materials, parts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Backward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a factory to its suppliers of raw materials and parts. A car factory depends on steel, glass and tyre makers.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Forward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a factory to the firms that use or sell its products. A brewery supplies distributors, bars and 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Horizontal (common service)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firms share services such as banks, repair shops and transport. This is common in industrial estates.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backward and forward 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Linkages exist for the following reasons and have the following significance: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Linked firms locate close together to reduce transport costs and delays. They share information, skilled labour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Linkages create agglomerations and a multiplier effect: one new factory creates jobs in many other firms. Closing one factory can also cause job losses in its suppliers.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backward and forward linkages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Backward: supplier of tyres to a car factory. Forward: car dealer.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multiplier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new industry creates more jobs and income in linked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Links with suppliers are ______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Links with customers are ______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activity creating others is the ______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linkages of a factory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Supplier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fournisseur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Multiplier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multiplicateur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pièces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Functional Linkages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functional linkage. Distinguish types of linkages. Explain the significance of linkages.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industrial linkages and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Functional Linkages; Reasons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linkages of a factory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suppliers.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customers.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with an example.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