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18: The Changing Nature of Industrial Location.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three boxes.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discuss technology.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find coastal steel works.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read the 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discuss consequences.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coalfields 2. coast 3. shift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UPPER SIXTH ARTS  —  ECONOMIC GEOGRAPHY  —  LESSON 18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Changing Nature of Industrial Location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Upper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6: Understanding and managing the dynamics of economic activities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Distribution of Industries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Distribution of Industries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18: The Changing Nature of Industrial Location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Industrial shift, relocation, iron and steel industry, coastal location, global shift.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Meaning; the case of iron and steel; factors and implications of changes.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why industrial locations change over time.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what a change in industrial location means.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changing location of iron and steel.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factors and implications.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 factors change over time.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industry used much coal.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the 1800s, steel works in Britain were built on coalfields. Today, the biggest steel works are on the coasts, and most steel is made in China.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Industries have moved to new places.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were steel works on coalfields?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used huge amounts of coal.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are they now on coasts?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import ore and coal by sea.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that industrial geography keeps changing.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iron_steel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changing location of iron and steel.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Describe the three stages of steel location.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Coalfields, then ore fields, then coasts.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IRON AND STEEL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usa_stee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433" y="1691640"/>
            <a:ext cx="8152085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steel works.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IRON AND STEEL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did steel works move from coalfields?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IRON AND STEEL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 coal was needed and local coal and ore ran out.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IRON AND STEEL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usa_contai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large ship.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IRON AND STEEL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are modern steel works on the coast?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IRON AND STEEL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import ore and coal by cheap bulk ships and export steel.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GLOBAL SHIFT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deindust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Manufacturing in the UK and China (approximate).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GLOBAL SHIFT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global shift in manufacturing?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GLOBAL SHIFT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move of factories from old industrial countries to Asia.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IMPLICATIONS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usa_carfactor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433" y="1691640"/>
            <a:ext cx="8152085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modern factory with robots.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IMPLICATIONS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one implication for old industrial regions.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IMPLICATIONS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Unemployment and derelict land (need for new industries).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Changing Nature of Industrial Location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Distribution of Industries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Distribution of Industries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18: The Changing Nature of Industrial Location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Industrial relocation: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movement of an industry to a new place.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Global shift: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movement of manufacturing from rich countries to Asia and other LEDCs.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The Case of Iron and Steel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Coalfield stage: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the 1800s steel works were on coalfields because coal was the heaviest input. Examples were South Wales and the Ruhr.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Ore field stage: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New methods used less coal, so some works moved to iron ore fields. Lorraine in France is an example.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The Case of Iron and Steel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Coastal stage: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Local resources ran out, and imported ore and coal came by sea. Modern works are at coastal sites like Dunkirk and Taranto.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Factors and Implications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Factors: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Exhaustion of resources, new technology, cheaper transport and cheap labour abroad cause change. Government policy also matters.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Implications for old regions: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Factories close, causing unemployment and derelict land. Regions must find new industries.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Factors and Implications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Implications for new regions: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NICs gain jobs and growth. They also face pollution and poor working conditions.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Factors and Implications (3/3)</a:t>
            </a:r>
            <a:endParaRPr lang="en-US" sz="3600" dirty="0"/>
          </a:p>
        </p:txBody>
      </p:sp>
      <p:pic>
        <p:nvPicPr>
          <p:cNvPr id="13" name="Image 0" descr="/home/claude/f4/img/v2/iron_steel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stages.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Explain the changing location of iron and steel.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From coalfields to ore fields to coasts, because of less coal use, exhaustion and cheap sea transport.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implications of industrial relocation.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Unemployment in old regions; growth in new regions.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Early steel works were on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Modern steel works are on the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move of factories to Asia is the global ______.</a:t>
            </a:r>
            <a:endParaRPr lang="en-US" sz="3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Explain why many clothes sold in Cameroon are made in Asia.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19: Industrial Agglomerations.</a:t>
            </a:r>
            <a:endParaRPr lang="en-US" sz="4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Relocation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délocalisation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Steel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L'acier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Coalfield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bassin houiller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Coast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côte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Shift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déplacement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Derelict land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friche industrielle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Distribution of Industries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18: The Changing Nature of Industrial Location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 what a change in industrial location means. Explain the changing location of iron and steel. Explain the factors and implications.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why industrial locations change over time.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Industrial relocation, Global shift; II. The Case of Iron and Steel: Coalfield stage, Ore field stage, Coastal stage; III. Factors and Implications: Factors, Implications for old regions, Implications for new regions.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 why many clothes sold in Cameroon are made in Asia.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6 (Economic 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“Belval steel works, Luxembourg, May 1995” by sludgegulper, CC BY-SA 2.0, via Flickr (https://www.flickr.com/photos/28179929@N08/4991135732)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“Container Ships @ Port of Oakland” by jdnx, CC BY 2.0, via Flickr (https://www.flickr.com/photos/21442511@N08/3464243881)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“rover 200 framing line” by spencer_cooper, CC BY-ND 2.0, via Flickr (https://www.flickr.com/photos/80889122@N06/7481166880)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2026-09-26T20:31:27Z</dcterms:created>
  <dcterms:modified xsi:type="dcterms:W3CDTF">2026-09-26T20:31:27Z</dcterms:modified>
</cp:coreProperties>
</file>