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The Changing Nature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industrial shift, relocation, iron and steel industry, coastal location, global shift. At the end, you should be able to do this: learners are able to explain why industrial locations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Government Policy and Industrial Location. The question was: Suggest how the government could attract industries to your region.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To attract industries to the North: build roads and electricity from Lagdo, give tax holidays and cheap land, create an industrial zone at Garoua, train workers and process local cotton, cattle and onions.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what a change in industrial location means. Number 2: explain the changing location of iron and steel. Number 3: explain the factors and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Location factors change over time. Heavy industry used much coal.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1800s, steel works in Britain were built on coalfields. Today, the biggest steel works are on the coasts, and most steel is made in China.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have moved to new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were steel works on coalfields?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used huge amounts of 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they now on coasts?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import ore and coal by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changes in industrial location and their effects on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that industrial geography keeps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changing location of iron and steel.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three stages of steel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Coalfields, then ore fields, then coasts.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did steel works move from coalfields?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coal was needed and local coal and ore ran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large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modern steel works on the coast?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import ore and coal by cheap bulk ships and export steel.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manufacturing in the UK and China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global shift in manufacturing?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move of factories from old industrial countries to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factory with robots.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implication for old industrial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Unemployment and derelict land (need for new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changing nature of industrial location can be understood as follows. On this slide we have Meaning.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Study: The Iron and Steel Industry. The location of iron and steel works has changed as follows. On this slide we have On coalfields (1800s).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Study: The Iron and Steel Industry. On this slide we have Near iron ore (early 1900s).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Study: The Iron and Steel Industry. On this slide we have On the coast (1950s to today).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changing location of iron and steel.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Implications. The changes are caused by factors and have implications.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Implications. On this slide we have Implications.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global shift of manufacturing.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the changing location of iron and steel.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from coalfields to ore fields to coasts, because of less coal use, exhaustion and cheap sea transport.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implications of industrial relocation.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unemployment in old regions; growth in new regions.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coalfields; number 2, coast; number 3,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many clothes sold in Cameroon are made in Asia.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Industrial Agglomerations.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18: THE CHANGING NATURE OF INDUSTRIAL LOCATION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 The Changing Nature of Industrial Location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Changing Nature of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The Changing Nature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shift, relocation, iron and steel industry, coastal location, global shift.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the case of iron and steel; factors and implications of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industrial locations change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Government Policy and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how the government could attract industries to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attract industries to the North: build roads and electricity from Lagdo, give tax holidays and cheap land, create an industrial zone at Garoua, train workers and process local cotton, cattle and onions.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what a change in industrial location means.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changing location of iron and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Location factors change over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industry used much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1800s, steel works in Britain were built on coalfields. Today, the biggest steel works are on the coasts, and most steel is made in China.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have moved to new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were steel works on coalfields?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used huge amounts of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they now on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import ore and coal by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changes in industrial location and their effects on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that industrial geography keeps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changing location of iron and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three stages of steel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Coalfields, then ore fields, then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steel works move from coalfields?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coal was needed and local coal and ore ran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modern steel works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import ore and coal by cheap bulk ships and export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GLOBAL SHIFT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Manufacturing in the UK and China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GLOBAL SHIFT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global shift in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GLOBAL SHIFT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 of factories from old industrial countries to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factory with robots.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implication for old industrial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and derelict land (need for new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Changing Nature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changing nature of industrial location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industries from old locations to new ones when the factors of location change. It happens at local, national and global scales.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location of iron and steel works has changed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coalfields (1800s):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steel works needed huge amounts of coal, so they located on coalfields such as the Ruhr and South Wales. Coal was the heaviest raw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Near iron ore (early 1900s):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better furnaces, less coal was needed, so some works moved to iron ore fields such as Lorraine. Local ore was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coast (1950s to today):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ore and coal ran out, so modern integrated works are at ports such as Dunkirk and Taranto. They import cheap ore and coal by bulk carriers and export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changing location of iron and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Implications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changes are caused by factors and have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Exhaustion of resources, new technology, cheaper transport and cheap labour abroad change location. Globalisation has moved many industries to Asia (global shift).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Implications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Implications: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industrial regions suffer unemployment, derelict land and decline. New regions gain jobs and growth, but also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Implications</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global shift of manufacturing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changing location of iron and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coalfields to ore fields to coasts, because of less coal use, exhaustion and cheap sea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implications of industrial relocation.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in old regions; growth in new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Early steel works were 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Modern steel works are on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 of factories to Asia is the global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many clothes sold in Cameroon are made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Industrial Agglomerations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délocalisation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Coalfield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bassin houiller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déplacement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Derelict 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friche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The Changing Nature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what a change in industrial location means. Explain the changing location of iron and steel. Explain the factors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industrial locations change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Case Study: The Iron and Steel Industry; Factors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many clothes sold in Cameroon are made in Asia.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technology.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coastal steel works.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consequences.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2026-09-27T09:50:12Z</dcterms:created>
  <dcterms:modified xsi:type="dcterms:W3CDTF">2026-09-27T09:50:12Z</dcterms:modified>
</cp:coreProperties>
</file>