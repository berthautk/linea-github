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Forest Resources of Cameroon. The key notions we shall use today are: forest concession, logging, non-timber forest products, reserve, sustainable management. At the end, you should be able to do this: learners are able to describe the forest resources of Cameroon and propose ways to manage them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Minerals and Mining. The question was: List objects at home made from minerals and name the mineral.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iron (pots, nails, roofing sheets); aluminium (pans, window frames, from bauxite); copper (electric wires); gold (jewellery); limestone (cement); salt.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types, distribution and resources of Cameroon's forests. Number 2: explain their exploitation and its impacts. Number 3: explain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Rainforest covers the south and east. Deforestation increases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day, trucks carry logs from the East Region to the port of Douala. Villagers collect bush mango, honey and medicines in the same forests. Some areas have become protected reserves.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used by many people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 logs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for export or to sawmills.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bush mango and honey?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Non-timber forest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forest resources sustainably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manage one of Cameroon's richest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protected areas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on a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stakeholders in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state, logging companies and local communities (also NGOs).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at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and non-timber products (food,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charcoal from forest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over-exploitation.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loss of animals (also illegal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conservation measures.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Protected areas (Dja, Lobéké) and reforestation (also the 1994 forestry law, community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Resources of Cameroon. The forests of Cameroon can be described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Resources of Cameroon.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and Uses. Forests are exploited as follows. On this slide we have Stakeholders.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and Uses.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Forest management faces problems and needs conservation.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Conservation. On this slide we have Conservation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uses of Cameroon's forests.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non-timber products (also jobs,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reforestation, community forests (also forestry law).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concession; number 2, non-timber; number 3,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concession, logging, non-timber forest products, reserve,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resources and ownership; exploitation and stakeholders; uses; problems; impacts; environmental role; conservation and reserves.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Minerals and Mining):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iron (pots, nails, roofing sheets); aluminium (pans, window frames, from bauxite); copper (electric wires); gold (jewellery); limestone (cement);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and resources of Cameroon's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and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Rainforest covers the south and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day, trucks carry logs from the East Region to the port of Douala. Villagers collect bush mango, honey and medicines in the same forests. Some areas have become protected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used by many people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logs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for export or to sawmills.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bush mango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Non-timber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forest resources sustainably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manage one of Cameroon's richest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protected areas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on a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stakeholders in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logging companies and local communities (also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at 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and non-timber products (food,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from forest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over-exploitation.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loss of animals (also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(Dja, Lobéké) and reforestation (also the 1994 forestry law,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about 40 % of the country, mainly in the South, East, Centre and Littoral. Mangroves line the coast and montane forests cover the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valuable timber species (sapele, iroko, ayous) and non-timber products such as bush mango, honey and medicinal plants. They are rich in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Stakeholders: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the state (Ministry of Forests), councils and local communities exploit the forest. Community forests give villages a share of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exported as logs and sawn wood, and used for furniture and building. Forests also give fuelwood, food, medicines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 management faces problems and needs conservation: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shifting cultivation, fuelwood cutting and mining destroy forests. Poaching reduces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laws (1994), protected areas (Dja, Campo-Ma'an, Korup), reforestation and sustainable logging permits protect forests. Community forestry and certification (FSC) encourage good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Cameroon's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non-timber products (also jobs,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reforestation, community forests (also forestry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forest given to a company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Honey and bush mango are ______ forest products.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is a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and resources of Cameroon's forests. Explain their exploitation and its impacts. Explain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Resources of Cameroon; Exploitation and Uses;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forest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stakeholders.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illegal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2026-09-29T03:13:09Z</dcterms:created>
  <dcterms:modified xsi:type="dcterms:W3CDTF">2026-09-29T03:13:09Z</dcterms:modified>
</cp:coreProperties>
</file>