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Further Study 2: Management of Forest Resources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Geography of Cameroon, and the sub-topic is Forest Resources of Cameroon. The key notions we shall use today are: forest concession, logging, non-timber forest products, reserve, sustainable management. At the end, you should be able to do this: learners are able to describe the forest resources of Cameroon and propose ways to manage them sustainably.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13: Minerals and Mining. The question was: List objects at home made from minerals and name the mineral.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iron (pots, nails, roofing sheets); aluminium (pans, window frames, from bauxite); copper (electric wires); gold (jewellery); limestone (cement); salt.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types, distribution and resources of Cameroon's forests. Number 2: explain their exploitation and its impacts. Number 3: explain conservation and management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Rainforest covers the south and east. Deforestation increases erosion.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Every day, trucks carry logs from the East Region to the port of Douala. Villagers collect bush mango, honey and medicines in the same forests. Some areas have become protected reserves.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Forests are used by many people and must be protected.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Where do the logs go?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To Douala for export or to sawmills.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are bush mango and honey?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Non-timber forest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manage forest resources sustainably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further study helps us to manage one of Cameroon's richest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forests and protected areas (simplified).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Where are the main forests of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the South, East, Centre, Littoral and South-West.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logs on a truck.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three stakeholders in forest exploitation.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state, logging companies and local communities (also NGOs).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logs at a sawmill.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three uses of forest products.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Timber, fuelwood and non-timber products (food, medicines).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charcoal from forest wood.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problems of over-exploitation.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Deforestation and loss of animals (also illegal logging).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planting trees.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conservation measures.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Protected areas (Dja, Lobéké) and reforestation (also the 1994 forestry law, community forests).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Forest Resources of Cameroon. The forests of Cameroon can be described as follows. On this slide we have Distribution.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Forest Resources of Cameroon. On this slide we have Resources.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forests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Exploitation and Uses. Forests are exploited as follows. On this slide we have Stakeholders.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Exploitation and Uses. On this slide we have Uses.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Problems and Conservation. Forest management faces problems and needs conservation. On this slide we have Problems.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and Conservation. On this slide we have Conservation measures.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three uses of Cameroon's forests.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timber, fuelwood, non-timber products (also jobs, taxes).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three measures to manage forests sustainably.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protected areas, reforestation, community forests (also forestry law).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concession; number 2, non-timber; number 3, reserve.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 forest products used in your home.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Further Study 3: Management of Mineral and Energy Resources in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FURTHER STUDY 2: MANAGEMENT OF FOREST RESOURCES IN CAMEROON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Further Study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Management of Forest Resources in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Geography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Forest Resources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Further Study 2: Management of Forest Resources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Forest concession, logging, non-timber forest products, reserve, sustainable management.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Types and distribution; resources and ownership; exploitation and stakeholders; uses; problems; impacts; environmental role; conservation and reserves.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forest resources of Cameroon and propose ways to manage them sustainably.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13: Minerals and Mining):</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objects at home made from minerals and name the mineral.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iron (pots, nails, roofing sheets); aluminium (pans, window frames, from bauxite); copper (electric wires); gold (jewellery); limestone (cement); salt.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types, distribution and resources of Cameroon's forests.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their exploitation and its impacts.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conservation and management measures.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Rainforest covers the south and east.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Deforestation increases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Every day, trucks carry logs from the East Region to the port of Douala. Villagers collect bush mango, honey and medicines in the same forests. Some areas have become protected reserves.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Forests are used by many people and must be protected.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 the logs go?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Douala for export or to sawmills.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bush mango and honey?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Non-timber forest products.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Manage forest resources sustainably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further study helps us to manage one of Cameroon's richest resources.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DISTRIBUTION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mr_forest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Forests and protected areas (simplified).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are the main forests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South, East, Centre, Littoral and South-West.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EXPLOITATION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logging_truck.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Logs on a truck.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EXPLOITATION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stakeholders in forest exploitation.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EXPLOITATION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state, logging companies and local communities (also NGOs).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USES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sawmil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Logs at a sawmill.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uses of forest products.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Timber, fuelwood and non-timber products (food, medicines).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PROBLEMS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charcoa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Charcoal from forest wood.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of over-exploitation.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Deforestation and loss of animals (also illegal logging).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CONSERVATION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tree_plantin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Planting trees.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CONSERVATION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conservation measures.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CONSERVATION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Protected areas (Dja, Lobéké) and reforestation (also the 1994 forestry law, community forests).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Geography of Cameroon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Forest Resources of Cameroon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2: Management of Forest Resources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Forest Resources of Cameroon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forests of Cameroon can be described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Distribution: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Dense forests cover about 40 % of the country, mainly in the South, East, Centre and Littoral. Mangroves line the coast and montane forests cover the highlands.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Forest Resources of Cameroon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Resources: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contain valuable timber species (sapele, iroko, ayous) and non-timber products such as bush mango, honey and medicinal plants. They are rich in wildlife.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Forest Resources of Cameroon</a:t>
            </a:r>
            <a:endParaRPr lang="en-US" sz="3600" dirty="0"/>
          </a:p>
        </p:txBody>
      </p:sp>
      <p:pic>
        <p:nvPicPr>
          <p:cNvPr id="4" name="Image 0" descr="/home/claude/f4/img/v2/cmr_forest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forests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Exploitation and Uses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Forests are exploited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Stakeholders: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Logging companies, the state (Ministry of Forests), councils and local communities exploit the forest. Community forests give villages a share of income.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Exploitation and Uses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Timber is exported as logs and sawn wood, and used for furniture and building. Forests also give fuelwood, food, medicines and ecotourism.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Problems and Conservation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Forest management faces problems and needs conservation: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Problems: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Illegal logging, shifting cultivation, fuelwood cutting and mining destroy forests. Poaching reduces wildlife.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Problems and Conservation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Conservation measures: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Forest laws (1994), protected areas (Dja, Campo-Ma'an, Korup), reforestation and sustainable logging permits protect forests. Community forestry and certification (FSC) encourage good management.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uses of Cameroon's forests.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Timber, fuelwood, non-timber products (also jobs, taxes).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measures to manage forests sustainably.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Protected areas, reforestation, community forests (also forestry law).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An area of forest given to a company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Honey and bush mango are ______ forest products.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Dja is a forest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forest products used in your home.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3: Management of Mineral and Energy Resources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Forest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forêt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Logging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L'exploitation forestière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Timber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bois d'œuvre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Concession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concession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Reserve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réserve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Poaching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braconnage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Geography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Further Study 2: Management of Forest Resources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types, distribution and resources of Cameroon's forests. Explain their exploitation and its impacts. Explain conservation and management measures.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forest resources of Cameroon and propose ways to manage them sustainably.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Forest Resources of Cameroon; Exploitation and Uses; Problems and Conservation.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forest products used in your home.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forest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stakeholders.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list uses.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illegal logging.</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measures.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“Logging truck, Cameroon” by World Resources, CC BY-NC-SA 2.0, via Flickr (https://www.flickr.com/photos/26107309@N05/4764354366)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“CBCF Project, Yogyakarta” by CIFOR, CC BY-NC-ND 2.0, via Flickr (https://www.flickr.com/photos/45423546@N07/35977173724)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“Charcoal, made from tree branches” by World Bank Photo Collection, CC BY-NC-ND 2.0, via Flickr (https://www.flickr.com/photos/10816734@N03/25644159775)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“Haitian Students Breathe New Life into Depleted Pine Forest” by United Nations Photo, CC BY-NC-ND 2.0, via Flickr (https://www.flickr.com/photos/35483578@N03/5860275159)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2026-09-27T10:31:49Z</dcterms:created>
  <dcterms:modified xsi:type="dcterms:W3CDTF">2026-09-27T10:31:49Z</dcterms:modified>
</cp:coreProperties>
</file>