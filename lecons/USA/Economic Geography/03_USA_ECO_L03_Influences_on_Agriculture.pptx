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Influences on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Agricultural Systems, and the sub-topic is The Agricultural Systems. The key notions we shall use today are: physical factors, human factors, economic factors, cultural factors, government policy, subsidy. At the end, you should be able to do this: learners are able to explain the factors that influence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What is Agriculture?. The question was: Describe the agricultural landscape around your village or town.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around Garoua the landscape has large cotton and maize fields, small groundnut plots, grazing land with cattle, and irrigated rice and vegetable gardens along the Benue.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physical factors of agriculture. Number 2: explain the human (economic and cultural) factors. Number 3: explain how and why governments influence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Crops need suitable climate and soils. Farmers sell crops in markets.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Cotton grows in the North of Cameroon but not in the South; tea grows on the cool highlands; pigs are rare in some northern areas. The government gives cotton farmers seeds and fertiliser.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Different factors decide what farmers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cotton grow in the North?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needs a hot climate with a dry season for harvesting.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pigs rare in some areas?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Religion (a cultural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crops and methods adapted to the physical, economic and political conditions of our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farming differs from place to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three groups of factors.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three groups of influences on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Physical, human and government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tea on cool highlands.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relief affect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Highlands are cooler (tea, arabica coffee); steep slopes need terraces.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markets affect what farmers grow?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Farmers grow what sells well near good markets and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cattle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cultural factor of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Religion, food habits or tradition (e.g. herding among the Mbororo).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farmer applying fertiliser.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ways governments influence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Subsidies for seeds and fertiliser, and research and extension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Physical Influences on Agriculture. Physical factors set the limits of farming.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 Influences on Agriculture. On this slide we have Relief and soils and Biotic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influences on agriculture.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Influences on Agriculture. Human factors decide what farmers actually do.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Influences on Agriculture. On this slide we have Cultural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Government Influences. Governments influence agriculture as follows. On this slide we have How.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Government Influences. On this slide we have Why.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physical and two human factors of agriculture.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physical: climate, soils. Human: markets, capital.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governments help agriculture?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for food security, export earnings and rural jobs.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subsidy; number 2, cultural; number 3, biotic (physical).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a crop grown in your area does well there.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Agriculture as a System and its Classification.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 INFLUENCES ON AGRICULTURE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Influences on Agriculture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Influences on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Physical factors, human factors, economic factors, cultural factors, government policy, subsidy.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Physical (climate, relief, soils, biotic); human (economic and cultural); government (how and why).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factors that influence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What is Agriculture?):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agricultural landscape around your village or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around Garoua the landscape has large cotton and maize fields, small groundnut plots, grazing land with cattle, and irrigated rice and vegetable gardens along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physical factors of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human (economic and cultural)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and why governments influence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Crops need suitable climate and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sell crops in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Cotton grows in the North of Cameroon but not in the South; tea grows on the cool highlands; pigs are rare in some northern areas. The government gives cotton farmers seeds and fertiliser.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Different factors decide what farmers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cotton grow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a hot climate with a dry season for harvesting.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pigs rare in some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Religion (a cultural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crops and methods adapted to the physical, economic and political conditions of 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farming differs from place to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influen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Three groups of factors.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groups of influences 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human and government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 RELIEF</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Tea on cool highlands.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relief affect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PHYSICAL INFLUENCES: RELIEF</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Highlands are cooler (tea, arabica coffee); steep slopes need terraces.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ECONOMIC</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ECONOMIC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markets affect what farmers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ECONOMIC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what sells well near good markets and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CULTURAL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attle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cattle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CULTURAL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cultural factor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INFLUENCES: CULTURAL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Religion, food habits or tradition (e.g. herding among the Mbororo).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GOVERNMENT INFLUENCES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fertilis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applying fertiliser.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GOVERNMENT INFLUENCES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governments influence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GOVERNMENT INFLUENCES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Subsidies for seeds and fertiliser, and research and extension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Agricultural 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Agricultural Systems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Influences 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Physical Influences on Agriculture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Physical factors set the limits of farming: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rainfall and the length of the growing season decide which crops can grow. Cocoa needs a hot, wet climate, while sorghum and cotton tolerate a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Physical Influences on Agriculture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and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favours machines and large farms, while steep slopes need terraces. Fertile volcanic and alluvial soils give high yields.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Biotic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Pests, diseases, weeds and tsetse flies reduce production. Tsetse flies limit cattle in the humid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Physical Influences on Agriculture</a:t>
            </a:r>
            <a:endParaRPr lang="en-US" sz="3600" dirty="0"/>
          </a:p>
        </p:txBody>
      </p:sp>
      <p:pic>
        <p:nvPicPr>
          <p:cNvPr id="4" name="Image 0" descr="/home/claude/f4/img/v2/influen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influences on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Human Influences on Agriculture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Human factors decide what farmers actually do:</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Markets, prices, transport, capital and labour determine what is profitable. Farmers near towns grow vegetables for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Human Influences on Agriculture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Traditions, religion, land tenure and food habits influence farming. For example, the Fulani value cattle, and some groups do not eat pork.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Influences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Governments influence agriculture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Through subsidies, loans, fertilisers, research, extension services, price control, quotas and land reform. SODECOTON supports cotton farmers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Government Influences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Why: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ensure food security, increase exports and incomes, and reduce rural exodus. Governments also protect the environment and farmers from price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and two human factors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climate, soils. Human: markets,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governments help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food security, export earnings and rural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Money given to farmers by the state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Religion is a ______ factor.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Pests are a ______ factor.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a crop grown in your area does well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Agriculture as a System and its Classification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Subsidy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subvention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ravageur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tenure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régime foncier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Yield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rendement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Influences on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physical factors of agriculture. Explain the human (economic and cultural) factors. Explain how and why governments influence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factors that influence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Physical Influences on Agriculture; Human Influences on Agriculture; Government Influences.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a crop grown in your area does well there.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copy the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highlands and lowlands.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prices.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SODECOTON.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“Discussing the price” by 10b travelling / Carsten ten Brink, CC BY-NC-ND 2.0, via Flickr (https://www.flickr.com/photos/77334245@N00/7313656038)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“Farmer applies fertilizer on his rice field” by IRRI Images, CC BY-NC-SA 2.0, via Flickr (https://www.flickr.com/photos/86712369@N00/5366605498)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2026-09-27T10:31:47Z</dcterms:created>
  <dcterms:modified xsi:type="dcterms:W3CDTF">2026-09-27T10:31:47Z</dcterms:modified>
</cp:coreProperties>
</file>