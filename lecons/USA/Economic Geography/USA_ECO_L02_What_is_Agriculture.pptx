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2: What is Agriculture?.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crops grown near the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examples of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uses of crops.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name cash crops.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farmed landscape.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arable 2. pastoral 3. cash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Agriculture?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Agricultural 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Agriculture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What is Agriculture?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Agriculture, arable farming, pastoral farming, mixed farming, agricultural landscape.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importance of agriculture; the agricultural landscape.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define agriculture, explain its importance and describe agricultural landscapes.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agriculture and its branches.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importance of agriculture.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agricultural landscape.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Cameroonians in villages are farmers.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Soils and climate affect crops.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Cameroon, agriculture employs more than half of the workers and gives food, cocoa, coffee, cotton and bananas for export. Yet many young people leave farms for towns.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Agriculture is important but young people leave it.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agriculture give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Food, jobs and export money.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branches of agriculture.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Crop farming (arable) and animal rearing (pastoral).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introduces agriculture, the main economic activity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cmrfa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 in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agriculture?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growing of crops and rearing of animals for food, raw materials or sale.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BRANCHES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cat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rearing.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BRANCHES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arable, pastoral and mixed farming.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BRANCHES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Arable: crops. Pastoral: animals. Mixed: both together.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 in a market.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importances of agriculture.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Food, jobs, export money (also raw materials for industry).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coco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farmer drying cocoa beans.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cash crops important for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bring foreign currency and income for farmers.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LANDSCAPE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farmed hillside.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LANDSCAPE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agriculture change the landscape?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LANDSCAPE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creates fields, terraces, hedges, farm buildings and plantations.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Agriculture?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Agricultural Systems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Meaning of Agriculture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What is Agriculture?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Agriculture: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growing of crops and the rearing of animals.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Arable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growing of crops.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Pastoral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rearing of animals.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Mixed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growing crops and rearing animals on the same farm.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Importance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Food and jobs: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Agriculture feeds the population and employs most rural people. In Cameroon it employs over half of the workers.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Money and raw materials: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Cash crops like cocoa, coffee and cotton bring export money. They supply industries such as textiles and chocolate.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Importance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Development: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 income buys goods and pays taxes. Surplus labour moves to towns and industry.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Agricultural Landscape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Features: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includes fields, pastures, plantations, farm buildings and paths. Field shapes and sizes show the farming system.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Changes: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Farming replaces forests and grasslands. Terraces, irrigation canals and fences change the land.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agriculture and give its branches.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Growing crops and rearing animals; arable, pastoral and mixed farming.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importances of agriculture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Food, jobs and export money (also raw materials).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Growing crops is ______ farming.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Rearing animals is ______ farming.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Cocoa is a ______ crop.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agricultural landscape around your village or town.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3: Influences on Agriculture.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L'agriculture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culture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Livestock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bétail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crop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culture de 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crop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culture vivrière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champ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Agricultural 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What is Agriculture?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agriculture and its branches. Explain the importance of agriculture. Describe the agricultural landscape.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define agriculture, explain its importance and describe agricultural landscapes.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Agriculture, Arable farming, Pastoral farming, Mixed farming; II. Importance: Food and jobs, Money and raw materials, Development; III. The Agricultural Landscape: Features, Changes.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agricultural landscape around your village or town.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“Cameroon - UN Women's Gender Road Project” by UN Women Gallery, CC BY-NC-ND 2.0, via Flickr (https://www.flickr.com/photos/51431730@N04/46914753474)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“Fulani cattle breed of West Africa” by International Livestock Research Institute, CC BY-NC-SA 2.0, via Flickr (https://www.flickr.com/photos/7155605@N03/48125675226)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“Sandga Market in Douala, Cameroon” by The Advocacy Project, CC BY-NC-SA 2.0, via Flickr (https://www.flickr.com/photos/42487558@N00/3636438732)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“Farmer sun drying cocoa beans” by IITA Image Library, CC BY-NC 2.0, via Flickr (https://www.flickr.com/photos/45796762@N03/4598613756)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2026-09-26T20:31:25Z</dcterms:created>
  <dcterms:modified xsi:type="dcterms:W3CDTF">2026-09-26T20:31:25Z</dcterms:modified>
</cp:coreProperties>
</file>