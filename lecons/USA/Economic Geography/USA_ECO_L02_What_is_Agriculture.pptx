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What is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Meaning of Agriculture. The key notions we shall use today are: agriculture, arable farming, pastoral farming, mixed farming, agricultural landscape. At the end, you should be able to do this: learners are able to define agriculture, explain its importance and describe agricultural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Natural Resources. The question was: List five resources of your region and say whether each is renewable or not.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in the North: the Benue river (renewable), savanna grass and cattle (renewable), fertile soils (renewable if protected), sunshine (renewable), limestone at Figuil (non-renewable).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agriculture and its branches. Number 2: explain the importance of agriculture. Number 3: describe the agricultural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Cameroonians in villages are farmers. Soils and climate affect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agriculture employs more than half of the workers and gives food, cocoa, coffee, cotton and bananas for export. Yet many young people leave farms for towns.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Agriculture is important but young people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agriculture give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jobs and export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branches of agriculture.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 farming (arable) and animal rearing (pastoral).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agriculture as the backbone of our economy and modernise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agriculture, the main economic activity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farm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crops and rearing of animals for food, raw materials 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rearing.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arable, pastoral and mixed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Arable: crops. Pastoral: animals. Mixed: both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food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importances of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jobs, export money (also raw materials for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drying cocoa beans.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cash crops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bring foreign currency and income for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farmed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agriculture change the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fields, terraces, hedges, farm buildings and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Agriculture. Agriculture can be understood as follows. On this slide we have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Agriculture. On this slide we have Branches.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Agriculture. Agriculture is important in the following ways. On this slide we have Food and 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Agriculture. On this slide we have Raw materials and exports.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Agriculture. On this slide we have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Agriculture shapes the landscape as follows. On this slide we have Field patterns and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Modifications of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agriculture and give its branches.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arable, pastoral and mixed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importances of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jobs and export money (also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arable; number 2, pastoral; number 3,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agricultural landscape around your village or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Influences on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WHAT IS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is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What is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arable farming, pastoral farming, mixed farming, agricultural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importance of agriculture; the agricultural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agriculture, explain its importance and describe agricultural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Natural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resources of your region and say whether each is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in the North: the Benue river (renewable), savanna grass and cattle (renewable), fertile soils (renewable if protected), sunshine (renewable), limestone at Figuil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agriculture and its branches.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Cameroonians in villages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and climate affect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agriculture employs more than half of the workers and gives food, cocoa, coffee, cotton and bananas for export. Yet many young people leave farms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is important but young people leave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agriculture give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and export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branches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farming (arable) and animal rearing (pastoral).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agriculture as the backbone of our economy and modernise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agriculture, the main economic activity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rearing of animals for food, raw materials 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rearing.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arable, pastoral and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crops. Pastoral: animals. Mixed: both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export money (also raw materials for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drying cocoa beans.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cash crops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foreign currency and income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farmed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change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fields, terraces, hedges, farm buildings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Agriculture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cultivation of crops and the rearing of animals for food, raw materials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is the growing of crops, pastoral farming is the rearing of animals, and mixed farming combines both. Fish farming and forestry are related branches.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employs about 60 % of the active population of Cameroon. It is the main source of income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industries such as cotton for CICAM and cocoa for chocolate factories. Cocoa, coffee, bananas and cotton earn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markets for industrial goods and taxes for the state. It supports trade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Agricultural Landscape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shapes the landscape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patterns and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create patterns of fields, fallows, pastures and plantations. The size and shape of fields show the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Agricultural Landscape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Modifications of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forests, build terraces, dig irrigation canals and plant hedges. Large plantations replace natural vegetation with one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agriculture and give its branches.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arable, pastoral and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and export money (also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animals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Cocoa is a ______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around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What is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agriculture and its branches. Explain the importance of agriculture. Describe the agricultural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agriculture, explain its importance and describe agricultural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Agriculture; Importance of Agriculture; The Agricultural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around your village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crops grown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of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crops.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cash crops.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farmed landscape.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2026-09-27T10:08:12Z</dcterms:created>
  <dcterms:modified xsi:type="dcterms:W3CDTF">2026-09-27T10:08:12Z</dcterms:modified>
</cp:coreProperties>
</file>