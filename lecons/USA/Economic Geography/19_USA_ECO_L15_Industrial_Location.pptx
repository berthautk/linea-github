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Industrial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Distribution of Industries, and the sub-topic is Distribution of Industries. The key notions we shall use today are: industrial location, optimum location, least-cost location, raw-material oriented, market oriented, footloose. At the end, you should be able to do this: learners are able to explain the idea of optimum location with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What is Manufacturing?. The question was: Draw a factory in your area as a system.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 bakery. Inputs – flour, sugar, yeast, water, electricity, workers; processes – mixing, baking, packing; outputs – bread, profit, wages, waste; feedback – profits used to buy a new oven.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optimum location. Number 2: distinguish raw-material, market and footloose locations. Number 3: study examples of industrial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Factories need raw materials and markets. Transport costs affect location.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aluminium smelter is at Edéa near a hydro-electric dam; breweries are in big towns; sawmills are near the forests of the East. Each factory owner chose a different kind of place.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Industries are located in different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smelter near a dam?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needs very large amounts of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breweries in towns?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Near their market; beer is heavy to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explain the location of industries in Cameroon and choose good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explain where factories are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factors that pull a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optimum location of a factory?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place where profit is highest (costs lowest or sales highest).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logs at a sawmill.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sawmills near forests?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Logs are heavy and lose weight when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aluminium smelter.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ALUCAM at Edéa?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needs cheap hydro-electricity from the Sanaga dams and is near the 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brewery.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breweries market-oriented?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is added, so the product is heavier than the raw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skilled workers in a high-tech firm.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a footloose industry?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One that is not tied to raw materials or markets, like electronics or software.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Economic (Optimum) Location. Industrial location can be understood as follows. On this slide we have Optimum location.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Economic (Optimum) Location. On this slide we have Location decision.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factors of location.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Case Studies of Industrial Location. Industries locate in different ways. On this slide we have Raw-material-oriented industries.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Case Studies of Industrial Location. On this slide we have Power-oriented industries.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Case Studies of Industrial Location. On this slide we have Market-oriented industries.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Case Studies of Industrial Location. On this slide we have Footloose industries.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raw-material and market location with examples.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raw material: sawmill near forest. Market: brewery in town.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ALUCAM located at Edéa?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cheap hydro-electricity and nearness to the port of Douala.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optimum; number 2, footloose; number 3,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Choose a factory in Cameroon and explain its location.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16: Factors of Industrial Location.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15: INDUSTRIAL LOCATION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Industrial Location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of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of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Industrial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Industrial location, optimum location, least-cost location, raw-material oriented, market oriented, footloose.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economic (optimum) location of industries; case studies.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idea of optimum location with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What is Manufacturing?):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factory in your area as a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 bakery. Inputs – flour, sugar, yeast, water, electricity, workers; processes – mixing, baking, packing; outputs – bread, profit, wages, waste; feedback – profits used to buy a new oven.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optimum location.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raw-material, market and footloose locations.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Study examples of industrial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Factories need raw materials and markets.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Transport costs affect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aluminium smelter is at Edéa near a hydro-electric dam; breweries are in big towns; sawmills are near the forests of the East. Each factory owner chose a different kind of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are located in different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smelter near a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needs very large amounts of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breweries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their market; beer is heavy to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location of industries in Cameroon and choose good sites.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explain where factories are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OPTIMUM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ocation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Factors that pull a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OPTIMUM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optimum location of a factory?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OPTIMUM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place where profit is highest (costs lowest or sales highest).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RAW-MATERIAL-ORIENTED INDUSTRIES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awmi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Logs at a sawmill.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RAW-MATERIAL-ORIENTED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sawmills near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RAW-MATERIAL-ORIENTED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Logs are heavy and lose weight when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POWER-ORIENTED INDUSTRIES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smel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aluminium smelter.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POWER-ORIENTED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ALUCAM at Edéa?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POWER-ORIENTED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needs cheap hydro-electricity from the Sanaga dams and is near the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MARKET-ORIENTED INDUSTRIES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brewe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brewery.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MARKET-ORIENTED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breweries market-oriented?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MARKET-ORIENTED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is added, so the product is heavier than the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FOOTLOOSE INDUSTRIES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techpark.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Skilled workers in a high-tech firm.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FOOTLOOSE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footloose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FOOTLOOSE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that is not tied to raw materials or markets, like electronics or software.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Distribution of Industries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Distribution of Industries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Industrial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Economic (Optimum) Location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Industrial location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Optimum 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site where a factory has the lowest total costs or the highest profits. Firms seek it because it gives them an advantage over their competitors.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Economic (Optimum) Location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decision: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Industrialists compare the costs of raw materials, transport, labour and power at different sites. They also consider the market and government policies.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Economic (Optimum) Location</a:t>
            </a:r>
            <a:endParaRPr lang="en-US" sz="3600" dirty="0"/>
          </a:p>
        </p:txBody>
      </p:sp>
      <p:pic>
        <p:nvPicPr>
          <p:cNvPr id="4" name="Image 0" descr="/home/claude/f4/img/v2/location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factors of location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Studies of Industrial Location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Industries locate in different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Raw-material-oriented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use heavy or perishable raw materials that lose weight in processing. Sawmills in the East and sugar mills at Mbandjock are near their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Studies of Industrial Location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Power-oriented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need huge amounts of cheap energy. ALUCAM at Edéa uses hydro-electricity from the Sanaga dams.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Studies of Industrial Location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Market-oriented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products are heavier or more fragile than their raw materials, like breweries and soft drinks. They locate in big towns such as 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Studies of Industrial Location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Footloose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not tied to raw materials or markets, like electronics and software. They can locate almost anywhere with good communications.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raw-material and market location with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Raw material: sawmill near forest. Market: brewery in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ALUCAM located at Edéa?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Cheap hydro-electricity and nearness to the port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most profitable location is the ______ location.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Industries free to locate anywhere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Breweries are ______-oriented.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a factory in Cameroon and explain its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Factors of Industrial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localisation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Optimum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Optimal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Footloose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Non localisée (libre)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Smelter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L'usine d'électrolyse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Sawmill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scierie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Brewery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brasserie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Distribution of Industries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Industrial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optimum location. Distinguish raw-material, market and footloose locations. Study examples of industrial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idea of optimum location with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Economic (Optimum) Location; Case Studies of Industrial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Choose a factory in Cameroon and explain its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factors.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mention sawmills in the East.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Edéa.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market industries.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call centres.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“CBCF Project, Yogyakarta” by CIFOR, CC BY-NC-ND 2.0, via Flickr (https://www.flickr.com/photos/45423546@N07/35977173724)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“20080326_03 Aluminium smelter” by Bush Philosopher - Dave Clarke, CC BY-NC-ND 2.0, via Flickr (https://www.flickr.com/photos/73115147@N00/2402063103)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“Schneider Weisse bottling line” by Bernt Rostad, CC BY 2.0, via Flickr (https://www.flickr.com/photos/67975030@N00/8434576955)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“Knight-Crane Convergence Lab” by Knight Foundation, CC BY-SA 2.0, via Flickr (https://www.flickr.com/photos/9133668@N08/6242015734)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2026-09-27T10:31:49Z</dcterms:created>
  <dcterms:modified xsi:type="dcterms:W3CDTF">2026-09-27T10:31:49Z</dcterms:modified>
</cp:coreProperties>
</file>