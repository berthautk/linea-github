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4: Agriculture as a System and its Classification.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steps of cocoa farming.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the bases.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hoe and tractor.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give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inputs 2. outputs 3. monoculture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ECONOMIC GEOGRAPHY  —  LESSON 4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as a System and its Classification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6: Understanding and managing the dynamics of economic activities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Agricultural Systems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Agricultural Systems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4: Agriculture as a System and its Classification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 system, inputs, processes, outputs, feedback, classification criteria.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Agriculture as a system of production; bases of classifying agriculture.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a farm as a system and explain the bases of classification.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farm as a system.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inputs, processes, outputs and feedback.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bases of classifying agriculture.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drainage basin is a system.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Farming uses land, labour and capital.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cocoa farmer uses land, family labour, seedlings and fungicides. He harvests cocoa, sells it and uses the money to buy more fungicides the next year.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Learners want to see the farm as a system.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two inputs.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Land and labour (also seedlings, fungicides).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feedback?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Money from sales is reinvested in the farm.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analyse and classify farming systems.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agri_system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farm as a system.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two inputs, two processes and two outputs of a farm.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Inputs: land, labour. Processes: sowing, harvesting. Outputs: crops, income.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usa_coco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Cocoa beans drying.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process is shown in the photo?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Drying cocoa beans after harvest.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CLASSIFICATION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agri_typ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types of farming.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CLASSIFICATION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three bases for classifying agriculture.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CLASSIFICATION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Amount of inputs, purpose (subsistence or commercial), level of technology.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CLASSIFICATION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combi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combine harvester.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CLASSIFICATION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basis of classification does this machine illustrate?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CLASSIFICATION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level of technology (and capital input).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CLASSIFICATION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mixed_far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mixed farm.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CLASSIFICATION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can the number of products classify farms?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CLASSIFICATION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Monoculture grows one product; mixed farming combines several.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Agriculture as a System and its Classification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Agricultural Systems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The Agricultural Systems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4: Agriculture as a System and its Classification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Farm system: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farm seen as inputs, processes and outputs linked together.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Feedback: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when an output affects the inputs of the next season.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Monoculture: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growing one crop over a large area.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The Farm as a System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Inputs: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Physical inputs are land, soil and climate. Human inputs are labour, capital, seeds and fertiliser.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Processes: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Ploughing, sowing, weeding, spraying and harvesting change inputs into products. Animals are fed and milked.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The Farm as a System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Outputs and feedback: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Outputs are crops, animal products, income and waste. Profits or losses change the next year's inputs.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Bases of Classification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Inputs and technology: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Intensive farms use much labour or capital per hectare, and extensive farms use little. Technology ranges from hoes to machines.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Purpose: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Subsistence farmers feed their families, and commercial farmers sell. Many African farmers do both.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Bases of Classification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Products and origin: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Farms are arable, pastoral or mixed. Crops are also grouped by their original home (tropical, temperate).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Bases of Classification (3/3)</a:t>
            </a:r>
            <a:endParaRPr lang="en-US" sz="3600" dirty="0"/>
          </a:p>
        </p:txBody>
      </p:sp>
      <p:pic>
        <p:nvPicPr>
          <p:cNvPr id="13" name="Image 0" descr="/home/claude/f4/img/v2/agri_system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farm system.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a farm as a system.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Inputs (land, labour, capital) go through processes (sowing, harvesting) to give outputs (crops, income), with feedback.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three bases of classifying agriculture.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Inputs, purpose, technology (also products, origin of plants).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Land and labour are farm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Crops and income are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Growing one crop is ______.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Draw your family farm (or a farm you know) as a system.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5: Types of Agricultural Systems.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système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L'intrant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production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rétroaction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Monoculture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monoculture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Harvest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récolte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Agricultural Systems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4: Agriculture as a System and its Classification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farm as a system. Identify inputs, processes, outputs and feedback. Explain the bases of classifying agriculture.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a farm as a system and explain the bases of classification.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Farm system, Feedback, Monoculture; II. The Farm as a System: Inputs, Processes, Outputs and feedback; III. Bases of Classification: Inputs and technology, Purpose, Products and origin.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your family farm (or a farm you know) as a system.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6 (Economic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“Farmer sun drying cocoa beans” by IITA Image Library, CC BY-NC 2.0, via Flickr (https://www.flickr.com/photos/45796762@N03/4598613756)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“John Deere Combine” by SnoShuu, CC BY-NC-ND 2.0, via Flickr (https://www.flickr.com/photos/85888233@N00/2776467094)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“Timid” by tricky (rick harrison), CC BY-NC-SA 2.0, via Flickr (https://www.flickr.com/photos/81851211@N00/205287304)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2026-09-26T20:31:25Z</dcterms:created>
  <dcterms:modified xsi:type="dcterms:W3CDTF">2026-09-26T20:31:25Z</dcterms:modified>
</cp:coreProperties>
</file>