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Agriculture as a System and its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farm system, inputs, processes, outputs, feedback, classification criteria. At the end, you should be able to do this: learners are able to describe a farm as a system and explain the bases of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Influences on Agriculture. The question was: Explain why a crop grown in your area does well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cotton does well around Garoua because of the hot climate with one rainy season, ferruginous soils, flat land, and support (seeds, fertiliser, buying) from SODECOTON.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farm as a system. Number 2: identify inputs, processes, outputs and feedback. Number 3: explain the bases of classifying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is a system. Farming uses land, labour and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farmer uses land, family labour, seedlings and fungicides. He harvests cocoa, sells it and uses the money to buy more fungicides the next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see the farm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and labour (also seedlings, fungicides).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feedback?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Money from sales is reinvested in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analyse farms as systems to improve their inputs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classify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farm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inputs, two processes and two outputs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land, labour. Processes: sowing, harvesting. Outputs: crops,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cocoa beans drying.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process is shown in the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Drying cocoa beans after harvest.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four types of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bases for classifying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Amount of inputs, purpose (subsistence or commercial), level of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combine harvester.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basis of classification does this machine illustrate?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level of technology (and capital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mixed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the number of products classify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Monoculture grows one product; mixed farming combines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as a System of Production. A farm works as a system with.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farm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Bases of Classifying Agriculture. Agriculture is classified using the following criteria. On this slide we have Original home of plants and amount of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Purpose of the farmer.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Number and combination of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classifying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farm as a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(land, labour, capital) go through processes (sowing, harvesting) to give outputs (crops, income), with feedback.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bases of classifying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purpose, technology (also products, origin of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inputs; number 2, outputs; number 3, monoculture.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your family farm (or a farm you know) as a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Types of Agricultural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AGRICULTURE AS A SYSTEM AND ITS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Agriculture as a System and its Classification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Agriculture as a System and its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Agriculture as a System and its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 system, inputs, processes, outputs, feedback, classification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Influences on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crop grown in your area does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cotton does well around Garoua because of the hot climate with one rainy season, ferruginous soils, flat land, and support (seeds, fertiliser, buying) from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farm as a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inputs, processes, outputs and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a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uses land, labour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farmer uses land, family labour, seedlings and fungicides. He harvests cocoa, sells it and uses the money to buy more fungicides the next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see the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and labour (also seedlings, fungicides).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from sales is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Analyse farms as systems to improve their inputs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classify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two processes and two outputs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Processes: sowing, harvesting. Outputs: crops,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Cocoa beans drying.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is shown in the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Drying cocoa beans after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for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Amount of inputs, purpose (subsistence or commercial), level of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basis of classification does this machine illustrate?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level of technology (and capital input).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mixed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number of products classify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grows one product; mixed farming combines several.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Agriculture as a System and its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farm works as a system with: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inputs are land, soil, climate and water; human inputs are labour, capital, seeds, machines and fertiliser. Inputs vary with the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sowing, weeding, spraying, harvesting, milking and processing change inputs into products. Processes need labour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and 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crops, milk, meat, income and also waste and erosion. Feedback occurs when profits are reinvested or losses reduce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Original home of plants and amount of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can be native or introduced (cocoa came from America). Intensive farming uses many inputs per hectare, extensive farming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farming uses hoes and cutlasses, while modern farming uses machines, improved seeds and chemicals. Technology raises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of the farmer: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produces food for the family, while commercial farming produces for sale. Many farmers in Cameroon do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Number and combination of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produces one crop, as in plantations. Mixed farming combines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classifying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capital) go through processes (sowing, harvesting) to give outputs (crops, income), with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purpose, technology (also products, origin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and labour are farm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Crops and income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one crop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your family farm (or a farm you know)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Types of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Feedback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rétroaction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Harvest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récolte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Agriculture as a System and its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farm as a system. Identify inputs, processes, outputs and feedback. Explain the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your family farm (or a farm you know)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steps of cocoa farming.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bases.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hoe and 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2026-09-27T09:46:27Z</dcterms:created>
  <dcterms:modified xsi:type="dcterms:W3CDTF">2026-09-27T09:46:27Z</dcterms:modified>
</cp:coreProperties>
</file>