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26: Impacts of Manufacturing on the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four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acid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the Wouri.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land impacts.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acid 2. assessment 3. pays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Impacts of Manufacturing on the Environment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Manufacturing Industries and the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Manufacturing Industries and the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Impacts of Manufacturing on the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 pollution, water pollution, acid rain, industrial waste, environmental impact assessment, clean technology.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impacts of manufacturing on the environment and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environmental impacts of industry and propose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impacts of industry on air, water and land.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solutions.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produce waste.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Fossil fuels cause pollution.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near an industrial zone in Douala complain of smoke, bad smells and dirty water in the drains. Fishermen say the fish have become rare in the estuary.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pollutes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parts of the environment are affected?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Air, water and aquatic life.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Treating waste before release.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balance industrial growth with a healthy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d_pollu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Impacts of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industry on the air.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and greenhouse gases (also acid rain).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t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steel works near a town.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acid rain?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made acid by sulphur and nitrogen gases from factories.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wou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Wouri estuary.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industry pollute rivers and seas?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releasing chemicals, oil and hot water.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open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mine scar.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impacts of industry on land.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Waste dumps and mine scars (also loss of farmland).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so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 energy.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solutions to industrial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Filters and treatment plants, laws and fines, clean energy and recycling.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Impacts of Manufacturing on the Environment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Manufacturing Industries and the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Manufacturing Industries and the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26: Impacts of Manufacturing on the Environment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pollution: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harmful waste from factories that damages air, water or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Acid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rain made acid by sulphur and nitrogen gases.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 impact assessment: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study of the effects of a project before it is built.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Negative Impacts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Smoke, dust and gases cause breathing diseases and acid rain. Greenhouse gases cause climate change.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Chemicals, oil and hot water kill fish and make water unsafe. Estuaries near industrial towns are affected.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Negative Impacts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Waste dumps, mine scars and factories destroy farmland and forests. Noise and smells disturb residents.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Solutions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Technology: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Filters, treatment plants and clean energy reduce pollution. Recycling reduces waste.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 laws, fines and impact assessments control firms. The polluter must pay.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Planning: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zones are placed away from homes. Green belts and tree planting absorb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negative impacts of industry on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pollution, water pollution, land degradation.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solutions to industrial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Filters, laws, recycling (also clean energy, zoning).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made acid by factory gases is ______ rain.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study before a project is an environmental impact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principle "the polluter ______".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a source of pollution in your town and suggest a solution.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5: Industry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pluies acides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déchets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filtre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L'impact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Manufacturing Industries and the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Impacts of Manufacturing on the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impacts of industry on air, water and land. Give examples. Propose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environmental impacts of industry and propose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Industrial pollution, Acid rain, Environmental impact assessment; II. Negative Impacts: Air, Water, Land; III. Solutions: Technology, Laws, Planning.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a source of pollution in your town and suggest a solution.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“Belval steel works, Luxembourg, May 1995” by sludgegulper, CC BY-SA 2.0, via Flickr (https://www.flickr.com/photos/28179929@N08/4991135732)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“Fishing on the Wouri River” by Karlplatz, CC BY-NC-ND 2.0, via Flickr (https://www.flickr.com/photos/36973264@N00/3158348)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“2017-91-06” by Community Archives of Belleville &amp; Hastings County, CC0 1.0, via Flickr (https://www.flickr.com/photos/134017397@N03/37070933734)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“Noor Ouarzazate III Solar Plant” by Richard Allaway, CC BY 2.0, via Flickr (https://www.flickr.com/photos/16287002@N00/52769922684)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2026-09-26T20:31:28Z</dcterms:created>
  <dcterms:modified xsi:type="dcterms:W3CDTF">2026-09-26T20:31:28Z</dcterms:modified>
</cp:coreProperties>
</file>