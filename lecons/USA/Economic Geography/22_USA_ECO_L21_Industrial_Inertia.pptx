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notesMasterIdLst>
    <p:notesMasterId r:id="rId5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notesMaster" Target="notesMasters/notesMaster1.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21: Industrial Inertia.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6: Understanding and managing the dynamics of economic activities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Industrial Structure and Changes, and the sub-topic is Industrial Structure and Changes. The key notions we shall use today are: industrial inertia, geographical momentum, sunk costs, skilled labour. At the end, you should be able to do this: learners are able to explain why some industries stay where they are after their original advantages disappear.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20: Functional Linkages. The question was: Draw the linkages of a factory in your town.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a bakery. Backward linkages – flour mill, sugar supplier, electricity company; forward linkages – shops, hotels and street sellers who sell the bread.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industrial inertia. Number 2: give examples. Number 3: explain its reasons and implications.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Steel works were built on coalfields. Coal in some areas has run out.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Sheffield in England still makes special steel although its coal and iron ore ran out long ago. The factory owners say moving would cost too much and they would lose their skilled workers.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An industry stays although its original advantages are gone.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is this called?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Industrial inertia.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does it stay?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Moving is costly and skilled workers are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understand why industries stay in old places and plan their modernisation.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why industrial patterns change slowly.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steel works.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industrial inertia?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survival of an industry in a place after its original advantages have gone.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changing location of steel.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Give one example of industrial inertia.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Special steel in Sheffield (England).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skilled workers.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Give two reasons for industrial inertia.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Skilled labour and the high cost of moving buildings and machines.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linkages.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How do linkages keep an industry in place?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Suppliers, customers and services are all nearby.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modern factory.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one advantage and one disadvantage of inertia.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Advantage: keeps jobs. Disadvantage: the firm may become uncompetitive.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and Examples of Industrial Inertia. Industrial inertia can be understood as follows. On this slide we have Industrial inertia.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and Examples of Industrial Inertia. On this slide we have Examples.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Reasons and Implications. Inertia has reasons and implications. On this slide we have Reasons.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Reasons and Implications. On this slide we have Implications.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changing location of steel.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Define industrial inertia and give an example.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an industry staying after its location advantages have gone; Sheffield steel.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reasons for industrial inertia.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high cost of moving and skilled labour (also linkages, reputation).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inertia; number 2, sunk; number 3, steel.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Find an old industry in Cameroon that stayed in its place and explain why.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22: New Trends in Manufacturing.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21: INDUSTRIAL INERTIA</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Industrial Inertia</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6: Understanding and managing the dynamics of economic activities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Industrial Structure and Changes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Industrial Structure and Changes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21: Industrial Inertia</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Industrial inertia, geographical momentum, sunk costs, skilled labour.</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examples, reasons and implications of industrial inertia.</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why some industries stay where they are after their original advantages disappear.</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20: Functional Linkages):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linkages of a factory in your town.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a bakery. Backward linkages – flour mill, sugar supplier, electricity company; forward linkages – shops, hotels and street sellers who sell the bread.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industrial inertia.</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Give examples.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its reasons and implications.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Steel works were built on coalfields.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Coal in some areas has run out.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Sheffield in England still makes special steel although its coal and iron ore ran out long ago. The factory owners say moving would cost too much and they would lose their skilled workers.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 industry stays although its original advantages are gone.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this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Industrial inertia.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it stay?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Moving is costly and skilled workers are there.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Understand why industries stay in old places and plan their modernisation.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why industrial patterns change slowly.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usa_steel.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steel works.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industrial inertia?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survival of an industry in a place after its original advantages have gone.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EXAMPLES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iron_steel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Changing location of steel.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EXAMPLES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example of industrial inertia.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EXAMPLES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Special steel in Sheffield (England).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factory_workers.jpg">    </p:cNvPr>
          <p:cNvPicPr>
            <a:picLocks noChangeAspect="1"/>
          </p:cNvPicPr>
          <p:nvPr/>
        </p:nvPicPr>
        <p:blipFill>
          <a:blip r:embed="rId1"/>
          <a:stretch>
            <a:fillRect/>
          </a:stretch>
        </p:blipFill>
        <p:spPr>
          <a:xfrm>
            <a:off x="2251442" y="1783080"/>
            <a:ext cx="768881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Skilled workers.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reasons for industrial inertia.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Skilled labour and the high cost of moving buildings and machines.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linkag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Linkages.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linkages keep an industry in place?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Suppliers, customers and services are all nearby.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IMPLICATIONS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usa_carfactory.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modern factory.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IMPLICATIONS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advantage and one disadvantage of inertia.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IMPLICATIONS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Advantage: keeps jobs. Disadvantage: the firm may become uncompetitive.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Industrial Structure and Changes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Industrial Structure and Changes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21: Industrial Inertia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Examples of Industrial Inertia</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Industrial inertia can be understood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Industrial inertia: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survival of an industry in a place after the original reasons for its location have disappeared.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Examples of Industrial Inertia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Examples: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Steel works in Sheffield remained after local iron ore and coal ran out. In Cameroon, some old factories stay in central Douala despite congestion.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Reasons and Implications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Inertia has reasons and implications: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Reasons: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Moving is very costly because of huge investments in buildings and machines. Skilled labour, linkages, reputation and markets keep the industry in place.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Reasons and Implications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Implications: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Inertia keeps jobs and communities alive. But the firm may become uncompetitive and need modernisation or government support.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Reasons and Implications</a:t>
            </a:r>
            <a:endParaRPr lang="en-US" sz="3600" dirty="0"/>
          </a:p>
        </p:txBody>
      </p:sp>
      <p:pic>
        <p:nvPicPr>
          <p:cNvPr id="4" name="Image 0" descr="/home/claude/f4/img/v2/iron_steel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changing location of steel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industrial inertia and give an example.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 industry staying after its location advantages have gone; Sheffield steel.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reasons for industrial inertia.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High cost of moving and skilled labour (also linkages, reputation).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An industry staying after its advantages go shows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Money already invested is ______ costs.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Sheffield is known for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Find an old industry in Cameroon that stayed in its place and explain why.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22: New Trends in Manufacturing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Inertia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L'inertie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Skilled labour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main-d'œuvre qualifiée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coût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Tradition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tradition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Competitive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Compétitif</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Closure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fermeture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Industrial Structure and Changes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21: Industrial Inertia</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industrial inertia. Give examples. Explain its reasons and implications.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why some industries stay where they are after their original advantages disappear.</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and Examples of Industrial Inertia; Reasons and Implications.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Find an old industry in Cameroon that stayed in its place and explain why.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define inertia.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give other examples.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list reasons.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 linkages.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 implications.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6 (Economic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“Belval steel works, Luxembourg, May 1995” by sludgegulper, CC BY-SA 2.0, via Flickr (https://www.flickr.com/photos/28179929@N08/4991135732)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“Photo by USAID East Africa” by U.S. Agency for International Development, CC0 1.0, via rawpixel (https://www.rawpixel.com/image/4051097/image-public-domain-person-building)</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“rover 200 framing line” by spencer_cooper, CC BY-ND 2.0, via Flickr (https://www.flickr.com/photos/80889122@N06/7481166880)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50</Slides>
  <Notes>50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2026-09-29T12:18:58Z</dcterms:created>
  <dcterms:modified xsi:type="dcterms:W3CDTF">2026-09-29T12:18:58Z</dcterms:modified>
</cp:coreProperties>
</file>