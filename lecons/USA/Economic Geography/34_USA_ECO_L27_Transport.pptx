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Lst>
  <p:notesMasterIdLst>
    <p:notesMasterId r:id="rId6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notesMaster" Target="notesMasters/notesMaster1.xml"/><Relationship Id="rId62" Type="http://schemas.openxmlformats.org/officeDocument/2006/relationships/presProps" Target="presProps.xml"/><Relationship Id="rId63" Type="http://schemas.openxmlformats.org/officeDocument/2006/relationships/viewProps" Target="viewProps.xml"/><Relationship Id="rId64" Type="http://schemas.openxmlformats.org/officeDocument/2006/relationships/theme" Target="theme/theme1.xml"/><Relationship Id="rId6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27: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Transport Activities and Characteristics, and the sub-topic is Modes of Transport. The key notions we shall use today are: transport, mode, head portage, road, rail, inland waterway, ocean transport, containerisation, air transport, pipeline, cable way. At the end, you should be able to do this: learners are able to describe the modes of transport, compare them and explain the importance of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Further Study 5: Industrial Development and Change in Cameroon. The question was: Choose a raw material exported by Cameroon and suggest a factory to process it.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cocoa – build chocolate and cocoa-butter factories near the producing areas; this would add value, create jobs and increase export earnings.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transport and classify its modes. Number 2: compare the advantages and disadvantages of each mode. Number 3: explain the importance of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Goods and people move from one place to another. Cameroon has roads, a railway, ports and airports.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trader in Garoua must send 20 tonnes of cotton to Douala. She can use a truck, the train from Ngaoundéré or a boat on the Benue in the rainy season. Each choice has a different cost and speed.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trader must choose the best mode of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Name the three modes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Road, rail and river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should guide her choice?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Cost, speed, safety and the nature of the goods.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choose the most suitable mode of transport and use it safely.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choose the best transport for people and goods.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loaded pick-up on a rural road.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transport?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movement of people and goods from one place to another.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motorbike taxis.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one advantage and one disadvantage of motorbike taxis.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Advantage: they reach places cars cannot. Disadvantage: many accidents.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container port.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is containerisation?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Carrying goods in standard metal boxes that move easily between ships, trains and trucks.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an aircraft at an airport.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Which goods travel by air, and why?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Light, valuable or perishable goods like flowers and medicines, because air is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advantages and disadvantages of modes.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is rail better than road for heavy goods over long distances?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carries large loads cheaply over long distances.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Transport. Transport and its elements can be defined as follows. On this slide we have Transport.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of Transport. On this slide we have Mode of transport.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of Transport. On this slide we have Containerisation.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Land Transport. Land transport takes the following forms. On this slide we have Head portage.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Land Transport. On this slide we have Road transport.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Land Transport. On this slide we have Rail transport.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Water Transport. Water transport is of two types. On this slide we have Inland water transport.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Water Transport. On this slide we have Ocean transport.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Air and Other Modes. Air and other modes of transport are described as follows. On this slide we have Air transport.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Air and Other Modes. On this slide we have Pipelines.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Air and Other Modes. On this slide we have Rope ways and cable ways.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advantages and disadvantages of the modes.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General Importance of Transport. Transport is important for the following reasons. On this slide we have Economic importance.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General Importance of Transport. On this slide we have Social and political importance.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one advantage and one disadvantage of road and rail transport.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road: door to door, but costly over long distances. Rail: heavy loads, but fixed routes.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three importance of transport.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links markets, creates jobs and helps national unity.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portage; number 2, air; number 3,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Choose the best mode to carry cattle from Ngaoundéré to Yaoundé and justify your choice.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Practical Work 4: Calculating and Illustrating Transport Costs.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27: TRANSPORT</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27</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Transport</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Transport Activities and Characteristics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Modes of Transport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27: Transport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Transport, mode, head portage, road, rail, inland waterway, ocean transport, containerisation, air transport, pipeline, cable way.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of transport; land, water, air and other modes (characteristics, factors of development, advantages and disadvantages); general importance of transport.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the modes of transport, compare them and explain the importance of transport.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(Further Study 5: Industrial Development and Change in Cameroon):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Choose a raw material exported by Cameroon and suggest a factory to process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cocoa – build chocolate and cocoa-butter factories near the producing areas; this would add value, create jobs and increase export earnings.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transport and classify its modes.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Compare the advantages and disadvantages of each mode.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importance of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Goods and people move from one place to another.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has roads, a railway, ports and airports.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trader in Garoua must send 20 tonnes of cotton to Douala. She can use a truck, the train from Ngaoundéré or a boat on the Benue in the rainy season. Each choice has a different cost and speed.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trader must choose the best mode of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modes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Road, rail and river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should guide her choice?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Cost, speed, safety and the nature of the goods.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Choose the most suitable mode of transport and use it safely.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choose the best transport for people and goods.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TRANSPORT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sa_truck.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loaded pick-up on a rural road.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TRANSPORT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TRANSPORT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movement of people and goods from one place to another.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LAND TRANSPORT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moto_taxi.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Motorbike taxis.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LAND TRANSPORT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advantage and one disadvantage of motorbike taxis.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LAND TRANSPORT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Advantage: they reach places cars cannot. Disadvantage: many accidents.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WATER TRANSPORT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contain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container port.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WATER TRANSPORT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containerisation?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WATER TRANSPORT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Carrying goods in standard metal boxes that move easily between ships, trains and trucks.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AIR AND OTHER MODES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airpor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aircraft at an airport.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AIR AND OTHER MODES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goods travel by air, and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AIR AND OTHER MODES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Light, valuable or perishable goods like flowers and medicines, because air is fast.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COMPARISON AND IMPORTANCE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mod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Advantages and disadvantages of modes.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COMPARISON AND IMPORTANCE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rail better than road for heavy goods over long distances?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COMPARISON AND IMPORTANCE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carries large loads cheaply over long distances.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Transport Activities and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Modes of Transport</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27: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Transport</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Transport and its elements can be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Transport: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movement of people and goods from one place to another. It needs a route, a vehicle, a terminal and a source of power.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Transport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Mode of transport: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means of transport, such as road, rail, water, air or pipeline. Each mode has its own characteristics, costs and uses.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Transport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Containerisation: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carrying of goods in standard metal boxes that move easily between ships, trains and trucks. It reduces handling costs, theft and damage.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Modes of Transport</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Land Transport</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Land transport takes the following forms: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Head portage: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Goods are carried on the head, back or by animals along footpaths. It is cheap and reaches remote villages, but it is slow and carries small loads.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Modes of Transport</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Land Transport (continued)</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Road transport: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flexible and gives a door-to-door service for short and medium distances. Its development depends on relief, capital and demand, but it is costly over long distances and causes many accidents.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Modes of Transport</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Land Transport (continued)</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Rail transport: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carries heavy and bulky goods cheaply over long distances. It needs flat land and high capital, and its routes are fixed.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Modes of Transport</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Water Transport</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Water transport is of two types: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Inland water transport: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uses navigable rivers, lakes and canals, such as the Rhine or the Benue. It is cheap for bulky goods, but rapids, waterfalls and low water in the dry season limit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Modes of Transport</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Water Transport (continued)</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Ocean transport: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carries most of world trade in tankers, bulk carriers and container ships. It is the cheapest mode over long distances, but it is slow and needs deep ports.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Modes of Transport</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Air and Other Modes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Air and other modes of transport are described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Air transport: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fastest mode and crosses mountains, seas and forests. It is very costly, carries small loads and needs airports.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Modes of Transport</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C) Air and Other Modes (continued)</a:t>
            </a:r>
            <a:endParaRPr lang="en-US" sz="30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Pipelines: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carry oil, gas and water continuously and cheaply once built. Their building cost is high and they carry only liquids and gases.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Modes of Transport</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C) Air and Other Modes (continued)</a:t>
            </a:r>
            <a:endParaRPr lang="en-US" sz="30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Rope ways and cable ways: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carry people and goods across mountains and valleys. They are used in mines and ski resorts but carry small loads.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Modes of Transport</a:t>
            </a:r>
            <a:endParaRPr lang="en-US" sz="3600" dirty="0"/>
          </a:p>
        </p:txBody>
      </p:sp>
      <p:pic>
        <p:nvPicPr>
          <p:cNvPr id="4" name="Image 0" descr="/home/claude/f4/img/v2/mod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advantages and disadvantages of the modes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General Importance of Transport</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Transport is important for the following reasons: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Economic importance: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Transport links raw materials, factories and markets and makes trade possible. It also creates jobs for drivers, mechanics and port workers.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General Importance of Transport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Social and political importance: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allows people to reach schools, hospitals and tourist sites. It also promotes national unity and the defence of the territory.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advantage and one disadvantage of road and rail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Road: door to door, but costly over long distances. Rail: heavy loads, but fixed routes.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importance of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Links markets, creates jobs and helps national unity.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Carrying loads on the head is head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fastest mode is ______ transport.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Oil is often carried by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Choose the best mode to carry cattle from Ngaoundéré to Yaoundé and justify your choice.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4: Calculating and Illustrating Transport Costs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Transport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transport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Road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route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Railway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chemin de fer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Airport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L'aéroport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Pipeline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L'oléoduc</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Transport Activities and Characteristics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27: Transport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transport and classify its modes. Compare the advantages and disadvantages of each mode. Explain the importance of transport.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the modes of transport, compare them and explain the importance of transport.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Transport; Land Transport; Water Transport; Air and Other Modes; General Importance of Transport.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Choose the best mode to carry cattle from Ngaoundéré to Yaoundé and justify your choice.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ways people travel in your village.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discuss motorbike taxis in your town.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a container.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air goods.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read the table.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“Traveling by truck” by World Bank Photo Collection, CC BY-NC-ND 2.0, via Flickr (https://www.flickr.com/photos/10816734@N03/2628517227)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“Cameroon - UN Women's Gender Road Project” by UN Women Gallery, CC BY-NC-ND 2.0, via Flickr (https://www.flickr.com/photos/51431730@N04/47586053052)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“Container Ships @ Port of Oakland” by jdnx, CC BY 2.0, via Flickr (https://www.flickr.com/photos/21442511@N08/3464243881)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“Airplane” by jeffk, CC BY 2.0, via Flickr (https://www.flickr.com/photos/44124372247@N01/59597563)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59</Slides>
  <Notes>59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59</vt:i4>
      </vt:variant>
    </vt:vector>
  </HeadingPairs>
  <TitlesOfParts>
    <vt:vector size="6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2026-09-29T03:13:13Z</dcterms:created>
  <dcterms:modified xsi:type="dcterms:W3CDTF">2026-09-29T03:13:13Z</dcterms:modified>
</cp:coreProperties>
</file>