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25: Sub-optimal Industrial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point inside the margins.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reasons.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incentives.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link to inertia.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sub-optimal 2. satisficer 3. inertia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25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Sub-optimal Industrial Location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Industrial Location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Industrial Location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25: Sub-optimal Industrial Location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Sub-optimal location, satisficer, behavioural approach, imperfect information.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reasons of sub-optimal location.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many factories are not in the best possible location.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sub-optimal location.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reasons for sub-optimal locations.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examples.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Smith's model allows profit in a zone.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choice affects location.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businessman from Bafoussam built his factory in his home town although Douala would have been cheaper for transport and markets. His factory still makes a small profit.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factory is not in the best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such a location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Sub-optimal.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he choose it?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Personal preference (home town) and the profit is enough.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real decisions behind factory locations.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mit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zone of profit.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sub-optimal location?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location that gives some profit but not the maximum.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factory_work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9570" y="1691640"/>
            <a:ext cx="814981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Workers in a local factory.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reasons for sub-optimal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Personal preference and lack of information (also inertia, government).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phone_farm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Information on a phone.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imperfect information lead to sub-optimal choices?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Owners do not know all costs and sites, so they choose what they know.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GOVERNMENT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newtow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planned area.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GOVERNMENT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government cause sub-optimal locations?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GOVERNMENT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may force or pay firms to locate in poorer regions.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ste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old steel works.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industrial inertia a cause of sub-optimal location?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EXAMPLES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Firms stay in old places that are no longer the best.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Sub-optimal Industrial Location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Theories of Industrial Location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Theories of Industrial Location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25: Sub-optimal Industrial Location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Sub-optimal location: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location that makes a profit but not the highest possible profit.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Satisficer: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decision-maker who is happy with a good enough result.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Reasons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Human behaviour: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Owners are satisficers, not perfect optimisers. They prefer their home town or a pleasant place.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Imperfect information: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Managers do not know all costs and markets. Decisions are made quickly with limited data.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Reasons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Other reasons: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Industrial inertia, government policy and changing conditions make old choices sub-optimal. Smith's margins allow this.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Implications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Results: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factories are not at the least-cost point but still survive. Regions gain jobs they might not get otherwise.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Risks: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Sub-optimal firms may close when competition increases. Government help may be needed.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sub-optimal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location that makes a profit but not the maximum.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reasons for sub-optimal location.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Personal choice, imperfect information, government policy (also inertia).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location with less than maximum profit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person happy with good enough results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Staying in an old place is industrial ______.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a business in your town that is not in the best location and explain why.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26: Impacts of Manufacturing on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Sub-optimal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Sous-optimal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décision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L'information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préférence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comportement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survie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Industrial Location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25: Sub-optimal Industrial Location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sub-optimal location. Explain the reasons for sub-optimal locations. Give examples.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why many factories are not in the best possible location.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Sub-optimal location, Satisficer; II. Reasons: Human behaviour, Imperfect information, Other reasons; III. Implications: Results, Risks.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 business in your town that is not in the best location and explain why.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“Photo by USAID East Africa” by U.S. Agency for International Development, CC0 1.0, via rawpixel (https://www.rawpixel.com/image/4051097/image-public-domain-person-building)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“Using mobile technology to give feedback about the crop trials” by Bioversity International, CC BY-NC-ND 2.0, via Flickr (https://www.flickr.com/photos/50383637@N07/15019002626)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“New Town Housing, Fullers Slade, Milton Keynes” by The JR James Archive, University of Sheffield, CC BY-NC 2.0, via Flickr (https://www.flickr.com/photos/98068999@N05/9253665547)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“Belval steel works, Luxembourg, May 1995” by sludgegulper, CC BY-SA 2.0, via Flickr (https://www.flickr.com/photos/28179929@N08/4991135732)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2026-09-26T20:31:28Z</dcterms:created>
  <dcterms:modified xsi:type="dcterms:W3CDTF">2026-09-26T20:31:28Z</dcterms:modified>
</cp:coreProperties>
</file>