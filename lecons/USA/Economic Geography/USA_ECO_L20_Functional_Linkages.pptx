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20: Functional Linkages.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suppliers.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Douala.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 with an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backward 2. forward 3. multiplier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ECONOMIC GEOGRAPHY  —  LESSON 20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Linkages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6: Understanding and managing the dynamics of economic activities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Structure and Changes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Structure and Changes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20: Functional Linkages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Linkage, backward linkage, forward linkage, horizontal linkage, diagonal linkage, multiplier effect.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and types of linkages; reasons; significance.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industrial linkages and their importance.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functional linkage.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types of linkages.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significance of linkages.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group together.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need suppliers.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car factory needs steel, glass and tyres from other factories, and sells cars through dealers and garages. When the factory closed in a town, suppliers and garages also lost jobs.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Industries depend on each other.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are these connections called?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linkages.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did suppliers lose jobs?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Their customer factory closed.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links between industries.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linkag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Backward and forward linkages.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backward and forward linkages.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Backward: links with suppliers. Forward: links with customers.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usa_carfacto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car assembly line.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three suppliers of a car factory.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Steel, glass and tyre makers.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usa_brewe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brewery bottling line.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forward linkage of a brewery.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Distributors, bars and shops that sell the drinks.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REASONS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doual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Douala.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REASONS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linked industries locate close together?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REASONS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reduce transport costs and deliver quickly.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SIGNIFICANCE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factory_work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570" y="1691640"/>
            <a:ext cx="814981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Factory workers.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SIGNIFICANCE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multiplier effect?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SIGNIFICANCE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new industry creates more jobs in linked industries and services.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Linkages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Industrial Structure and Changes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Industrial Structure and Changes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20: Functional Linkages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linkage: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connection between firms through supplies, sales or services.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Multiplier effect: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when one new activity creates more jobs and income in other activities.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Backward linkages: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link a firm with its suppliers of materials and parts. A car factory buys steel and tyres.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Forward linkages: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link a firm with firms that use or sell its products. Cars go to dealers and garages.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Horizontal and diagonal linkages: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Horizontal linkages join firms making parts for the same product. Diagonal linkages supply services like transport and cleaning to many firms.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Reasons and Significance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Reasons: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Linked firms locate close together to cut transport costs and time. They share information and workers.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Significance: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Linkages create the multiplier effect and growth. They explain why agglomerations form.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Reasons and Significance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Risks: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one firm closes, linked firms suffer. Diverse linkages reduce this risk.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Reasons and Significance (3/3)</a:t>
            </a:r>
            <a:endParaRPr lang="en-US" sz="3600" dirty="0"/>
          </a:p>
        </p:txBody>
      </p:sp>
      <p:pic>
        <p:nvPicPr>
          <p:cNvPr id="13" name="Image 0" descr="/home/claude/f4/img/v2/linkag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linkages.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backward and forward linkages with examples.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Backward: supplier of tyres to a car factory. Forward: car dealer.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the multiplier effect.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new industry creates more jobs and income in linked activities.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Links with suppliers are ______ linkages.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Links with customers are ______ linkages.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activity creating others is the ______ effect.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linkages of a factory in your town.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21: Industrial Inertia.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lien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fournisseur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client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 effect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L'effet multiplicateur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pièces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service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Structure and Changes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20: Functional Linkages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functional linkage. Distinguish types of linkages. Explain the significance of linkages.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industrial linkages and their importance.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Functional linkage, Multiplier effect; II. Types: Backward linkages, Forward linkages, Horizontal and diagonal linkages; III. Reasons and Significance: Reasons, Significance, Risks.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linkages of a factory in your town.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6 (Economic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“rover 200 framing line” by spencer_cooper, CC BY-ND 2.0, via Flickr (https://www.flickr.com/photos/80889122@N06/7481166880)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“Schneider Weisse bottling line” by Bernt Rostad, CC BY 2.0, via Flickr (https://www.flickr.com/photos/67975030@N00/8434576955)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“Douala” by christing-O-, CC BY 2.0, via Flickr (https://www.flickr.com/photos/76187282@N00/7227535754)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“Photo by USAID East Africa” by U.S. Agency for International Development, CC0 1.0, via rawpixel (https://www.rawpixel.com/image/4051097/image-public-domain-person-building)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2026-09-26T20:31:27Z</dcterms:created>
  <dcterms:modified xsi:type="dcterms:W3CDTF">2026-09-26T20:31:27Z</dcterms:modified>
</cp:coreProperties>
</file>