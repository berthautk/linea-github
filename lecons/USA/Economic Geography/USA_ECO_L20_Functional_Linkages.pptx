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20: Functional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Industrial Structure and Changes, and the sub-topic is Industrial Structure and Changes. The key notions we shall use today are: linkage, backward linkage, forward linkage, horizontal linkage, diagonal linkage, multiplier effect. At the end, you should be able to do this: learners are able to explain industrial linkages and their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Measuring Industrial Agglomeration: The Location Quotient. The question was: Calculate the LQ for each region using the table and draw a choropleth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Using the table: North LQ = 3.0 (concentrated), Coast = 1.0 (average), Centre = 0.5 (under-represented). The choropleth map shades the North darkest.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functional linkage. Number 2: distinguish types of linkages. Number 3: explain the significance of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Industries group together. Factories need suppliers.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car factory needs steel, glass and tyres from other factories, and sells cars through dealers and garages. When the factory closed in a town, suppliers and garages also lost jobs.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these connections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Functional linkages.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suppliers lose jobs?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customer factory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linkages between local firms to multiply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links between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backward and forward linkages.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backward and forward linkages.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Backward: links with suppliers. Forward: links with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car assembly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suppliers of a car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Steel, glass and tyre makers.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brewery bottling line.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forward linkage of a brewery.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Distributors, bars and shops that sell the drinks.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linked industries locate close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reduce transport costs and deliver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multiplier effect?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new industry creates more jobs in linked industries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Functional Linkages. Functional linkages can be understood as follows. On this slide we have Functional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Backward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Forward linkages.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Functional Linkages. On this slide we have Horizontal (common service) linkages.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backward and forward linkages.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and Significance. Linkages exist for the following reasons and have the following significance. On this slide we have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backward and forward linkages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backward: supplier of tyres to a car factory. Forward: car dealer.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multiplier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one new industry creates more jobs and income in linked activities.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backward; number 2, forward; number 3,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linkages of a factory in your town.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21: Industrial Inertia.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20: FUNCTIONAL LINKAGES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20: Functional Linkages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Functional Linkages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Structure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20: Functional Linkages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Linkage, backward linkage, forward linkage, horizontal linkage, diagonal linkage, multiplier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linkages; reasons;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industrial linkages and their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Measuring Industrial Agglomeration: The Location Quotient):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LQ for each region using the table and draw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North LQ = 3.0 (concentrated), Coast = 1.0 (average), Centre = 0.5 (under-represented). The choropleth map shades the North darkest.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functional linkage.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types of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significance of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group together.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suppliers.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car factory needs steel, glass and tyres from other factories, and sells cars through dealers and garages. When the factory closed in a town, suppliers and garages also lost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connections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suppliers lose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customer factory closed.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linkages between local firms to multiply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links between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Backward and forward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backward and forward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Backward: links with suppliers. Forward: links with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car assembly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suppliers of a car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BACKWARD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Steel, glass and tyre makers.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rew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brewery bottling line.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forward linkage of a brewery.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FORWARD LINKAGES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Distributors, bars and shops that sell the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linked industries locate close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reduce transport costs and deliver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multiplier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new industry creates more jobs in linked industries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Industrial Structure and Changes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Industrial Structure and Changes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Functional Linkages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Functional linkages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connections between industries that supply each other with materials, parts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Backward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a factory to its suppliers of raw materials and parts. A car factory depends on steel, glass and tyre makers.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Forward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link a factory to the firms that use or sell its products. A brewery supplies distributors, bars and shops.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Horizontal (common service) linkages: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firms share services such as banks, repair shops and transport. This is common in industrial estates.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Functional Linkages</a:t>
            </a:r>
            <a:endParaRPr lang="en-US" sz="3600" dirty="0"/>
          </a:p>
        </p:txBody>
      </p:sp>
      <p:pic>
        <p:nvPicPr>
          <p:cNvPr id="4" name="Image 0" descr="/home/claude/f4/img/v2/link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backward and forward linkages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Linkages exist for the following reasons and have the following significance: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Linked firms locate close together to reduce transport costs and delays. They share information, skilled labour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Linkages create agglomerations and a multiplier effect: one new factory creates jobs in many other firms. Closing one factory can also cause job losses in its suppliers.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backward and forward linkages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Backward: supplier of tyres to a car factory. Forward: car dealer.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multiplier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new industry creates more jobs and income in linked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Links with suppliers are ______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Links with customers are ______ linkages.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One activity creating others is the ______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linkages of a factory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Industrial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Linkage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Supplier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fournisseur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Multiplier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multiplicateur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pièces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Industrial Structure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20: Functional Linkages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functional linkage. Distinguish types of linkages. Explain the significance of linkages.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industrial linkages and their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Functional Linkages; Reasons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linkages of a factory in your town.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diagram.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suppliers.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customers.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with an example.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“Schneider Weisse bottling line” by Bernt Rostad, CC BY 2.0, via Flickr (https://www.flickr.com/photos/67975030@N00/8434576955)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2026-09-27T09:50:12Z</dcterms:created>
  <dcterms:modified xsi:type="dcterms:W3CDTF">2026-09-27T09:50:12Z</dcterms:modified>
</cp:coreProperties>
</file>