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24: Other Theories of Industrial Location: Lösch and Smith.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Theories of Industrial Location, and the sub-topic is Theories of Industrial Location. The key notions we shall use today are: lösch, market area, maximum revenue, D. M. Smith, space-cost curve, spatial margins of profitability. At the end, you should be able to do this: learners are able to explain and compare Lösch's and Smith's theories.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3: Material Index, Location Triangles and Isodapanes. The question was: Calculate ton-kilometres for three sites and choose the least-cost site.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site A = 2 × 30 + 1 × 20 = 80 ton-km; site B = 2 × 10 + 1 × 40 = 60 ton-km; site C = 2 × 20 + 1 × 30 = 70 ton-km. Site B is the least-cost site.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Lösch's market area theory. Number 2: explain Smith's spatial margins of profitability. Number 3: compare them with Weber.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Weber sought the least-cost location. Christaller used hexagons.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Two bakeries sell bread in a town. One is in the centre where many customers pass; the other on the edge where rent is cheap. Both make a profit. A learner asks if there is only one best location.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Firms can make profit in several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theory says profit is possible in a zone?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Smith's spatial margins of profitability.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theory focuses on sales?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Lösch's market area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compare location theories to understand real industrial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see industrial location from the side of demand and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lösch's market areas.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did Lösch seek?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location of maximum revenue (largest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hexagonal market areas.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Lösch's market areas hexagons?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Demand falls with distance and hexagons cover space with no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spatial margins of profitability.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are the spatial margins of profitability?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limits of the area where revenue is greater than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modern firm.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Smith's theory explain sub-optimal locations?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firm can make profit anywhere inside the margins, not only at the best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weber's triangle.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Compare Weber, Lösch and Smith.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Weber: least cost. Lösch: maximum revenue. Smith: profit zone between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Lösch's Market Area Theory (1940). August Lösch's theory states that. On this slide we have Aim and principle.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Lösch's Market Area Theory (1940). On this slide we have Market areas and Criticisms.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lösch's hexagonal market areas.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Smith's Space-Cost Theory (1966). David M. Smith's theory states that. On this slide we have Principle.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Smith's Space-Cost Theory (1966). On this slide we have Spatial margins of profitability.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Smith's Space-Cost Theory (1966). On this slide we have Strengths.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smith's spatial margins of profitability.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Comparison of Theories. The three theories can be compared as follows. On this slide we have Weber and Lösch.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Comparison of Theories. On this slide we have Smith.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Compare the approaches of Weber and Lösch.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weber: least cost. Lösch: maximum revenue.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Smith's spatial margins of profitability.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limits of the zone where revenue exceeds cost; profit is possible anywhere inside.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revenue; number 2, margins; number 3,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Make a table comparing Weber, Lösch and Smith.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25: Sub-optimal Industrial Location.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24: OTHER THEORIES OF INDUSTRIAL LOCATION: LÖSCH AND SMITH</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Other Theories of Industrial Location: Lösch and Smith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Theories of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24: Other Theories of Industrial Location: Lösch and Smith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Lösch, market area, maximum revenue, D. M. Smith, space-cost curve, spatial margins of profitability.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Lösch's market area theory; D. M. Smith's space-cost theory.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and compare Lösch's and Smith's theories.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3: Material Index, Location Triangles and Isodapanes):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ton-kilometres for three sites and choose the least-cost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site A = 2 × 30 + 1 × 20 = 80 ton-km; site B = 2 × 10 + 1 × 40 = 60 ton-km; site C = 2 × 20 + 1 × 30 = 70 ton-km. Site B is the least-cost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Lösch's market area theory.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Smith's spatial margins of profitability.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them with Weber.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Weber sought the least-cost location.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Christaller used hexagons.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bakeries sell bread in a town. One is in the centre where many customers pass; the other on the edge where rent is cheap. Both make a profit. A learner asks if there is only one best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Firms can make profit in several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theory says profit is possible in a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Smith's spatial margins of profitability.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theory focuses on sales?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Lösch's market area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location theories to understand real industrial choices.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see industrial location from the side of demand and profit.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LÖSCH'S MARKET AREA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osch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Lösch's market areas.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LÖSCH'S MARKET AREA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Lösch seek?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LÖSCH'S MARKET AREA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location of maximum revenue (largest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LÖSCH'S MARKET AREA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hristall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Hexagonal market areas.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LÖSCH'S MARKET AREA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Lösch's market areas hexagons?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LÖSCH'S MARKET AREA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Demand falls with distance and hexagons cover space with no gaps.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SMITH'S SPACE-COST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smi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Spatial margins of profitability.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SMITH'S SPACE-COST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spatial margins of profitability?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SMITH'S SPACE-COST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limits of the area where revenue is greater than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SMITH'S SPACE-COST THEORY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echpark.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firm.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SMITH'S SPACE-COST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Smith's theory explain sub-optimal locations?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SMITH'S SPACE-COST THEORY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firm can make profit anywhere inside the margins, not only at the best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web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Weber's triangle.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Weber, Lösch and Smith.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Weber: least cost. Lösch: maximum revenue. Smith: profit zone between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Theories of Industrial Location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Theories of Industrial Location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24: Other Theories of Industrial Location: Lösch and Smith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Lösch's Market Area Theory (1940)</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August Lösch's theory states that: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Aim and principle: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firm seeks the location with the largest market and maximum revenue, not only the lowest cost. Demand falls with distance from the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Lösch's Market Area Theory (1940)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Market areas: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Market areas of competing firms become hexagons that cover the space without gaps. Industries therefore locate in a regular pattern.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Criticisms: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assumes a uniform plain and equal demand everywhere. It ignores differences in costs between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Lösch's Market Area Theory (1940)</a:t>
            </a:r>
            <a:endParaRPr lang="en-US" sz="3600" dirty="0"/>
          </a:p>
        </p:txBody>
      </p:sp>
      <p:pic>
        <p:nvPicPr>
          <p:cNvPr id="4" name="Image 0" descr="/home/claude/f4/img/v2/losch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Lösch's hexagonal market areas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Smith's Space-Cost Theory (1966)</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David M. Smith's theory states that: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Principle: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Both costs and revenues vary in space. A firm can make a profit anywhere where revenue is greater than cost.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Smith's Space-Cost Theory (1966)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Spatial margins of profitability: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margins are the limits beyond which the firm makes a loss. Inside them there is an optimum point but also many sub-optimal profitable locations.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Smith's Space-Cost Theory (1966)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Strengths: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realistic and explains why firms are not always at the best location. Personal choice and government aid can move firms within the margins.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Smith's Space-Cost Theory (1966)</a:t>
            </a:r>
            <a:endParaRPr lang="en-US" sz="3600" dirty="0"/>
          </a:p>
        </p:txBody>
      </p:sp>
      <p:pic>
        <p:nvPicPr>
          <p:cNvPr id="4" name="Image 0" descr="/home/claude/f4/img/v2/smi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Smith's spatial margins of profitability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Comparison of Theories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three theories can be compared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Weber and Lösch: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Weber looks for the least-cost location, while Lösch looks for the maximum-revenue location. Both assume a uniform 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Comparison of Theories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Smith: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Smith combines cost and revenue and accepts sub-optimal locations. His theory is closest to reality.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approaches of Weber and Lösch.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Weber: least cost. Lösch: maximum revenue.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Smith's spatial margins of profitability.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limits of the zone where revenue exceeds cost; profit is possible anywhere inside.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Lösch sought maximum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Smith's profit zone lies between the spatial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Weber sought least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table comparing Weber, Lösch and Smith.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25: Sub-optimal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Revenue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revenu (recette)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Profit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profit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Margin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Demand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demande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Market area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 de marché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Theory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théorie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Theories of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24: Other Theories of Industrial Location: Lösch and Smith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Lösch's market area theory. Explain Smith's spatial margins of profitability. Compare them with Weber.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and compare Lösch's and Smith's theories.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Lösch's Market Area Theory (1940); Smith's Space-Cost Theory (1966); Comparison of Theories.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Make a table comparing Weber, Lösch and Smith.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hexagons.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with Christaller.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curves.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choices.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make a table.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“Knight-Crane Convergence Lab” by Knight Foundation, CC BY-SA 2.0, via Flickr (https://www.flickr.com/photos/9133668@N08/6242015734)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2026-09-27T10:31:51Z</dcterms:created>
  <dcterms:modified xsi:type="dcterms:W3CDTF">2026-09-27T10:31:51Z</dcterms:modified>
</cp:coreProperties>
</file>