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Further Study 5: Industrial Development and Change in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factories.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Douala.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problems.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Vision 2035.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substitution 2. Garoua 3. Douala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FURTHER STUDY 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Development and Change in Cameroon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Geography of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Manufacturing Industries of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5: Industrial Development and Change in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substitution, light industry, industrial region, industrial zone, emergence.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Characteristics of manufacturing; the four industrial regions and their industries; location and growth factors; reasons for low industrialisation; state efforts; socio-economic impacts.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industries of Cameroon and explain their distribution and problems.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characteristics of manufacturing in Cameroon.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four industrial regions and their factors.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low level of industrialisation, state efforts and impacts.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industries of Cameroon are in Douala.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ALUCAM, CICAM and SONARA are major industries.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exports cocoa beans, logs and crude oil but imports chocolate, furniture and petrol. Most factories are in Douala; the East and the South have very few.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exports raw materials and imports manufactured goods.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are most factories?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Douala (the coastal region).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industry weak?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Lack of capital, technology, energy and markets.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further study helps us to understand the industries of Cameroon and how to develop them.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CHARACTERISTICS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sa_brewe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brewery.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CHARACTERISTICS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characteristics of industry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CHARACTERISTICS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Mostly light industries and import substitution (also based on local raw materials).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INDUSTRIAL REGIONS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cmr_industr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four industrial regions (simplified).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INDUSTRIAL REGIONS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industrial regions and one industry in each.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INDUSTRIAL REGIONS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Coastal (ALUCAM), Centre-South (breweries, wood), West (coffee, food), North (textiles, cement).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contai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port.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coastal region the most industrialised?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port, the largest market, power and banks are there.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muddy_roa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poor road.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reasons for the low level of industrialisation.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Lack of capital, technology and energy (also small market, poor transport).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STATE EFFORTS AND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usa_smel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aluminium smelter.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STATE EFFORTS AND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state efforts and two impacts of industry.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STATE EFFORTS AND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Efforts: industrial zones, investment charter. Impacts: jobs and pollution.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Industrial Development and Change in Cameroon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Geography of Cameroon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Manufacturing Industries of Cameroon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Further Study 5: Industrial Development and Change in Cameroon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 substitution: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making at home goods that were once imported.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Industrial zone: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land set aside and equipped for factories.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Characteristics and Regions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Characteristics: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Industry is small, mostly light and based on agricultural raw materials. Many firms replace imports, like drinks, soap and cement.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Coastal and Centre-South regions: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 has most factories (food, drinks, chemicals), Edéa has ALUCAM and Limbe SONARA. Yaoundé and Mbalmayo have drinks, printing and wood industries.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Characteristics and Regions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West and North: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Bafoussam and Bamenda process coffee and food. Garoua has CICAM textiles and Figuil cement.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Problems, Efforts and Impacts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Low industrialisation: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Capital, technology, skilled labour and cheap energy are lacking. The market is small and transport is poor.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State efforts: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state creates industrial zones, dams (Lom Pangar, Memve'ele) and the Kribi port. The investment charter gives incentives to investors.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Problems, Efforts and Impacts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Impacts: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Industry creates jobs, taxes and urban growth. It also causes pollution and regional inequality.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Problems, Efforts and Impacts (3/3)</a:t>
            </a:r>
            <a:endParaRPr lang="en-US" sz="3600" dirty="0"/>
          </a:p>
        </p:txBody>
      </p:sp>
      <p:pic>
        <p:nvPicPr>
          <p:cNvPr id="13" name="Image 0" descr="/home/claude/f4/img/v2/cmr_industr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map.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industrial regions of Cameroon with one industry each.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Coastal (ALUCAM), Centre-South (breweries), West (coffee), North (CICAM).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reasons for the low level of industrialisation.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Lack of capital, technology and energy.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Making goods once imported is import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CICAM is at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factories are in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Choose a raw material exported by Cameroon and suggest a factory to process it.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27: Transport.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L'industrie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substitution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substitution aux importations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zone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zone industrielle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textile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Refinery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raffinerie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L'émergence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Geography of Cameroon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5: Industrial Development and Change in Cameroon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characteristics of manufacturing in Cameroon. Describe the four industrial regions and their factors. Explain the low level of industrialisation, state efforts and impacts.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industries of Cameroon and explain their distribution and problems.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Import substitution, Industrial zone; II. Characteristics and Regions: Characteristics, Coastal and Centre-South regions, West and North; III. Problems, Efforts and Impacts: Low industrialisation, State efforts, Impacts.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Choose a raw material exported by Cameroon and suggest a factory to process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“Schneider Weisse bottling line” by Bernt Rostad, CC BY 2.0, via Flickr (https://www.flickr.com/photos/67975030@N00/8434576955)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“Container Ships @ Port of Oakland” by jdnx, CC BY 2.0, via Flickr (https://www.flickr.com/photos/21442511@N08/3464243881)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“Cameroon - UN Women's Gender Road Project” by UN Women Gallery, CC BY-NC-ND 2.0, via Flickr (https://www.flickr.com/photos/51431730@N04/40672356003)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“20080326_03 Aluminium smelter” by Bush Philosopher - Dave Clarke, CC BY-NC-ND 2.0, via Flickr (https://www.flickr.com/photos/73115147@N00/2402063103)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2026-09-26T20:31:28Z</dcterms:created>
  <dcterms:modified xsi:type="dcterms:W3CDTF">2026-09-26T20:31:28Z</dcterms:modified>
</cp:coreProperties>
</file>