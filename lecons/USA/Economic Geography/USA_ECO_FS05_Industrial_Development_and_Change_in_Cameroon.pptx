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5: Industrial Development and Change in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6: Understanding and managing the dynamics of economic activities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Geography of Cameroon, and the sub-topic is Manufacturing Industries of Cameroon. The key notions we shall use today are: import substitution, light industry, industrial region, industrial zone, emergence. At the end, you should be able to do this: learners are able to describe the industries of Cameroon and explain their distribution and problems.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26: Impacts of Manufacturing on the Environment. The question was: Identify a source of pollution in your town and suggest a solution.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smoke from a soap or brick factory near homes; solution – install a filter on the chimney, use cleaner fuel and move the factory to the industrial zone.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characteristics of manufacturing in Cameroon. Number 2: describe the four industrial regions and their factors. Number 3: explain the low level of industrialisation, state efforts and impacts.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Most industries of Cameroon are in Douala. ALUCAM, CICAM and SONARA are major industries.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exports cocoa beans, logs and crude oil but imports chocolate, furniture and petrol. Most factories are in Douala; the East and the South have very few.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 exports raw materials and imports manufactured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Where are most factories?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In Douala (the coastal region).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is industry weak?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Lack of capital, technology, energy and markets.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promote industrialisation in Cameroon through local processing.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understand the industries of Cameroon and how to develop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brewery.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Give two characteristics of industry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Mostly light industries and import substitution (also based on local raw materials).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the four industrial regions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Name the four industrial regions and one industry in 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Coastal (ALUCAM), Centre-South (breweries, wood), West (coffee, food), North (textiles, 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port.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is the coastal region the most industrialised?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port, the largest market, power and banks are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poor road.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three reasons for the low level of industrialisation.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Lack of capital, technology and energy (also small market, poor transport).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an aluminium smelter.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state efforts and two impacts of industry.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Efforts: industrial zones, investment charter. Impacts: jobs and pollution.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of Manufacturing Industries. Industry in Cameroon has the following characteristics. On this slide we have Low level and light industries.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of Manufacturing Industries. On this slide we have Import substitution and raw-material orientation.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Main Industrial Regions. Cameroon has four main industrial regions. On this slide we have Coastal region (Douala–Edéa–Limbe–Kribi).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Industrial Regions. On this slide we have Centre-South region (Yaoundé–Mbalmayo).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Industrial Regions. On this slide we have Western region (Bafoussam–Bamenda).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Main Industrial Regions. On this slide we have Northern region (Garoua–Maroua).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industrial regions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Problems, State Efforts and Impacts. Industrialisation faces problems and has impacts. On this slide we have Reasons for low industrialisation.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State Efforts and Impacts. On this slide we have Efforts by the state.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Problems, State Efforts and Impacts. On this slide we have Socio-economic impacts.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four industrial regions of Cameroon with one industry each.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coastal (ALUCAM), Centre-South (breweries), West (coffee), North (CICAM).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reasons for the low level of industrialisation.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lack of capital, technology and energy.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substitution; number 2, Garoua; number 3, Douala.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Choose a raw material exported by Cameroon and suggest a factory to process it.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27: Transport.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FURTHER STUDY 5: INDUSTRIAL DEVELOPMENT AND CHANGE IN CAMEROON</a:t>
            </a:r>
            <a:endParaRPr lang="en-US" sz="12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5: Industrial Development and Change in Cameroon</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Industrial Development and Change in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6: Understanding and managing the dynamics of economic activities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Manufacturing Industries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5: Industrial Development and Change in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Import substitution, light industry, industrial region, industrial zone, emergence.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Characteristics of manufacturing; the four industrial regions and their industries; location and growth factors; reasons for low industrialisation; state efforts; socio-economic impacts.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industries of Cameroon and explain their distribution and problems.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26: Impacts of Manufacturing on the Environment):</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Identify a source of pollution in your town and suggest a solution.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smoke from a soap or brick factory near homes; solution – install a filter on the chimney, use cleaner fuel and move the factory to the industrial zone.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manufacturing in Cameroon.</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four industrial regions and their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low level of industrialisation, state efforts and impacts.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Most industries of Cameroon are in Douala.</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ALUCAM, CICAM and SONARA are major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exports cocoa beans, logs and crude oil but imports chocolate, furniture and petrol. Most factories are in Douala; the East and the South have very few.</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exports raw materials and imports manufactured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most factories?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Douala (the coastal region).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industry weak?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energy and markets.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Promote industrialisation in Cameroon through local processing.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understand the industries of Cameroon and how to develop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usa_brewer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brewery.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industry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Mostly light industries and import substitution (also based on local raw materials).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INDUSTRIAL REGIONS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cmr_industr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four industrial regions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INDUSTRIAL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industrial regions and one industry in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MAIN INDUSTRIAL REGIONS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(ALUCAM), Centre-South (breweries, wood), West (coffee, food), North (textiles, cement).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LOCATIONAL AND GROWTH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port.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LOCATIONAL AND GROWTH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 coastal region the most industrialised?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LOCATIONAL AND GROWTH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port, the largest market, power and banks are there.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FOR LOW INDUSTRIALISATION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uddy_roa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poor road.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FOR LOW 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for the low level of 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4. REASONS FOR LOW INDUSTRIALISATION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and energy (also small market, poor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STATE EFFORTS AND IMPACTS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usa_smel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aluminium smelter.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STATE EFFORTS AND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state efforts and two impacts of industry.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5. STATE EFFORTS AND IMPACTS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Efforts: industrial zones, investment charter. Impacts: jobs and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Geography of Cameroon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Manufacturing Industries of Cameroon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Further Study 5: Industrial Development and Change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Manufacturing Industries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Industry in Cameroon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Low level and light industries: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Manufacturing contributes only about 15 % of GDP. Most industries are light: food, drinks, textiles, wood and soap.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Characteristics of Manufacturing Industries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Import substitution and raw-material orientation: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factories make goods once imported, such as beer, soap and cement. Others process local raw materials (timber, cocoa, cotton) for export.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Industrial Regions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Cameroon has four main industrial regions: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region (Douala–Edéa–Limbe–Kribi):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ALUCAM, SONARA, breweries, cement and food industries. The port, market, power and banks explain its dominance.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Industrial Regions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Centre-South region (Yaoundé–Mbalmayo):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has breweries, sawmills, tobacco and food industries. The capital market and forests attract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Industrial Regions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Western region (Bafoussam–Bamenda):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processes coffee, tea and food and has small industries. Dense population and agriculture support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Industrial Regions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Northern region (Garoua–Maroua):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CICAM textiles, cotton ginneries, oil mills and a brewery process local cotton and grain. Lagdo power and the market of Chad and Nigeria help.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Main Industrial Regions</a:t>
            </a:r>
            <a:endParaRPr lang="en-US" sz="3600" dirty="0"/>
          </a:p>
        </p:txBody>
      </p:sp>
      <p:pic>
        <p:nvPicPr>
          <p:cNvPr id="4" name="Image 0" descr="/home/claude/f4/img/v2/cmr_industr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industrial regions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State Efforts and Impacts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Industrialisation faces problems and has impacts: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Reasons for low industrialisation: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skilled labour and reliable electricity, and a small market. Poor roads, corruption and competition from imports also hinder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State Efforts and Impacts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Efforts by the state: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Industrial zones (MAGZI), the Investment Charter, the Kribi deep-sea port, new dams and the plan for emergence by 2035. Support is given to small and medium enterprises.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Problems, State Efforts and Impacts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Socio-economic impacts: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Industry creates jobs, incomes, exports and urban growth. It also causes pollution, rural exodus and regional inequality.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four industrial regions of Cameroon with one industry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Coastal (ALUCAM), Centre-South (breweries), West (coffee), North (CICAM).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reasons for the low level of industrialisation.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Lack of capital, technology and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Making goods once imported is import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CICAM is at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Most factories are in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a raw material exported by Cameroon and suggest a factory to process it.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27: Transport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L'industrie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Import substitution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substitution aux importations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Industrial zone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zone industrielle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Textile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textile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Refinery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raffinerie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Emergence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L'émergence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5: Industrial Development and Change in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characteristics of manufacturing in Cameroon. Describe the four industrial regions and their factors. Explain the low level of industrialisation, state efforts and impacts.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industries of Cameroon and explain their distribution and problems.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Characteristics of Manufacturing Industries; Main Industrial Regions; Problems, State Efforts and Impacts.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Choose a raw material exported by Cameroon and suggest a factory to process it.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factories.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draw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discuss Douala.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problems.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Vision 2035.</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6 (Economic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“Schneider Weisse bottling line” by Bernt Rostad, CC BY 2.0, via Flickr (https://www.flickr.com/photos/67975030@N00/8434576955)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“Cameroon - UN Women's Gender Road Project” by UN Women Gallery, CC BY-NC-ND 2.0, via Flickr (https://www.flickr.com/photos/51431730@N04/40672356003)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“20080326_03 Aluminium smelter” by Bush Philosopher - Dave Clarke, CC BY-NC-ND 2.0, via Flickr (https://www.flickr.com/photos/73115147@N00/2402063103)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2026-09-27T09:50:13Z</dcterms:created>
  <dcterms:modified xsi:type="dcterms:W3CDTF">2026-09-27T09:50:13Z</dcterms:modified>
</cp:coreProperties>
</file>