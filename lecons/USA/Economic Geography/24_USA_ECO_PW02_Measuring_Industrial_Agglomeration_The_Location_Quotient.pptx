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Measuring Industrial Agglomeration: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location quotient, concentration, employment data. At the end, you should be able to do this: learners are able to calculate and interpret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Industrial Agglomerations. The question was: Explain why most industries of Cameroon are in Douala.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Most industries of Cameroon are in Douala because of the port, the largest market, electricity from Edéa, the railway and roads, banks, skilled labour and the first colonial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formula of the location quotient. Number 2: calculate LQ from data. Number 3: interpret LQ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concentrate in some regions. Percentages compare parts of a whole.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Industry wants to know whether the textile industry is really concentrated in the North. It gives the class the number of textile workers and all workers in each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measure concentration.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index will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LQ &gt;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industry is concentrated in that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the concentration of industries with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concentration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 quotients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the formula of the location quotient.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LQ = (workers in the industry in the region ÷ all workers in the region) ÷ (workers in the industry in the country ÷ all workers in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LQ of the Centre (2,000 textile workers out of 200,000).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200,000) ÷ (10,000 ÷ 500,000) = 0.01 ÷ 0.02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textile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Interpret LQ = 3.0 for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three times its fair share: the industry is strongly concentrated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LQ results be shown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a choropleth map shading regions by LQ.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limit of LQ.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simple and comparable. Limit: depends on data quality and region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location quotient can be understood as follows. On this slide we have Location quotient (LQ).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and Interpretation. LQ is applied and interpreted as follows. On this slide we have Application.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Mapping.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quotients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The LQ has strengths and weaknesses.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600 of 30,000 workers in brewing; the country has 2,000 of 400,000. Find LQ.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 ÷ 30,000) ÷ (2,000 ÷ 400,000) = 0.02 ÷ 0.005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LQ = 0.5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industry is under-represented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concentration; number 2, average; number 3,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LQ for each region using the table and draw a choropleth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Functional Linkages.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MEASURING INDUSTRIAL AGGLOMERATION: THE LOCATION QUOTIENT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Measuring Industrial Agglomeration: The Location Quotient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quotient, concentration, employment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application, interpretation, advantages and disadvantages of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Industrial Agglomerations):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most industries of Cameroon are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industries of Cameroon are in Douala because of the port, the largest market, electricity from Edéa, the railway and roads, banks, skilled labour and the first colonial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formula of the location quotient.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LQ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LQ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concentrate in some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Percentages compare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Industry wants to know whether the textile industry is really concentrated in the North. It gives the class the number of textile workers and all workers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measure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will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concentrated in that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concentration of industries with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concentration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(workers in the industry in the region ÷ all workers in the region) ÷ (workers in the industry in the country ÷ all workers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of the Centre (2,000 textile workers out of 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200,000) ÷ (10,000 ÷ 500,000) = 0.01 ÷ 0.02 = 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LQ = 3.0 for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three times its fair share: the industry is strongly concentrated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LQ results be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choropleth map shading regions by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simple and comparable. Limit: depends on data quality and region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quotient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quotient (LQ):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index that compares the share of an industry in a region with its share in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(Ei ÷ E) ÷ (Ni ÷ N), where Ei is employment in the industry in the region, E total employment in the region, Ni employment in the industry in the country and N total employment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LQ is applied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Centre: (2,000 ÷ 200,000) ÷ (10,000 ÷ 500,000) = 0.01 ÷ 0.02 = 0.5. North: (3,000 ÷ 50,000) ÷ 0.02 =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&gt; 1 means the industry is concentrated in the region, LQ = 1 an average share and LQ &lt; 1 under-representation. An LQ of 3.0 shows strong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results are shown on a choropleth map shading regions by LQ. This shows where industries are agglomerated.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LQ has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and allows comparison between regions and industries. It uses available employment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accurate data and on how regions are drawn. It says nothing about output, firm size or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600 of 30,000 workers in brewing; the country has 2,000 of 400,000. Find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 ÷ 30,000) ÷ (2,000 ÷ 400,000) = 0.02 ÷ 0.005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 0.5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under-represented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&gt;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 1 means an ______ share.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uses ______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formula of the location quotient. Calculate LQ from data. Interpret LQ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Application and Interpretation;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LQ for each region using the table and draw a choropleth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interpret each value.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2026-09-29T03:13:11Z</dcterms:created>
  <dcterms:modified xsi:type="dcterms:W3CDTF">2026-09-29T03:13:11Z</dcterms:modified>
</cp:coreProperties>
</file>