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7: Tourism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Tourism in Cameroon. The key notions we shall use today are: tourist resource, national park, hotel, tourist circuit, Ministry of Tourism. At the end, you should be able to do this: learners are able to describe tourism in Cameroon, its problems and ways to promote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Tourism. The question was: Choose a tourist site in Cameroon and place it on a stage of Butler's model.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Kribi is at the development stage (new hotels, the deep-sea port and the tarred road bring more visitors). Limbe beaches may be near consolidation; Waza, hit by insecurity, is in decline.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tourist resources and infrastructure of Cameroon. Number 2: explain the problems of tourism. Number 3: propose measures to promote tourism and assess its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is called "Africa in miniature". Tourism brings jobs and money.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beaches, mountains, parks and many cultures, yet it receives fewer tourists than Kenya or Morocco. The Ministry of Tourism wants to attract more visitors.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has great potential but few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Cameroon called "Africa in miniature"?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nearly all the landscapes and cultures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way to attract tourists.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Advertise and improve security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promote the tourist sites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promote tourism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tourist sites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natural tourist sites and their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Waza park (Far North) and Kribi beaches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sunset at Limbe.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human (cultural) tourist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Chiefdoms like Bafut and Foumban, and festivals like Ngondo.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hotel with a swimming pool.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three types of tourist infrastructure.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Hotels, roads and airports (also travel agencies).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tourism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Bad roads, insecurity and poor advertising (also high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wildlife in a national park.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local communities benefit from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selling crafts, guiding tourists and sharing park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Tourist Resources of Cameroon. Cameroon, "Africa in miniature", has the following resources. On this slide we have Natural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Tourist Resources of Cameroon. On this slide we have Human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tourist sites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Infrastructure and Tourists. Tourist infrastructure and flows are as follows. On this slide we have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Infrastructure and Tourists. On this slide we have Sources and destinations.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Tourism in Cameroon. Tourism in Cameroon faces the following problems. On this slide we have Infrastructure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Tourism in Cameroon. On this slide we have Other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and Impacts. Tourism can be promoted and has the following impacts. On this slide we have Measures.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and Impacts. On this slide we have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natural and two cultural tourist resources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natural: Waza, Kribi. Cultural: Foumban palace, Ngondo festival.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promote tourism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improve roads and security; advertise abroad.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Far North; number 2, Kribi; number 3,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Prepare a short advertisement for a tourist site in your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Pollution.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7: TOURISM DEVELOPMENT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Tourism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7: Tourism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Tourist resource, national park, hotel, tourist circuit, Ministry of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and human resources and their distribution; tourist infrastructure; sources and destinations; problems; measures by individuals, communities and government;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tourism in Cameroon, its problems and ways to promote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Tourism):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tourist site in Cameroon and place it on a stage of Butler's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Kribi is at the development stage (new hotels, the deep-sea port and the tarred road bring more visitors). Limbe beaches may be near consolidation; Waza, hit by insecurity, is in decline.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tourist resources and infrastructure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measures to promote tourism and assess its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Tourism brings jobs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beaches, mountains, parks and many cultures, yet it receives fewer tourists than Kenya or Morocco. The Ministry of Tourism wants to attract more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great potential but few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 called "Africa in miniature"?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nearly all the landscapes and cultures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way to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Advertise and improve security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Promote the tourist sites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promote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NATURAL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tourist sites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NATURAL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tourist sites and their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NATURAL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park (Far North) and Kribi beaches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HUMAN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limb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Sunset at Limbe.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HUMAN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(cultural) tourist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HUMAN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Chiefdoms like Bafut and Foumban, and festivals like Ngondo.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hot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hotel with a swimming pool.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tourist infrastructure.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Hotels, roads and airports (also travel agencies).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insecurity and poor advertising (also high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Wildlife in a national park.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local communities benefit from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selling crafts, guiding tourists and sharing park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Tourism in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Tourism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Tourist Resources of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"Africa in miniature", has the following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at Kribi and Limbe, Mount Cameroon and parks like Waza and Benue attract visitors. Waterfalls like the Lobé and crater lakes are also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Tourist Resources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Chiefdoms, palaces and festivals show rich cultures. Foumban, Bafut, Rhumsiki and the Ngondo festival are famous.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Tourist Resources of Cameroon</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tourist sites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Infrastructure and Tourists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Tourist infrastructure and flows are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Hotels, airports, roads and travel agencies are concentrated in big towns. The Ministry of Tourism manages the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Infrastructure and Tourists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and 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tourists come from France, other European countries and Africa. Business tourism is common in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Tourism in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in Cameroon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few hotels in rural areas make sites hard to reach. Hotels and flights are also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Tourism in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Insecurity in some regions keeps tourists away. Poor advertising means that the sites are little known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and Impacts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can be promoted and has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government can improve roads, security and advertising abroad. Communities and individuals can welcome, guide and protect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and Impacts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brings jobs, income and pride in local culture. It can also pollute sites and disturb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and two cultural tourist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Waza, Kribi. Cultural: Foumban palace, Ngondo festival.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promote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roads and security; advertise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Waza park is in the ______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beaches of ______ are in the South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Tourism is managed by the Ministry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short advertisement for a tourist site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National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 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Chiefdom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chefferie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Advertising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publicité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7: Tourism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tourist resources and infrastructure of Cameroon. Explain the problems of tourism. Propose measures to promote tourism and assess its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tourism in Cameroon, its problems and ways to promote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Tourist Resources of Cameroon; Infrastructure and Tourists; Problems of Tourism in Cameroon; Measures and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Prepare a short advertisement for a tourist site in your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cultural sites.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hotels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community tourism.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“Sunset in Limbe” by visulogik, CC BY 2.0, via Flickr (https://www.flickr.com/photos/55671677@N00/2202334428)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“Laguna Pool” by Prayitno / Thank you for (12 millions +) view, CC BY 2.0, via Flickr (https://www.flickr.com/photos/34128007@N04/14216582552)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2026-09-29T03:13:14Z</dcterms:created>
  <dcterms:modified xsi:type="dcterms:W3CDTF">2026-09-29T03:13:14Z</dcterms:modified>
</cp:coreProperties>
</file>