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Sub-optimal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Theories of Industrial Location, and the sub-topic is Theories of Industrial Location. The key notions we shall use today are: sub-optimal location, satisficer, behavioural approach, imperfect information. At the end, you should be able to do this: learners are able to explain why many factories are not in the best possible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Other Theories of Industrial Location: Lösch and Smith. The question was: Make a table comparing Weber, Lösch and Smith.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Table: Weber – least transport cost, material index, 1909; Lösch – maximum market/revenue, hexagons, 1940; Smith – cost and revenue, spatial margins, 1966, explains sub-optimal locations.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sub-optimal location. Number 2: explain the reasons for sub-optimal locations. Number 3: give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Smith's model allows profit in a zone. Human choice affects location.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businessman from Bafoussam built his factory in his home town although Douala would have been cheaper for transport and markets. His factory still makes a small profit.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factory is not in the best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such a location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Sub-optimal.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he choose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Personal preference (home town) and the profit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sub-optimal locations and improve business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real decisions behind factory locations.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zone of profit.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location that gives some profit but not the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workers in a local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for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Personal preference and lack of information (also inertia, government).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information on a phone.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imperfect information lead to sub-optimal choices?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Owners do not know all costs and sites, so they choose what they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planned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government cause sub-optimal locations?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may force or pay firms to locate in poorer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old steel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is industrial inertia a cause of sub-optimal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Firms stay in old places that are no longer the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Sub-optimal Location. Sub-optimal location can be understood as follows. On this slide we have Sub-optimal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optimum and sub-optimal locations.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Sub-optimal Location. Firms choose sub-optimal locations for the following reasons. On this slide we have Imperfect information and ability.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Personal and social reasons.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Government policy.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Sub-optimal Location. On this slide we have Industrial inertia and change.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sub-optimal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location that makes a profit but not the maximum.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sub-optimal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personal choice, imperfect information, government policy (also inertia).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sub-optimal; number 2, satisficer; number 3, inertia.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a business in your town that is not in the best location and explain why.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Impacts of Manufacturing on the Environment.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25: SUB-OPTIMAL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Sub-optimal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Sub-optimal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Sub-optimal location, satisficer, behavioural approach, imperfect information.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reasons of sub-optimal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many factories are not in the best possible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Other Theories of Industrial Location: Lösch and Smith):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Make a table comparing Weber, Lösch and Smith.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Table: Weber – least transport cost, material index, 1909; Lösch – maximum market/revenue, hexagons, 1940; Smith – cost and revenue, spatial margins, 1966, explains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sub-optimal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sub-optimal locations.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Smith's model allows profit in a zone.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Human choice affects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businessman from Bafoussam built his factory in his home town although Douala would have been cheaper for transport and markets. His factory still makes a small profit.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factory is not in the best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such a location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Sub-optimal.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he choose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preference (home town) and the profit is enough.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sub-optimal locations and improve business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real decisions behind factory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zone of profit.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location that gives some profit but not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Workers in a local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preference and lack of information (also inertia, government).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phone_farm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Information on a phone.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imperfect information lead to sub-optimal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IMPERFECT INFORMATION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Owners do not know all costs and sites, so they choose what they know.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new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planned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government cause sub-optimal locations?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GOVERNMENT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may force or pay firms to locate in poorer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tee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steel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industrial inertia a cause of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INERTIA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stay in old places that are no longer the best.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Theories of Industrial Location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Industrial Location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25: Sub-optimal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Sub-optimal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Sub-optimal location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Sub-optimal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location that makes a profit but is not the best possible location. It lies inside Smith's spatial margins but away from the optimum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Sub-optimal Location</a:t>
            </a:r>
            <a:endParaRPr lang="en-US" sz="3600" dirty="0"/>
          </a:p>
        </p:txBody>
      </p:sp>
      <p:pic>
        <p:nvPicPr>
          <p:cNvPr id="4" name="Image 0" descr="/home/claude/f4/img/v2/smi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optimum and sub-optimal locations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Firms choose sub-optimal locations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Imperfect information and ability: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Managers do not know all the costs and markets and cannot calculate everything. They choose a "satisfactory" rather than an optimal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Personal and social 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Owners prefer their home town, a pleasant environment or family ties. Patriotism and prestige also influence choices.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policy: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may force or pay firms to locate in lagging regions. Incentives can make a sub-optimal site acceptable.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Sub-optimal Location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inertia and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Firms stay in old places that are no longer the best. Changes in costs and markets make once-optimal sites sub-optimal.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location that makes a profit but not the maximum.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sub-optimal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Personal choice, imperfect information, government policy (also inertia).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location with less than maximum profit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happy with good enough results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Staying in an old place is industrial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business in your town that is not in the best location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Impacts of Manufacturing on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Sous-optimal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décision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préférence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Behaviour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comportement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Survival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survie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Theories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Sub-optimal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sub-optimal location. Explain the reasons for sub-optimal locations. Give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many factories are not in the best possible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Sub-optimal Location; Reasons for Sub-optimal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a business in your town that is not in the best location and explain why.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point inside the margins.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information.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incentives.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inertia.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“Using mobile technology to give feedback about the crop trials” by Bioversity International, CC BY-NC-ND 2.0, via Flickr (https://www.flickr.com/photos/50383637@N07/15019002626)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“New Town Housing, Fullers Slade, Milton Keynes” by The JR James Archive, University of Sheffield, CC BY-NC 2.0, via Flickr (https://www.flickr.com/photos/98068999@N05/9253665547)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“Belval steel works, Luxembourg, May 1995” by sludgegulper, CC BY-SA 2.0, via Flickr (https://www.flickr.com/photos/28179929@N08/4991135732)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2026-09-29T03:13:12Z</dcterms:created>
  <dcterms:modified xsi:type="dcterms:W3CDTF">2026-09-29T03:13:12Z</dcterms:modified>
</cp:coreProperties>
</file>