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7: Tourism Development in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cultural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hotels in your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community tourism.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Far North 2. Kribi 3. Tourism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FURTHER STUDY 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Development in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in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7: Tourism Development in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Tourist resource, national park, hotel, tourist circuit, Ministry of Tourism.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and human resources and their distribution; tourist infrastructure; sources and destinations; problems; measures by individuals, communities and government; impacts.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tourism in Cameroon, its problems and ways to promote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tourist resources and infrastructure of Cameroon.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problems of tourism.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measures to promote tourism and assess its impacts.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is called "Africa in miniature".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brings jobs and money.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has beaches, mountains, parks and many cultures, yet it receives fewer tourists than Kenya or Morocco. The Ministry of Tourism wants to attract more visitors.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has great potential but few tourists.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Cameroon called "Africa in miniature"?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nearly all the landscapes and cultures of Africa.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way to attract tourists.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Advertise and improve security and roads.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understand and promote tourism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mr_touris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tourist sites of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natural tourist sites and their regions.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Waza park (Far North) and Kribi beaches (South).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limb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Sunset at Limbe.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human (cultural) tourist resources.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Chiefdoms like Bafut and Foumban, and festivals like Ngondo.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INFRASTRUCTURE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hot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hotel with a swimming pool.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INFRASTRUCTURE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types of tourist infrastructure.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INFRASTRUCTURE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Hotels, roads and airports (also travel agencies).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muddy_r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bad road.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problems of tourism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Bad roads, insecurity and poor advertising (also high costs).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 AND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elepha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Wildlife in a national park.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 AND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local communities benefit from tourism?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 AND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selling crafts, guiding tourists and sharing park income.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Development in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Tourism in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7: Tourism Development in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Tourist resource: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natural or human feature that attracts tourists.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park: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protected area for wildlife and nature, like Waza or Benue.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 and Infrastructure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Natural resources: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Beaches at Kribi and Limbe, Mount Cameroon and parks like Waza and Benue attract visitors. Waterfalls like Lobé are also attractions.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Human resources: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Chiefdoms, palaces and festivals show rich cultures. Foumban, Bafut and Rhumsiki are famous.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 and Infrastructure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Infrastructure: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Hotels, airports and roads are concentrated in big towns. The Ministry of Tourism manages the sector.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Tourists: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tourists come from France, other European countries and Africa. Business tourism is common in Douala and Yaoundé.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 and Infrastructure (3/3)</a:t>
            </a:r>
            <a:endParaRPr lang="en-US" sz="3600" dirty="0"/>
          </a:p>
        </p:txBody>
      </p:sp>
      <p:pic>
        <p:nvPicPr>
          <p:cNvPr id="13" name="Image 0" descr="/home/claude/f4/img/v2/cmr_touris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the tourist sites.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Problems, Measures and Impacts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Bad roads, insecurity and poor advertising limit tourism. Hotels are costly and few in rural areas.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Measures: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government can improve roads, security and advertising. Communities and individuals can welcome and guide visitors.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Problems, Measures and Impacts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Impacts: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brings jobs, income and pride in culture. It can also pollute sites and disturb wildlife.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natural and two cultural tourist resources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Natural: Waza, Kribi. Cultural: Foumban palace, Ngondo festival.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measures to promote tourism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roads and security; advertise abroad.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Waza park is in the ______ Region.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beaches of ______ are in the South Region.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is managed by the Ministry of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 a short advertisement for a tourist site in your region.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ends Module 6 and prepares Module 7: Environment and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park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parc national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Chiefdom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chefferie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festival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L'artisanat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guide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Advertising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publicité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7: Tourism Development in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tourist resources and infrastructure of Cameroon. Explain the problems of tourism. Propose measures to promote tourism and assess its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tourism in Cameroon, its problems and ways to promote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Tourist resource, National park; II. Resources and Infrastructure: Natural resources, Human resources, Infrastructure, Tourists; III. Problems, Measures and Impacts: Problems, Measures,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a short advertisement for a tourist site in your region.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“Sunset in Limbe” by visulogik, CC BY 2.0, via Flickr (https://www.flickr.com/photos/55671677@N00/2202334428)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“Laguna Pool” by Prayitno / Thank you for (12 millions +) view, CC BY 2.0, via Flickr (https://www.flickr.com/photos/34128007@N04/14216582552)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“Cameroon - UN Women's Gender Road Project” by UN Women Gallery, CC BY-NC-ND 2.0, via Flickr (https://www.flickr.com/photos/51431730@N04/40672356003)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“African Bush Elephants, Maasai Mara” by Ray in Manila, CC BY 2.0, via Flickr (https://www.flickr.com/photos/21186555@N07/50627864261)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2026-09-26T20:31:29Z</dcterms:created>
  <dcterms:modified xsi:type="dcterms:W3CDTF">2026-09-26T20:31:29Z</dcterms:modified>
</cp:coreProperties>
</file>