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7: Tourism Development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Tourism in Cameroon. The key notions we shall use today are: tourist resource, national park, hotel, tourist circuit, Ministry of Tourism. At the end, you should be able to do this: learners are able to describe tourism in Cameroon, its problems and ways to promote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31: Tourism. The question was: Choose a tourist site in Cameroon and place it on a stage of Butler's model.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Kribi is at the development stage (new hotels, the deep-sea port and the tarred road bring more visitors). Limbe beaches may be near consolidation; Waza, hit by insecurity, is in decline.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tourist resources and infrastructure of Cameroon. Number 2: explain the problems of tourism. Number 3: propose measures to promote tourism and assess its impacts.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is called "Africa in miniature". Tourism brings jobs and money.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Cameroon has beaches, mountains, parks and many cultures, yet it receives fewer tourists than Kenya or Morocco. The Ministry of Tourism wants to attract more visitors.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Cameroon has great potential but few tourists.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Cameroon called "Africa in miniature"?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has nearly all the landscapes and cultures of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way to attract tourists.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Advertise and improve security and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promote the tourist sites of your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and promote tourism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main tourist sites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natural tourist sites and their regions.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Waza park (Far North) and Kribi beaches (South).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sunset at Limbe.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human (cultural) tourist resources.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Chiefdoms like Bafut and Foumban, and festivals like Ngondo.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hotel with a swimming pool.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three types of tourist infrastructure.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Hotels, roads and airports (also travel agencies).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bad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three problems of tourism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Bad roads, insecurity and poor advertising (also high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wildlife in a national park.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local communities benefit from tourism?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selling crafts, guiding tourists and sharing park income.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Tourist Resources of Cameroon. Cameroon, "Africa in miniature", has the following resources. On this slide we have Natural resources.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Tourist Resources of Cameroon. On this slide we have Human resources.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main tourist sites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Infrastructure and Tourists. Tourist infrastructure and flows are as follows. On this slide we have Infrastructure.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Infrastructure and Tourists. On this slide we have Sources and destinations.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of Tourism in Cameroon. Tourism in Cameroon faces the following problems. On this slide we have Infrastructure problems.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of Tourism in Cameroon. On this slide we have Other problems.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Measures and Impacts. Tourism can be promoted and has the following impacts. On this slide we have Measures.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Measures and Impacts. On this slide we have Impacts.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natural and two cultural tourist resources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natural: Waza, Kribi. Cultural: Foumban palace, Ngondo festival.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measures to promote tourism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improve roads and security; advertise abroad.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Far North; number 2, Kribi; number 3,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Prepare a short advertisement for a tourist site in your region.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 Pollution.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FURTHER STUDY 7: TOURISM DEVELOPMENT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7: Tourism Development in Cameroon</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Tourism Development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Tourism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7: Tourism Development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Tourist resource, national park, hotel, tourist circuit, Ministry of Tourism.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and human resources and their distribution; tourist infrastructure; sources and destinations; problems; measures by individuals, communities and government; impacts.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tourism in Cameroon, its problems and ways to promote 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31: Tourism):</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a tourist site in Cameroon and place it on a stage of Butler's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Kribi is at the development stage (new hotels, the deep-sea port and the tarred road bring more visitors). Limbe beaches may be near consolidation; Waza, hit by insecurity, is in decline.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tourist resources and infrastructure of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of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measures to promote tourism and assess its impacts.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is called "Africa in miniature".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Tourism brings jobs and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has beaches, mountains, parks and many cultures, yet it receives fewer tourists than Kenya or Morocco. The Ministry of Tourism wants to attract more visitors.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has great potential but few tourists.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Cameroon called "Africa in miniature"?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nearly all the landscapes and cultures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way to attract tourists.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Advertise and improve security and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Promote the tourist sites of your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and promote tourism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NATURAL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tourism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Main tourist sites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NATURAL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natural tourist sites and their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NATURAL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Waza park (Far North) and Kribi beaches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HUMAN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limb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Sunset at Limbe.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HUMAN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human (cultural) tourist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HUMAN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Chiefdoms like Bafut and Foumban, and festivals like Ngondo.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INFRASTRUCTURE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hote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hotel with a swimming pool.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INFRASTRUCTURE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types of tourist infrastructure.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INFRASTRUCTURE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Hotels, roads and airports (also travel agencies).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bad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problems of tourism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Bad roads, insecurity and poor advertising (also high costs).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MEASURES AND IMPACTS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elephants.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Wildlife in a national park.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MEASURES AND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local communities benefit from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MEASURES AND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selling crafts, guiding tourists and sharing park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Tourism in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7: Tourism Development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Tourist Resources of Cameroon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"Africa in miniature", has the following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Beaches at Kribi and Limbe, Mount Cameroon and parks like Waza and Benue attract visitors. Waterfalls like the Lobé and crater lakes are also attractions.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Tourist Resources of Cameroon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Chiefdoms, palaces and festivals show rich cultures. Foumban, Bafut, Rhumsiki and the Ngondo festival are famous.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Tourist Resources of Cameroon</a:t>
            </a:r>
            <a:endParaRPr lang="en-US" sz="3600" dirty="0"/>
          </a:p>
        </p:txBody>
      </p:sp>
      <p:pic>
        <p:nvPicPr>
          <p:cNvPr id="4" name="Image 0" descr="/home/claude/f4/img/v2/cmr_tourism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main tourist sites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Infrastructure and Tourists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Tourist infrastructure and flows are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Infrastructure: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Hotels, airports, roads and travel agencies are concentrated in big towns. The Ministry of Tourism manages the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Infrastructure and Tourists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Sources and destinations: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tourists come from France, other European countries and Africa. Business tourism is common in Douala and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of Tourism in Cameroon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Tourism in Cameroon faces the following problems: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Infrastructure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Bad roads and few hotels in rural areas make sites hard to reach. Hotels and flights are also costly.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of Tourism in Cameroon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Insecurity in some regions keeps tourists away. Poor advertising means that the sites are little known abroad.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Measures and Impacts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Tourism can be promoted and has the following impacts: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Measures: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government can improve roads, security and advertising abroad. Communities and individuals can welcome, guide and protect visitors.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Measures and Impacts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Impacts: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Tourism brings jobs, income and pride in local culture. It can also pollute sites and disturb wildlife.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natural and two cultural tourist resources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Natural: Waza, Kribi. Cultural: Foumban palace, Ngondo festival.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measures to promote tourism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Improve roads and security; advertise abroad.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Waza park is in the ______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beaches of ______ are in the South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Tourism is managed by the Ministry of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Prepare a short advertisement for a tourist site in your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National park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parc national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Chiefdom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chefferie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Festival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festival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Craft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L'artisanat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Guide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guide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Advertising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publicité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7: Tourism Development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tourist resources and infrastructure of Cameroon. Explain the problems of tourism. Propose measures to promote tourism and assess its impacts.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tourism in Cameroon, its problems and ways to promote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Tourist Resources of Cameroon; Infrastructure and Tourists; Problems of Tourism in Cameroon; Measures and Impacts.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Prepare a short advertisement for a tourist site in your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read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cultural sites.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hotels in your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problems.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community tourism.</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“Sunset in Limbe” by visulogik, CC BY 2.0, via Flickr (https://www.flickr.com/photos/55671677@N00/2202334428)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“Laguna Pool” by Prayitno / Thank you for (12 millions +) view, CC BY 2.0, via Flickr (https://www.flickr.com/photos/34128007@N04/14216582552)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“African Bush Elephants, Maasai Mara” by Ray in Manila, CC BY 2.0, via Flickr (https://www.flickr.com/photos/21186555@N07/50627864261)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2026-09-27T09:52:10Z</dcterms:created>
  <dcterms:modified xsi:type="dcterms:W3CDTF">2026-09-27T09:52:10Z</dcterms:modified>
</cp:coreProperties>
</file>