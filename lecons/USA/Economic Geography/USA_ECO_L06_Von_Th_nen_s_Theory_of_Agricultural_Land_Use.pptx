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6: Von Thünen's Theory of Agricultural Land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assumptions.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rings.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criticisms.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rent 2. gardening 3. isolated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Thünen's Theory of Agricultural Land Use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Agricultural Land 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Agricultural Land 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Von Thünen's Theory of Agricultural Land 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Von Thünen, isolated state, locational rent, economic rent, concentric zones.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Aims and assumptions; principle of locational rent; conclusions and spatial outcome; applicability and criticisms.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Von Thünen's model and judge its value today.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aim and assumptions of the model.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locational rent and the concentric zones.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its applicability and criticisms.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rent falls with distance from the city centre.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costs rise with distance.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Around Yaoundé, vegetables and fruit are grown close to the city, while cattle come from the Adamawa far away. A learner asks if distance to market decides what farmers grow.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use changes with distance from the city.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vegetables grown near the city?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perishable and costly to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theory explains this?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Thünen's theory.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explain farming patterns around cities.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ASSUMPTIONS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flat plain.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ASSUMPTIONS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assumptions of Von Thünen's model.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ASSUMPTIONS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flat, uniform plain with one market (isolated state); transport cost rises with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LOCATIONAL RENT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rent_curv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960" y="1691640"/>
            <a:ext cx="998903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Locational rent curves.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LOCATIONAL RENT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land nearest the market go to vegetables?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LOCATIONAL RENT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give the highest locational rent there.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vonthun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Thünen's rings.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was forestry in the second ring?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ZONES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Wood was heavy and needed daily for fuel and building.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APPLICABILITY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 food in a town market.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APPLICABILITY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where the model still works.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APPLICABILITY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Market gardens around Yaoundé and Douala.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CRITICISMS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tr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Modern transport.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CRITICISMS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criticisms of the model.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CRITICISMS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is not flat; modern transport and refrigeration reduce the effect of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Thünen's Theory of Agricultural Land Use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Theories of Agricultural Land Use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Agricultural Land Use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6: Von Thünen's Theory of Agricultural Land Use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Locational rent: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profit from a unit of land after production and transport costs.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Isolated state: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Von Thünen's imaginary region with one city and no outside trade.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Model (1826)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Aim and assumptions: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 wanted to explain farm land use around a market. He assumed a flat, uniform plain, one market and transport costs rising with distance.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Principle: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Locational rent = Y(P − C) − Y·T·d. Each piece of land goes to the use with the highest rent.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Model (1826)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Spatial outcome: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Four rings appear: market gardening and dairy, forestry, arable crops, then ranching. Intensity falls with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Applicability and Criticisms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Applicability: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Market gardens and dairy farms are still found around big cities. The model helps to plan peri-urban farming.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Criticisms: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Relief, soils and rivers break the rings. Modern transport, refrigeration and government policies weaken the role of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Applicability and Criticisms (2/2)</a:t>
            </a:r>
            <a:endParaRPr lang="en-US" sz="3600" dirty="0"/>
          </a:p>
        </p:txBody>
      </p:sp>
      <p:pic>
        <p:nvPicPr>
          <p:cNvPr id="13" name="Image 0" descr="/home/claude/f4/img/v2/vonthun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rings.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two assumptions of Von Thünen's model.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flat uniform plain; one market; transport cost proportional to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model less valid today?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Modern transport and refrigeration reduce the effect of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profit per unit of land is locational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innermost ring is market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Von Thünen's region is the ______ state.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land use around your town and compare it with Von Thünen's rings.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1: Locational Rent Curves.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L'auréole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marché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distance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Perishable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Périssable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L'hypothèse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Agricultural Land Use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Von Thünen's Theory of Agricultural Land Use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the aim and assumptions of the model. Explain locational rent and the concentric zones. Assess its applicability and criticisms.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Von Thünen's model and judge its value today.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Locational rent, Isolated state; II. The Model (1826): Aim and assumptions, Principle, Spatial outcome; III. Applicability and Criticisms: Applicability, Criticisms.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land use around your town and compare it with Von Thünen's rings.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“Train de nuit” by Huard, CC BY-NC-ND 2.0, via Flickr (https://www.flickr.com/photos/41569561@N07/5499545979)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2026-09-26T20:31:25Z</dcterms:created>
  <dcterms:modified xsi:type="dcterms:W3CDTF">2026-09-26T20:31:25Z</dcterms:modified>
</cp:coreProperties>
</file>