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Natural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Resources and Economic Activities, and the sub-topic is Resources and Economic Activities. The key notions we shall use today are: resource, natural resource, renewable, non-renewable, resource use, technology. At the end, you should be able to do this: learners are able to classify natural resources and explain why their use varies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Controlling Town Spread. The question was: List three natural resources found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forests, oil, gas, bauxite, iron ore, rivers, fertile soils (any three).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natural resource. Number 2: classify resources into renewable and non-renewable. Number 3: explain the factors of resource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depend on land, water and forests. Minerals and oil are found underground.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large forests, rivers, oil, bauxite and fertile soils, yet many of these resources are little used. Japan has few natural resources but is one of the richest countries in the world.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Having resources does not always mean using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Japan use resources well?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high technology, skills and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resources of Cameroon are non-renewable?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Oil, bauxite, iron ore,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natural resources sustainably so that future generations can also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economic geography: how people use the resources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forest, a natural resource.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natural resource?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Anything from nature that people can use, such as land, water, forests or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renewable and non-renewable resources.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renewable and non-renewable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resources can be replaced naturally; non-renewable resources are used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oil called non-renewable?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took millions of years to form and cannot be replaced once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wind turbines.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technology change what is a resource?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technology lets people use things that were useless before, like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crowded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factors of resource 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size and culture (also capital and government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Natural Resources. Natural resources can be understood as follows. On this slide we have Natural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Natural Resources. On this slide we have Resource and technology.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Resources. Natural resources are classified into two types. On this slide we have Renewable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Resources. On this slide we have Non-renewable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renewable and non-renewable resources.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Variations and Factors of Resource Use. Resource use varies from place to place because of. On this slide we have Level of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Variations and Factors of Resource Use. On this slide we have Population size and wealth.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Variations and Factors of Resource Use. On this slide we have 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renewable and non-renewable resources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renewable: replaced naturally (forests, water). Non-renewable: used up (oil, bauxite).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resource use.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technology and population size (also culture,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renewable; number 2, non-renewable; number 3,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resources of your region and say whether each is renewable or not.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What is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NATURAL RESOURCES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Natural Resources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and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and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Natural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natural resource, renewable, non-renewable, resource use, technology.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into renewable and non-renewable resources; spatial variations in resource use and its factors (culture, population size, technology).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natural resources and explain why their use varies from place to place.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Controlling Town Spread):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natural resources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forests, oil, gas, bauxite, iron ore, rivers, fertile soils (any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natural resource.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resources into renewable and non-renewable.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resource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depend on land, water and forests.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and oil are found underground.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large forests, rivers, oil, bauxite and fertile soils, yet many of these resources are little used. Japan has few natural resources but is one of the richest countries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Having resources does not always mean using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Japan use resources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high technology, skills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resources of Cameroon are non-renewable?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bauxite, iron ore,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natural resources sustainably so that future generations can also benefit.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economic geography: how people use the resources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forest, a natural resource.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natural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Anything from nature that people can use, such as land, water, forests or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e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Renewable and non-renewable resources.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renewable and non-renewable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resources can be replaced naturally; non-renewable resources are used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oilwel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oil called non-renewable?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took millions of years to form and cannot be replaced once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win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Wind turbines.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technology change what is a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technology lets people use things that were useless before, like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factors of resource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RESOURCE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size and culture (also capital and government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Resources and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Resources and Economic Activities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Resources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Natural resources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found in nature that people can use to satisfy their needs, such as land, water, forests, minerals and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Natural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Something becomes a resource only when people have the knowledge and technology to use it. Wind and sunlight became resources with turbines and solar panels.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Resources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Natural resources are classified into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renewed naturally and can last for ever if well managed, such as sunlight, wind, water, forests, soils and fish. Over-use can destroy forests, soils and fish stocks.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Non-renewable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exist in fixed amounts and take millions of years to form, such as oil, coal, gas and minerals. Once used, they cannot be replaced.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Resources</a:t>
            </a:r>
            <a:endParaRPr lang="en-US" sz="3600" dirty="0"/>
          </a:p>
        </p:txBody>
      </p:sp>
      <p:pic>
        <p:nvPicPr>
          <p:cNvPr id="4" name="Image 0" descr="/home/claude/f4/img/v2/resour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renewable and non-renewable resources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Variations and Factors of Resource Use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Resource use varies from place to place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Level of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Rich countries have the technology to exploit deep oil, minerals and renewable energy. Poor countries often export raw resources without processing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Variations and Factors of Resource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size and wealth: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and rich populations consume more resources; the USA uses far more energy per person than Cameroon. Growing populations increase pressure on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Spatial Variations and Factors of Resource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Beliefs and customs influence what is used, for example sacred forests are protected and some foods are forbidden. Traditional knowledge also guides the use of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renewable and non-renewable resources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replaced naturally (forests, water). Non-renewable: used up (oil, bauxite).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resource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Technology and population size (also culture,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Resources that can be replaced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a ______ resource.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New ______ makes new things become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resources of your region and say whether each is renewable or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Renewable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Renouvelable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Non-renewable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Non renouvelable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Resources and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Natural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natural resource. Classify resources into renewable and non-renewable. Explain the factors of resource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natural resources and explain why their use varies from place to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Natural Resources; Classification of Resources; Spatial Variations and Factors of Resource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resources of your region and say whether each is renewable or not.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resources of your region.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resources into two lists.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oil fields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solar panels.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factors.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“Oil Pump Jack” by Paul Lowry, CC BY 2.0, via Flickr (https://www.flickr.com/photos/10039026@N03/2770193028)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“Wind turbine farm” by World Bank Photo Collection, CC BY-NC-ND 2.0, via Flickr (https://www.flickr.com/photos/10816734@N03/4941489845)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2026-09-29T12:18:54Z</dcterms:created>
  <dcterms:modified xsi:type="dcterms:W3CDTF">2026-09-29T12:18:54Z</dcterms:modified>
</cp:coreProperties>
</file>