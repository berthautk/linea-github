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Lst>
  <p:notesMasterIdLst>
    <p:notesMasterId r:id="rId6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notesMaster" Target="notesMasters/notesMaster1.xml"/><Relationship Id="rId61" Type="http://schemas.openxmlformats.org/officeDocument/2006/relationships/presProps" Target="presProps.xml"/><Relationship Id="rId62" Type="http://schemas.openxmlformats.org/officeDocument/2006/relationships/viewProps" Target="viewProps.xml"/><Relationship Id="rId63" Type="http://schemas.openxmlformats.org/officeDocument/2006/relationships/theme" Target="theme/theme1.xml"/><Relationship Id="rId6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13: Minerals and Mining.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Upper Sixth Arts. It belongs to Module 6: Understanding and managing the dynamics of economic activities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Mineral Resources, and the sub-topic is Mineral Resources. The key notions we shall use today are: mineral, ore, ferrous, non-ferrous, open-cast mining, shaft mining, placer mining, conservation. At the end, you should be able to do this: learners are able to classify minerals, describe mining methods and propose conservation measures.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11: Energy Resources. The question was: List the energy sources used in your home and suggest how to save energy.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Home energy: electricity (ENEO), firewood or charcoal, cooking gas, kerosene and petrol. To save energy: switch off lights, use low-energy bulbs, improved stoves and solar lamps.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classify minerals. Number 2: describe the methods of mineral extraction. Number 3: explain the problems of mining and ways of conserving minerals.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Minerals are non-renewable. Cameroon has bauxite, iron ore and gold.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In the East Region, men dig pits by hand to find gold, while a large company plans an open-pit iron mine at Mbalam. Villagers worry about their rivers and farms.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Mining brings money but can damage the environment.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Name two mining methods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Artisanal digging and open-pit mining.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Why do villagers worry?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Mining can pollute rivers and destroy farmland.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exploit minerals responsibly and conserve them for the future.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mining and its effects on people and nature.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types of minerals.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Distinguish ferrous and non-ferrous minerals.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Ferrous minerals contain iron; non-ferrous minerals do not (bauxite, copper, gold).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methods of mining.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When is open-cast mining used?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When the mineral is near the surface.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an open-pit mine.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Give one advantage and one disadvantage of open-pit mining.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Advantage: cheap and safe. Disadvantage: huge scars on the landscape.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small-scale gold miners.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Give two problems of artisanal mining.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Dangerous pits and polluted rivers (mercury).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diagram: problems and conservation.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Give two ways of conserving minerals.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Recycling and using substitutes (also reducing waste).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Definition and Classification. Minerals can be defined and classified as follows. On this slide we have Mineral.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Definition and Classification. On this slide we have Metallic minerals.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Definition and Classification. On this slide we have Non-metallic and energy minerals.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classification of minerals.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Distribution, Producers and Consumers. Minerals are unevenly distributed. On this slide we have Distribution and producers.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Distribution, Producers and Consumers. On this slide we have Consumers.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Methods of Mineral Extraction. Minerals are extracted by the following methods. On this slide we have Open-cast (open-pit) mining.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Methods of Mineral Extraction. On this slide we have Shaft and adit (drift) mining and Placer (alluvial) mining and drilling.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methods of mining.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Problems and Conservation. Mineral resources face problems and need conservation. On this slide we have Problems.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Problems and Conservation. On this slide we have Conservation.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problems and conservation.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Describe two methods of mining.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open-cast: near-surface ore removed from a pit. Shaft: deep tunnels to reach ore.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two ways of conserving minerals.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recycling and substitutes.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ore; number 2, non-ferrous; number 3, placer.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List objects at home made from minerals and name the mineral.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Further Study 3: Management of Mineral and Energy Resources in Cameroon.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13: MINERALS AND MINING</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slideLayout" Target="../slideLayouts/slideLayout2.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slideLayout" Target="../slideLayouts/slideLayout2.xml"/><Relationship Id="rId3" Type="http://schemas.openxmlformats.org/officeDocument/2006/relationships/notesSlide" Target="../notesSlides/notesSlide5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UPPER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13</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Minerals and Mining</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Upper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6: Understanding and managing the dynamics of economic activities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Mineral Resources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Mineral Resources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13: Minerals and Mining</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Mineral, ore, ferrous, non-ferrous, open-cast mining, shaft mining, placer mining, conservation.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Definition and classification; world distribution, producers and consumers; methods of extraction; problems; conservation.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classify minerals, describe mining methods and propose conservation measures.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11: Energy Resources):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List the energy sources used in your home and suggest how to save energy.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Home energy: electricity (ENEO), firewood or charcoal, cooking gas, kerosene and petrol. To save energy: switch off lights, use low-energy bulbs, improved stoves and solar lamps.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Classify minerals.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methods of mineral extraction.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problems of mining and ways of conserving minerals.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Minerals are non-renewable.</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Cameroon has bauxite, iron ore and gold.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the East Region, men dig pits by hand to find gold, while a large company plans an open-pit iron mine at Mbalam. Villagers worry about their rivers and farms.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Mining brings money but can damage the environment.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two mining methods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Artisanal digging and open-pit mining.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 villagers worry?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Mining can pollute rivers and destroy farmland.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Exploit minerals responsibly and conserve them for the future.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mining and its effects on people and nature.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DEFINITION AND CLASSIFICATION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mineral_clas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Types of minerals.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DEFINITION AND CLASSIFICATION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Distinguish ferrous and non-ferrous minerals.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DEFINITION AND CLASSIFICATION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Ferrous minerals contain iron; non-ferrous minerals do not (bauxite, copper, gold).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METHODS OF EXTRACTION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mining_method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Methods of mining.</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METHODS OF EXTRACTION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When is open-cast mining used?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METHODS OF EXTRACTION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When the mineral is near the surface.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METHODS OF EXTRACTION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usa_openpit.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 open-pit mine.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METHODS OF EXTRACTION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advantage and one disadvantage of open-pit mining.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METHODS OF EXTRACTION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Advantage: cheap and safe. Disadvantage: huge scars on the landscape.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PROBLEMS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usa_goldminers.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Small-scale gold miners.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PROBLEMS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problems of artisanal mining.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PROBLEMS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Dangerous pits and polluted rivers (mercury).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5. CONSERVATION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mineral_problem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Problems and conservation.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5. CONSERVATION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ways of conserving minerals.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5. CONSERVATION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Recycling and using substitutes (also reducing waste).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Mineral Resources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Mineral Resources</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13: Minerals and Mining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Definition and Classification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Minerals can be defined and classified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Mineral: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natural substance with a definite chemical composition found in the Earth's crust. An ore is a rock from which a mineral can be extracted profitably.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Definition and Classification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Metallic minerals: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Ferrous minerals contain iron (iron ore, manganese); non-ferrous minerals do not (bauxite, copper, tin, gold). Precious metals include gold and diamonds.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Definition and Classification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Non-metallic and energy minerals: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Non-metallic minerals include limestone, salt and phosphates. Energy minerals are coal, oil, gas and uranium.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Definition and Classification</a:t>
            </a:r>
            <a:endParaRPr lang="en-US" sz="3600" dirty="0"/>
          </a:p>
        </p:txBody>
      </p:sp>
      <p:pic>
        <p:nvPicPr>
          <p:cNvPr id="4" name="Image 0" descr="/home/claude/f4/img/v2/mineral_clas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classification of minerals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Distribution, Producers and Consumers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Minerals are unevenly distributed:</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Distribution and producers: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Iron ore comes mainly from Australia and Brazil, copper from Chile, bauxite from Australia and Guinea. South Africa and the DR Congo are rich in gold, cobalt and diamonds.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Distribution, Producers and Consumers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Consumers: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China, the USA, Europe and Japan are the main consumers. LEDCs often export minerals as raw materials.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Methods of Mineral Extraction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Minerals are extracted by the following methods: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Open-cast (open-pit) mining: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surface is removed and the mineral dug out, when deposits are near the surface. It is cheap and safe but leaves large scars.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Methods of Mineral Extraction (continued)</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Shaft and adit (drift) mining: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Vertical shafts or horizontal tunnels reach deep deposits. It is costly and dangerous.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Placer (alluvial) mining and drilling: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Gold and tin are washed from river sands; oil and gas are pumped from wells. Artisanal miners in the East use placer methods.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Methods of Mineral Extraction</a:t>
            </a:r>
            <a:endParaRPr lang="en-US" sz="3600" dirty="0"/>
          </a:p>
        </p:txBody>
      </p:sp>
      <p:pic>
        <p:nvPicPr>
          <p:cNvPr id="4" name="Image 0" descr="/home/claude/f4/img/v2/mining_method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methods of mining</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Problems and Conservation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Mineral resources face problems and need conservation: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Problems: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Minerals are exhaustible, prices fluctuate and mining destroys land, forests and rivers. Artisanal mining causes accidents, child labour and mercury pollution.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Problems and Conservation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Conservation: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Recycling, substitution with other materials and efficient use save minerals. Laws, land rehabilitation and responsible mining protect the environment.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Problems and Conservation</a:t>
            </a:r>
            <a:endParaRPr lang="en-US" sz="3600" dirty="0"/>
          </a:p>
        </p:txBody>
      </p:sp>
      <p:pic>
        <p:nvPicPr>
          <p:cNvPr id="4" name="Image 0" descr="/home/claude/f4/img/v2/mineral_problem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problems and conservation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Describe two methods of mining.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Open-cast: near-surface ore removed from a pit. Shaft: deep tunnels to reach ore.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ways of conserving minerals.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Recycling and substitutes.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Rock rich in a mineral is an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Bauxite is a ______ mineral.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Washing river sands for gold is ______ mining.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List objects at home made from minerals and name the mineral.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Further Study 3: Management of Mineral and Energy Resources in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5"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Mineral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minerai, le minéral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Mine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mine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Ore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minerai</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Open-cast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À ciel ouvert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Recycling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recyclage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Gold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L'or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6"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Mineral Resources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13: Minerals and Mining</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Classify minerals. Describe the methods of mineral extraction. Explain the problems of mining and ways of conserving minerals.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classify minerals, describe mining methods and propose conservation measures.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7"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 and Classification; Distribution, Producers and Consumers; Methods of Mineral Extraction; Problems and Conservation.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List objects at home made from minerals and name the mineral.</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list minerals.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draw the methods.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discuss mine scars.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discuss gold mining in the East.</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discuss recycling metal.</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6 (Economic 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“2017-91-06” by Community Archives of Belleville &amp; Hastings County, CC0 1.0, via Flickr (https://www.flickr.com/photos/134017397@N03/37070933734)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“Mining in Kailo” by Julien Harneis, CC BY-SA 2.0, via Flickr (https://www.flickr.com/photos/16935515@N00/1873057946)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58</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58</Slides>
  <Notes>58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58</vt:i4>
      </vt:variant>
    </vt:vector>
  </HeadingPairs>
  <TitlesOfParts>
    <vt:vector size="6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2026-09-27T10:08:13Z</dcterms:created>
  <dcterms:modified xsi:type="dcterms:W3CDTF">2026-09-27T10:08:13Z</dcterms:modified>
</cp:coreProperties>
</file>