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13: Minerals and Mining.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minerals.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mine scars.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gold mining in the 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recycling metal.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ore 2. non-ferrous 3. placer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and Mining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Minerals and Mining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Mineral, ore, ferrous, non-ferrous, open-cast mining, shaft mining, placer mining, conservation.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and classification; world distribution, producers and consumers; methods of extraction; problems; conservation.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minerals, describe mining methods and propose conservation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minerals.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methods of mineral extraction.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problems of mining and ways of conserving minerals.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are non-renewable.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bauxite, iron ore and gold.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East Region, men dig pits by hand to find gold, while a large company plans an open-pit iron mine at Mbalam. Villagers worry about their rivers and farms.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Mining brings money but can damage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mining methods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Artisanal digging and open-pit mining.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villagers worry?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Mining can pollute rivers and destroy farmland.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mining and its effects on people and nature.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ineral_clas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Types of minerals.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ferrous and non-ferrous minerals.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Ferrous minerals contain iron; non-ferrous minerals do not (bauxite, copper, gold).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mining_method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 of mining.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is open-cast mining used?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mineral is near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open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open-pit mine.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open-pit mining.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cheap and safe. Disadvantage: huge scars on the landscape.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goldmin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Small-scale gold miners.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artisanal mining.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Dangerous pits and polluted rivers (mercury).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mineral_problem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Problems and conservation.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of conserving minerals.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Recycling and using substitutes (also reducing waste).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Minerals and Mining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Mineral Resources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Mineral Resources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13: Minerals and Mining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Mineral: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natural substance in the Earth's crust with a definite composition.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rock that contains enough of a mineral to be mined profitably.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extraction of minerals from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and Distribution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Metallic minerals are ferrous (iron) or non-ferrous (bauxite, copper, gold). Non-metallic minerals include limestone, salt and diamonds.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Australia, China, Brazil, Russia, South Africa and the DR Congo are major producers. China, the USA and Europe are major consumers.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and Distribution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Methods: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Open-cast mining takes near-surface ores, and shaft mining reaches deep ores. Placer mining washes river sands, and drilling extracts oil and gas.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 and Conservation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Minerals run out and leave ghost towns. Mining causes land scars, pollution and deforestation.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Economic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World prices rise and fall, and poor countries export ore cheaply. Accidents and child labour occur in artisanal mines.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 and Conservation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Conservation: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Recycling, substitutes and efficient use save minerals. Laws must force companies to restore land.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 and Conservation (3/3)</a:t>
            </a:r>
            <a:endParaRPr lang="en-US" sz="3600" dirty="0"/>
          </a:p>
        </p:txBody>
      </p:sp>
      <p:pic>
        <p:nvPicPr>
          <p:cNvPr id="13" name="Image 0" descr="/home/claude/f4/img/v2/mining_method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mining methods.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two methods of mining.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Open-cast: near-surface ore removed from a pit. Shaft: deep tunnels to reach ore.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of conserving minerals.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Recycling and substitutes.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 rich in a mineral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 is a ______ mineral.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Washing river sands for gold is ______ mining.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objects at home made from minerals and name the mineral.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3: Mineral and Energy Resources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minerai, le minéral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minerai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Open-cast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ciel ouvert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Recycling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recyclage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 Resources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Minerals and Mining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minerals. Describe the methods of mineral extraction. Explain the problems of mining and ways of conserving minerals.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minerals, describe mining methods and propose conservation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Mineral, Ore, Mining; II. Classification and Distribution: Types, Distribution, Methods; III. Problems and Conservation: Problems, Economic problems, Conservation.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objects at home made from minerals and name the mineral.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“2017-91-06” by Community Archives of Belleville &amp; Hastings County, CC0 1.0, via Flickr (https://www.flickr.com/photos/134017397@N03/37070933734)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“Mining in Kailo” by Julien Harneis, CC BY-SA 2.0, via Flickr (https://www.flickr.com/photos/16935515@N00/1873057946)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