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10: Impacts of Agriculture on the Environment.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burning.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polluted water.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copy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organic methods.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prices.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organic 2. eutrophication 3. erosion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LESSON 10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Impacts of Agriculture on the Environment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Developments in Agriculture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Agriculture and the Environment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10: Impacts of Agriculture on the Environment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Deforestation, soil erosion, pollution, eutrophication, organic farming.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and positive impacts; organic farming: meaning, methods, advantages and disadvantages.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impacts of agriculture on the environment and assess organic farming.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negative impacts of agriculture.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positive impacts.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organic farming and assess it.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Clearing forests increases erosion.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Fertilisers can pollute rivers.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Around Garoua, farmers burn the bush each year before planting, and rivers are polluted by fertiliser. A cooperative near Dschang sells vegetables grown without chemicals at a higher price.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Farming damages the environment.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negative impact.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Bush fires or pollution.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farming without chemicals called?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Organic farming.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farm while protecting the environment.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NEGATIVE IMPACTS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2t_bushfi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 burnt before planting.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NEGATIVE IMPACTS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bush fires harm the environment?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NEGATIVE IMPACTS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destroy vegetation and humus and expose soil to erosion.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NEGATIVE IMPACTS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usa_spray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Spraying chemicals.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NEGATIVE IMPACTS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farm chemicals harm rivers?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NEGATIVE IMPACTS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wash into rivers, kill fish and cause algae growth (eutrophication).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POSITIVE IMPACTS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terrac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Terraces.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POSITIVE IMPACTS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positive impacts of farming.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POSITIVE IMPACTS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Terraces protect slopes; tree crops and agroforestry protect soils.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ORGANIC FARMING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organ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vegetable garden.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ORGANIC FARMING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organic farming?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ORGANIC FARMING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Farming without chemical fertilisers or pesticides, using manure and natural methods.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ASSESSMENT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agri_impac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Impacts of agriculture.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ASSESSMENT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advantage and one disadvantage of organic farming.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ASSESSMENT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Advantage: no pollution, healthy food. Disadvantage: lower yields and more labour.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Impacts of Agriculture on the Environment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Developments in Agriculture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Agriculture and the Environment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10: Impacts of Agriculture on the Environment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Eutrophication: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excess algae growth in water caused by fertiliser runoff.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Organic farming: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farming without artificial chemicals.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Impacts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Negative impacts: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Deforestation, bush fires and overgrazing cause erosion and desertification. Chemicals pollute soils, water and food.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Other negative impacts: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Irrigation can cause salinisation and water shortage. Wildlife loses its habitat.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Impacts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Positive impacts: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Terraces, hedges and agroforestry protect soils. Well-managed farms create attractive landscapes.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Organic Farming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Methods: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Farmers use manure, compost, crop rotation and natural pest control. Animals are raised in natural conditions.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Advantages: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There is less pollution and healthier food. Soils keep their fertility.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Organic Farming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Disadvantages: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Yields are lower and more labour is needed. Organic food is more expensive.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Organic Farming (3/3)</a:t>
            </a:r>
            <a:endParaRPr lang="en-US" sz="3600" dirty="0"/>
          </a:p>
        </p:txBody>
      </p:sp>
      <p:pic>
        <p:nvPicPr>
          <p:cNvPr id="13" name="Image 0" descr="/home/claude/f4/img/v2/agri_impac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table.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negative impacts of agriculture.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Deforestation, soil erosion, pollution (also salinisation).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advantage and one disadvantage of organic farming.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Advantage: less pollution. Disadvantage: lower yields.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Farming without chemicals is ______ farming.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Algae growth from fertilisers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Burning bush exposes soil to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List farming practices in your area that harm or protect the environment.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1: Agriculture in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L'environnement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Organic farming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L'agriculture biologique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Pollution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pollution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fumier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Erosion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L'érosion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compost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Developments in Agriculture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10: Impacts of Agriculture on the Environment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negative impacts of agriculture. Explain the positive impacts. Explain organic farming and assess it.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impacts of agriculture on the environment and assess organic farming.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Eutrophication, Organic farming; II. Impacts: Negative impacts, Other negative impacts, Positive impacts; III. Organic Farming: Methods, Advantages, Disadvantages.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farming practices in your area that harm or protect the environment.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“20111216-NRCS-LSC-0355” by USDAgov, CC BY 2.0, via Flickr (https://www.flickr.com/photos/41284017@N08/6551564351)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“k4817-4” by USDAgov, CC BY 2.0, via Flickr (https://www.flickr.com/photos/41284017@N08/8497812386)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“Terraced Hillside” by AdamCohn, CC BY-NC-ND 2.0, via Flickr (https://www.flickr.com/photos/96142515@N00/6311042523)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“Allotment garden” by tacowitte, CC BY 2.0, via Flickr (https://www.flickr.com/photos/31817492@N00/1509608412)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2026-09-26T20:31:26Z</dcterms:created>
  <dcterms:modified xsi:type="dcterms:W3CDTF">2026-09-26T20:31:26Z</dcterms:modified>
</cp:coreProperties>
</file>