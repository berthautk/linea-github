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Impacts of Agriculture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Agriculture and the Environment. The key notions we shall use today are: deforestation, soil erosion, pollution, eutrophication, organic farming. At the end, you should be able to do this: learners are able to explain the impacts of agriculture on the environment and assess organic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Meeting the Increasing Food Demand. The question was: Suggest three measures to reduce food shortage in the Far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Measures for the Far North: irrigation from the Logone and dams, drought-resistant seeds, storage facilities (granaries) to avoid losses, and better roads to markets.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negative impacts of agriculture. Number 2: explain the positive impacts. Number 3: explain organic farming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Clearing forests increases erosion. Fertilisers can pollute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Garoua, farmers burn the bush each year before planting, and rivers are polluted by fertiliser. A cooperative near Dschang sells vegetables grown without chemicals at a higher price.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damages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impact.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Bush fires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farming without chemicals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Organic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practise farming methods that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farm while protecting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land burnt before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bush fires harm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vegetation and humus and expose soil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farm chemicals harm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wash into rivers, kill fish and cause algae growth (eutrophication).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positive impacts of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Terraces protect slopes; tree crops and agroforestry protect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vegetable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organic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without chemical fertilisers or pesticides, using manure and natural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organic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no pollution, healthy food. Disadvantage: lower yields and more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Agriculture on the Environment. Agriculture affects the environment both negatively and positively. On this slide we have Negative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the Environment. On this slide we have Other negative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the Environment. On this slide we have Positive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Organic Farming. Organic farming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Organic Farming. On this slide we have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Organic Farming.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negative impacts of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soil erosion, pollution (also salinisation).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organic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less pollution. Disadvantage: lower yields.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organic; number 2, eutrophication;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farming practices in your area that harm or protect the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Agricultural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IMPACTS OF AGRICULTURE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 Impacts of Agriculture on the Environment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Impacts of Agriculture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Impacts of Agriculture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pollution, eutrophication, organic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Negative and positive impacts; organic farming: meaning, methods,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impacts of agriculture on the environment and assess organic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Meeting the Increasing Food Demand):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measures to reduce food shortage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Measures for the Far North: irrigation from the Logone and dams, drought-resistant seeds, storage facilities (granaries) to avoid losses, and better roads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organic farming and assess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forests increases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Fertilisers can pollute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farmers burn the bush each year before planting, and rivers are polluted by fertiliser. A cooperative near Dschang sells vegetables grown without chemicals at a higher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damages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farming without chemicals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Practise farming methods that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farm while protecting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burnt before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bush fires harm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vegetation and humus and expose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 chemicals harm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wash into rivers, kill fish and cause algae growth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impacts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protect slopes; tree crops and agroforestry protect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rga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vegetable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without chemical fertilisers or pesticides, using manure and natural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no pollution, healthy food. Disadvantage: lower yields and more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and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Impacts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environment both negatively and positively: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overgrazing and monoculture cause soil erosion and loss of biodiversity. Fertilisers and pesticides pollute rivers and cause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can cause salinisation and falling water tables. Methane from cattle and rice fields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agroforestry and hedges protect soils and create attractive landscapes. Well-managed farms store carbon and provide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Organic farming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without chemical fertilisers, pesticides or GM seeds. It relies on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compost, crop rotation, green manure and biological pest control. Mulching and intercropping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water and health and gives higher prices for products. But yields are often lower and more labour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negative impacts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pollution (also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less pollution. Disadvantage: lower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without chemicals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from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Burning bush exposes soil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farming practices in your area that harm or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Organic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biologique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Impacts of Agriculture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negative impacts of agriculture. Explain the positive impacts. Explain organic farming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impacts of agriculture on the environment and assess organic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Impacts of Agriculture on the Environment; Organic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farming practices in your area that harm or protect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burning.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polluted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organic methods.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prices.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“Allotment garden” by tacowitte, CC BY 2.0, via Flickr (https://www.flickr.com/photos/31817492@N00/1509608412)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2026-09-27T09:46:29Z</dcterms:created>
  <dcterms:modified xsi:type="dcterms:W3CDTF">2026-09-27T09:46:29Z</dcterms:modified>
</cp:coreProperties>
</file>