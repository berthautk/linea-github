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Management of Mineral and Energy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Mineral and Energy Resources of Cameroon. The key notions we shall use today are: oil, natural gas, bauxite, iron ore, gold, cobalt, SONARA, SNH, sustainable exploitation. At the end, you should be able to do this: learners are able to describe Cameroon's mineral and energy resources and explain how to exploit them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Minerals and Mining. The question was: List objects at home made from minerals and name the mineral.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iron (pots, nails, roofing sheets); aluminium (pans, window frames, from bauxite); copper (electric wires); gold (jewellery); limestone (cement); salt.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main minerals and energy resources of Cameroon. Number 2: explain their exploitation, uses and problems. Number 3: explain the benefits and sustainable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Minerals are non-renewable. Cameroon produces oil and hydro-electricity.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has oil, gas, bauxite, iron ore, cobalt and gold, but most of these minerals are still in the ground. Bauxite is found in the Adamawa, yet the aluminium plant at Edéa imports its alumina.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Cameroon's minerals are little exploited.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bauxite not used at Edéa?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Lack of railway, capital and processing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mineral is most exploited?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the mineral and energy resources of Cameroon for the benefit of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know the mineral wealth of Cameroon and how to use it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minerals of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oil, bauxite and iron ore found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Oil offshore (Rio del Rey, Kribi); bauxite in the Adamawa and West; iron ore at Mbalam and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offshore oil platform.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Who exploits oil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Foreign companies with the state (SNH); it is refined at SONARA in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artisanal gold miners.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is gold mined in the 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Mostly by artisanal miners and some small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muddy road in the interior.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hindering mineral exploitation.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transport and lack of capital (also technology, world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benefits of mineral exploitation.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Export income and jobs (also industry and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Mineral and Energy Resources of Cameroon. Cameroon has the following resources. On this slide we have Energy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Mineral and Energy Resources of Cameroon. On this slide we have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mineral resources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Exploitation. These resources are exploited as follows. On this slide we have Oil and gas.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Exploitation. On this slide we have Gold and other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Benefits. The management of these resources faces problems and brings benefits.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Benefits. On this slide we have Benefits.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Benefits. On this slide we have Management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minerals of Cameroon and their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oil (offshore), bauxite (Adamawa), iron ore (Mbalam), gold (East).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hindering mineral exploitation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poor transport and lack of capital (also technology).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SONARA; number 2, Martap; number 3,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mineral map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4: Management of Water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3: MANAGEMENT OF MINERAL AND ENERGY RESOURCES IN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 Management of Mineral and Energy Resources in Cameroon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Management of Mineral and Energy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and Energy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Management of Mineral and Energy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Oil, natural gas, bauxite, iron ore, gold, cobalt, SONARA, SNH, sustainable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Low level of exploitation; minerals, their distribution, quality and quantity; exploitation methods and stakeholders; uses; problems and state efforts; benefits; sustainable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Cameroon's mineral and energy resources and explain how to exploit them sustainably.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Minerals and Mining):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objects at home made from minerals and name the mineral.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iron (pots, nails, roofing sheets); aluminium (pans, window frames, from bauxite); copper (electric wires); gold (jewellery); limestone (cement); 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minerals and energy resources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exploitation, uses and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benefits and sustainable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are non-renewable.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produces oil and hydro-electricity.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oil, gas, bauxite, iron ore, cobalt and gold, but most of these minerals are still in the ground. Bauxite is found in the Adamawa, yet the aluminium plant at Edéa imports its alumina.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Cameroon's minerals are little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bauxite not used at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railway, capital and processing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mineral is most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the mineral and energy resources of Cameroon for the benefit of 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know the mineral wealth of Cameroon and how to use it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minera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minerals of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oil, bauxite and iron ore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offshore (Rio del Rey, Kribi); bauxite in the Adamawa and West; iron ore at Mbalam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OIL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offsh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offshore oil platform.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exploits oil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Foreign companies with the state (SNH); it is refined at SONARA in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GOLD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goldmin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Artisanal gold miners.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GOLD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gold mined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GOLD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by artisanal miners and some small companies.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road in the interior.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hindering mineral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transport and lack of capital (also technology, world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BENEFITS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BENEFITS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benefits of mineral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BENEFITS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Export income and jobs (also industry and infrastructure).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Mineral and Energy Resources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Management of Mineral and Energy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Mineral and Energy Resources of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gas are produced offshore in the Rio del Rey and Douala–Kribi basins. Hydro-electricity comes from Edéa, Song Loulou, Lagdo, Memve'ele, Lom Pangar and Nachtigal.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Mineral and Energy Resources of Cameroon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Bauxite (Minim-Martap, Fongo-Tongo), iron ore (Mbalam, Kribi–Lolodorf), gold (East), cobalt and nickel (Lomié) and limestone (Figuil). Many deposits are not yet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Mineral and Energy Resources of Cameroon</a:t>
            </a:r>
            <a:endParaRPr lang="en-US" sz="3600" dirty="0"/>
          </a:p>
        </p:txBody>
      </p:sp>
      <p:pic>
        <p:nvPicPr>
          <p:cNvPr id="4" name="Image 0" descr="/home/claude/f4/img/v2/cmr_minera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mineral resources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resources are exploited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Oil and 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Foreign companies work with the state company SNH; oil is refined at SONARA in Limbe. Gas is liquefied at Kribi for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Gold and other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Gold is mined mainly by artisanal miners and small companies in the East. Limestone is used for cement at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Benefits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management of these resources faces problems and brings benefits: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roads and electricity delay mining projects. Artisanal mining degrades the environment, and oil production is declining.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Benefits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Benefits: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 and energy exports earn revenue and create jobs. They supply industries such as ALUCAM and cement factories and attract infrastructure.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Benefits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Mining Code, transparency (EITI) and new energy projects aim at better management. Renewable energy is being developed to supply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minerals of Cameroon and their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(offshore), bauxite (Adamawa), iron ore (Mbalam), gold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hindering mineral exploitation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transport and lack of capital (also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Oil is refined at ______ in Limbe.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Bauxite is found at Minim-______.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Gold is mined mainly in the ______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mineral map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Management of Water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Oil 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gisement pétrolier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 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Mining code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code minier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Deposit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gisement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Management of Mineral and Energy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main minerals and energy resources of Cameroon. Explain their exploitation, uses and problems. Explain the benefits and sustainable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Cameroon's mineral and energy resources and explain how to exploit them sustainably.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Mineral and Energy Resources of Cameroon; Exploitation; Problems and Benefits.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mineral map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stakeholders.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artisanal mining.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problems.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ALUCAM at Edéa.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“Rig I” by Tuftronic10000, CC BY 2.0, via Flickr (https://www.flickr.com/photos/36574363@N00/367931994)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“Mining in Kailo” by Julien Harneis, CC BY-SA 2.0, via Flickr (https://www.flickr.com/photos/16935515@N00/1873057946)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2026-09-27T09:50:11Z</dcterms:created>
  <dcterms:modified xsi:type="dcterms:W3CDTF">2026-09-27T09:50:11Z</dcterms:modified>
</cp:coreProperties>
</file>