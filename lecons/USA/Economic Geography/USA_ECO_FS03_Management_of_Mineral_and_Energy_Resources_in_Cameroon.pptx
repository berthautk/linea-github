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Further Study 3: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stakeholders.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artisanal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list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ALUCAM at Edéa.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SONARA 2. Martap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ECONOMIC GEOGRAPHY  —  FURTHER STUDY 3</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Management of Mineral and Energy Resources in Cameroon</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Mineral and Energy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Further Study 3: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Oil, natural gas, bauxite, iron ore, gold, cobalt, SONARA, SNH,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Low level of exploitation; minerals, their distribution, quality and quantity; exploitation methods and stakeholders; uses; problems and state efforts; benefits; sustainable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Cameroon's mineral and energy resources and explain how to exploit them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Locate the main minerals and energy resources of Cameroon.</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their exploitation, uses and problems.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benefits and sustainable measures.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Minerals are non-renewable.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Cameroon produces oil and hydro-electricity.</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oil, gas, bauxite, iron ore, cobalt and gold, but most of these minerals are still in the ground. Bauxite is found in the Adamawa, yet the aluminium plant at Edéa imports its alumina.</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minerals are little exploited.</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bauxite not used at Edéa?</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railway, capital and processing plants.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most exploited?</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the mineral wealth of Cameroon and how to use it well.</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cmr_minerals_big.png">    </p:cNvPr>
          <p:cNvPicPr>
            <a:picLocks noChangeAspect="1"/>
          </p:cNvPicPr>
          <p:nvPr/>
        </p:nvPicPr>
        <p:blipFill>
          <a:blip r:embed="rId1"/>
          <a:stretch>
            <a:fillRect/>
          </a:stretch>
        </p:blipFill>
        <p:spPr>
          <a:xfrm>
            <a:off x="1568196" y="1691640"/>
            <a:ext cx="9052560"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Main minerals of Cameroon (simplified).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oil, bauxite and iron ore found in Cameroon?</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DISTRIBUTION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offshore (Rio del Rey, Kribi); bauxite in the Adamawa and West; iron ore at Mbalam and Kribi.</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EXPLOITATION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usa_offshor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 offshore oil platform.</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EXPLOITATION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exploits oil in Cameroon?</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EXPLOITATION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Foreign companies with the state (SNH); it is refined at SONARA in Limbe.</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EXPLOITATION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usa_goldminers.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Artisanal gold miners.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EXPLOITATION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mined in the East?</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EXPLOITATION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by artisanal miners and some small companies.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f2t_muddy_road.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muddy road in the interior.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hindering mineral exploitation.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PROBLEMS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transport and lack of capital (also technology, world prices).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BENEFITS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usa_smelte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 aluminium smelter.</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BENEFITS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mineral exploitation.</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BENEFITS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 income and jobs (also industry and infrastructure).</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Mineral and Energy Resources of Cameroon</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Management of Mineral and Energy Resources in Cameroon</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Proven reserve: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mineral deposit known to exist in a quantity worth mining.</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Sustainable exploitation: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using a resource without destroying the environment or future chances.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Resources and Exploitation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Energy minerals: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Oil comes from offshore fields near Rio del Rey and Kribi, and gas from Logbaba and Kribi. Oil is refined at SONARA in Limbe.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Other minerals: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Bauxite is found at Minim-Martap and Fongo-Tongo, iron ore at Mbalam and Kribi, cobalt at Lomié. Gold is mined in the East, and limestone at Figuil.</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Resources and Exploitation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Stakeholders and 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state (SNH, SONAMINES), foreign companies and artisanal miners are involved. Minerals give fuel, cement, jewellery and export income.</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Problems, Benefits and Measures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Problems: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Exploitation is low because of poor transport, lack of capital, technology and energy. Artisanal mining pollutes and is poorly controlled.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Benefits: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Mining brings export income, jobs, roads and taxes. It can supply industries.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Problems, Benefits and Measures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Measures: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mining code, SONAMINES and new railways (Mbalam–Kribi) aim at better exploitation. Environmental rules must protect land and rivers.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minerals of Cameroon and their location.</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(offshore), bauxite (Adamawa), iron ore (Mbalam), gold (East).</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hindering mineral exploitation in Cameroon.</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transport and lack of capital (also technology).</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Oil is refined at ______ in Limbe.</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Bauxite is found at Minim-______.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Gold is mined mainly in the ______ Region.</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mineral map of Cameroon.</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Further Study 4: Management of Water Resources.</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Oil field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gisement pétrolier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Refinery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raffinerie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Bauxite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bauxite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Iron ore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minerai de fer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Mining code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code minier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Deposit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gisement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Geography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Further Study 3: Management of Mineral and Energy Resources in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Locate the main minerals and energy resources of Cameroon. Explain their exploitation, uses and problems. Explain the benefits and sustainable measures.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Cameroon's mineral and energy resources and explain how to exploit them sustainably.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Proven reserve, Sustainable exploitation; II. Resources and Exploitation: Energy minerals, Other minerals, Stakeholders and uses; III. Problems, Benefits and Measures: Problems, Benefits, Measures.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mineral map of Cameroon.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6 (Economic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“20080326_03 Aluminium smelter” by Bush Philosopher - Dave Clarke, CC BY-NC-ND 2.0, via Flickr (https://www.flickr.com/photos/73115147@N00/2402063103)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2026-09-26T20:31:26Z</dcterms:created>
  <dcterms:modified xsi:type="dcterms:W3CDTF">2026-09-26T20:31:26Z</dcterms:modified>
</cp:coreProperties>
</file>