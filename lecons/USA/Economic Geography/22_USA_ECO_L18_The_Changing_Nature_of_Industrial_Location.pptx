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18: The Changing Nature of Industrial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Distribution of Industries, and the sub-topic is Distribution of Industries. The key notions we shall use today are: industrial shift, relocation, iron and steel industry, coastal location, global shift. At the end, you should be able to do this: learners are able to explain why industrial locations change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17: Government Policy and Industrial Location. The question was: Suggest how the government could attract industries to your region.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To attract industries to the North: build roads and electricity from Lagdo, give tax holidays and cheap land, create an industrial zone at Garoua, train workers and process local cotton, cattle and onions.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what a change in industrial location means. Number 2: explain the changing location of iron and steel. Number 3: explain the factors and implications.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Location factors change over time. Heavy industry used much coal.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1800s, steel works in Britain were built on coalfields. Today, the biggest steel works are on the coasts, and most steel is made in China.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Industries have moved to new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were steel works on coalfields?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used huge amounts of coal.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are they now on coasts?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import ore and coal by sea.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understand changes in industrial location and their effects on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that industrial geography keeps changing.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changing location of iron and steel.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Describe the three stages of steel location.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Coalfields, then ore fields, then coasts.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steel works.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did steel works move from coalfields?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Less coal was needed and local coal and ore ran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large ship.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are modern steel works on the coast?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import ore and coal by cheap bulk ships and export steel.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manufacturing in the UK and China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is the global shift in manufacturing?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move of factories from old industrial countries to Asia.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modern factory with robots.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one implication for old industrial regions.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Unemployment and derelict land (need for new industries).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The changing nature of industrial location can be understood as follows. On this slide we have Meaning.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Case Study: The Iron and Steel Industry. The location of iron and steel works has changed as follows. On this slide we have On coalfields (1800s).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Case Study: The Iron and Steel Industry. On this slide we have Near iron ore (early 1900s).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Case Study: The Iron and Steel Industry. On this slide we have On the coast (1950s to today).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changing location of iron and steel.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and Implications. The changes are caused by factors and have implications. On this slide we have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and Implications. On this slide we have Implications.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global shift of manufacturing.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Explain the changing location of iron and steel.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from coalfields to ore fields to coasts, because of less coal use, exhaustion and cheap sea transport.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implications of industrial relocation.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unemployment in old regions; growth in new regions.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coalfields; number 2, coast; number 3,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Explain why many clothes sold in Cameroon are made in Asia.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19: Industrial Agglomerations.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18: THE CHANGING NATURE OF INDUSTRIAL LOCATION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Changing Nature of Industrial Location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Distribution of Industries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Distribution of Industries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18: The Changing Nature of Industrial Location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Industrial shift, relocation, iron and steel industry, coastal location, global shift.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the case of iron and steel; factors and implications of changes.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industrial locations change over time.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17: Government Policy and Industrial Location):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Suggest how the government could attract industries to your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attract industries to the North: build roads and electricity from Lagdo, give tax holidays and cheap land, create an industrial zone at Garoua, train workers and process local cotton, cattle and onions.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what a change in industrial location means.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changing location of iron and steel.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and implications.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Location factors change over time.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Heavy industry used much coal.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1800s, steel works in Britain were built on coalfields. Today, the biggest steel works are on the coasts, and most steel is made in China.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Industries have moved to new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were steel works on coalfields?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used huge amounts of coal.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they now on coasts?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import ore and coal by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Understand changes in industrial location and their effects on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that industrial geography keeps changing.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iron_stee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changing location of iron and steel.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three stages of steel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Coalfields, then ore fields, then coasts.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CASE STUDY: IRON AND STEEL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steel.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steel works.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CASE STUDY: IRON AND STEEL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steel works move from coalfields?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CASE STUDY: IRON AND STEEL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Less coal was needed and local coal and ore ran out.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CASE STUDY: IRON AND STEEL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contain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large ship.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CASE STUDY: IRON AND STEEL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modern steel works on the coast?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CASE STUDY: IRON AND STEEL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import ore and coal by cheap bulk ships and export steel.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GLOBAL SHIFT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deindust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Manufacturing in the UK and China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GLOBAL SHIFT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global shift in manufacturing?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GLOBAL SHIFT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move of factories from old industrial countries to Asia.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IMPLICATIONS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carfactory.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modern factory with robots.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IMPLICATIONS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implication for old industrial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IMPLICATIONS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Unemployment and derelict land (need for new industries).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Distribution of Industries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Distribution of Industries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18: The Changing Nature of Industrial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changing nature of industrial location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movement of industries from old locations to new ones when the factors of location change. It happens at local, national and global scales.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Case Study: The Iron and Steel Industry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location of iron and steel works has changed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On coalfields (1800s):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Early steel works needed huge amounts of coal, so they located on coalfields such as the Ruhr and South Wales. Coal was the heaviest raw material.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Case Study: The Iron and Steel Industry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Near iron ore (early 1900s):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With better furnaces, less coal was needed, so some works moved to iron ore fields such as Lorraine. Local ore was used.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Case Study: The Iron and Steel Industry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On the coast (1950s to today):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Local ore and coal ran out, so modern integrated works are at ports such as Dunkirk and Taranto. They import cheap ore and coal by bulk carriers and export steel.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Case Study: The Iron and Steel Industry</a:t>
            </a:r>
            <a:endParaRPr lang="en-US" sz="3600" dirty="0"/>
          </a:p>
        </p:txBody>
      </p:sp>
      <p:pic>
        <p:nvPicPr>
          <p:cNvPr id="4" name="Image 0" descr="/home/claude/f4/img/v2/iron_stee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changing location of iron and steel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and Implications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changes are caused by factors and have implications: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Exhaustion of resources, new technology, cheaper transport and cheap labour abroad change location. Globalisation has moved many industries to Asia (global shift).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and Implications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Implications: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Old industrial regions suffer unemployment, derelict land and decline. New regions gain jobs and growth, but also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and Implications</a:t>
            </a:r>
            <a:endParaRPr lang="en-US" sz="3600" dirty="0"/>
          </a:p>
        </p:txBody>
      </p:sp>
      <p:pic>
        <p:nvPicPr>
          <p:cNvPr id="4" name="Image 0" descr="/home/claude/f4/img/v2/deindust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global shift of manufacturing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the changing location of iron and steel.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coalfields to ore fields to coasts, because of less coal use, exhaustion and cheap sea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implications of industrial relocation.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Unemployment in old regions; growth in new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Early steel works were on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Modern steel works are on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move of factories to Asia is the global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why many clothes sold in Cameroon are made in Asia.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19: Industrial Agglomerations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Relocation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délocalisation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Steel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L'acier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Coalfield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bassin houiller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Coast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côte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Shift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déplacement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Derelict 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friche industrielle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Distribution of Industries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18: The Changing Nature of Industrial Location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what a change in industrial location means. Explain the changing location of iron and steel. Explain the factors and implications.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industrial locations change over time.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Case Study: The Iron and Steel Industry; Factors and Implications.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why many clothes sold in Cameroon are made in Asia.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three boxes.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discuss technology.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find coastal steel works.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read the graph.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consequences.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“Belval steel works, Luxembourg, May 1995” by sludgegulper, CC BY-SA 2.0, via Flickr (https://www.flickr.com/photos/28179929@N08/4991135732)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“Container Ships @ Port of Oakland” by jdnx, CC BY 2.0, via Flickr (https://www.flickr.com/photos/21442511@N08/3464243881)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“rover 200 framing line” by spencer_cooper, CC BY-ND 2.0, via Flickr (https://www.flickr.com/photos/80889122@N06/7481166880)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2026-09-29T03:13:11Z</dcterms:created>
  <dcterms:modified xsi:type="dcterms:W3CDTF">2026-09-29T03:13:11Z</dcterms:modified>
</cp:coreProperties>
</file>