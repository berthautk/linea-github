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Factors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raw materials, market, power, transport, labour, capital, land, environment, human choice. At the end, you should be able to do this: learners are able to explain the factors that influence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Industrial Location. The question was: Choose a factory in Cameroon and explain its location.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CICAM textile factory at Garoua is located near the cotton-growing area (raw material), with water and power from Lagdo, labour and routes to Chad and Nigeria.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economic factors of industrial location. Number 2: explain land and environmental factors. Number 3: explain why factors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choose optimum locations. Transport costs rise with distance.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businessman wants to build a biscuit factory. He must choose between Douala (port, market, many workers but congested) and a smaller town (cheap land but few workers and poor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businessman must weigh many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advantages of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large market and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advantage of the small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Cheap land and less congestion.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best location for industries by weighing all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factory locations are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location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economic factors of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Raw materials, market, power, transport (also labour,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industries locate near ports?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import raw materials and export products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textile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clothing factories move to countries with cheap labour?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Labour is their largest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modern industries prefer pleasant environments?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attract skilled workers and have space to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personal choice influence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owner may build in his home town (patriotism) or where he likes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Factor of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Economic Factors. The main economic factors of industrial location are. On this slide we have Raw materials and market.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Factors. On this slide we have Power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Factors. On this slide we have Labour and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industrial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Environment and Other Factors. Other factors are also important. On this slide we have Land and environment.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Human choice and patriotism.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Dynamic and complex nature.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factors of industrial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materials, market, transport, labour (also power, capital,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factors change over time?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new transport and technology change costs; markets and labour become more important.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labour; number 3,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the best site for a biscuit factory in Cameroon and justify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Government Policy and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FACTORS OF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Factors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Raw materials, market, power, transport, labour, capital, land, environment, human choice.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Dynamic and complex nature of factors; economic factors; land and environment; other factors (patriotism, human choice).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factors that influence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factory in Cameroon and explain its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CICAM textile factory at Garoua is located near the cotton-growing area (raw material), with water and power from Lagdo, labour and routes to Chad and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economic factors of industrial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environmental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factors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choose optimum locations.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rise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businessman wants to build a biscuit factory. He must choose between Douala (port, market, many workers but congested) and a smaller town (cheap land but few workers and poor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businessman must weigh many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market and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the small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land and less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location for industries by weighing all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factory locations are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economic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market, power, transport (also labour,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industries locate near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import raw materials and export products cheaply.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clothing factories move to countries with cheap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is their largest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modern industries prefer pleasant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attract skilled workers and have space to expand.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personal choice influence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owner may build in his home town (patriotism) or where he likes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 of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condition that influences where a factory is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economic factors of industrial location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materials and market: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or perishable materials attract industries to their sources. Products that are fragile or gain weight attract industries to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need reliable energy, once coal, today electricity from anywhere. Ports, railways and roads reduce transport costs; many industries locate near Douala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or skilled labour attracts different industries; clothing firms move to low-wage countries. Capital from banks, investors and governments is needed to build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industrial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factors are also important: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and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need flat, cheap land with space for expansion. Modern firms prefer pleasant, less congested environments to attract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industries need a dry or stable climate, and a pleasant climate attracts workers. The film industry of California is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choice and patriotism: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owner may build a factory in his home town for personal or patriotic reasons. Such choices may not be the cheapest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and complex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Factors change over time and act together. For example, cheaper transport has reduced the pull of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market, transport, labour (also power, capital,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factors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transport and technology change costs; markets and labour become more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Heavy, perishable materials pull factories to their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Clothing firms seek cheap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Grouping of firms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site for a biscuit factory in Cameroon and justify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Government Policy and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Factors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economic factors of industrial location. Explain land and environmental factors. Explain why factors change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factors that influence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Economic Factors; Land, Environment and Other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best site for a biscuit factory in Cameroon and justify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Asia.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old and new industrial areas.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local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2026-09-27T10:31:49Z</dcterms:created>
  <dcterms:modified xsi:type="dcterms:W3CDTF">2026-09-27T10:31:49Z</dcterms:modified>
</cp:coreProperties>
</file>