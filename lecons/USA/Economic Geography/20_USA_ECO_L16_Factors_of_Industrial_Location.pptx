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Factors of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Distribution of Industries, and the sub-topic is Distribution of Industries. The key notions we shall use today are: raw materials, market, power, transport, labour, capital, land, environment, human choice. At the end, you should be able to do this: learners are able to explain the factors that influence industrial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Industrial Location. The question was: Choose a factory in Cameroon and explain its location.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CICAM textile factory at Garoua is located near the cotton-growing area (raw material), with water and power from Lagdo, labour and routes to Chad and Nigeria.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economic factors of industrial location. Number 2: explain land and environmental factors. Number 3: explain why factors change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Factories choose optimum locations. Transport costs rise with distance.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businessman wants to build a biscuit factory. He must choose between Douala (port, market, many workers but congested) and a smaller town (cheap land but few workers and poor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businessman must weigh many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advantages of Douala.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large market and the 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small town.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Cheap land and less congestion.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best location for industries by weighing all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factory locations are chosen.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location factors.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economic factors of industrial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Raw materials, market, power, transport (also labour,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container ship.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do many industries locate near ports?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import raw materials and export products cheaply.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textile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clothing factories move to countries with cheap labour?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Labour is their largest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skilled workers in a high-tech firm.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modern industries prefer pleasant environments?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attract skilled workers and have space to expand.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factory workers.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personal choice influence location?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An owner may build in his home town (patriotism) or where he likes to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Factor of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Economic Factors. The main economic factors of industrial location are. On this slide we have Raw materials and market.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Factors. On this slide we have Power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Economic Factors. On this slide we have Labour and capital.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factors of industrial location.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Land, Environment and Other Factors. Other factors are also important. On this slide we have Land and environment.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Environment and Other Factors. On this slide we have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Environment and Other Factors. On this slide we have Human choice and patriotism.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Land, Environment and Other Factors. On this slide we have Dynamic and complex nature.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four factors of industrial location.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raw materials, market, transport, labour (also power, capital, land).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do factors change over time?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transport and technology change costs; markets and labour become more important.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source; number 2, labour; number 3, agglomeration.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the best site for a biscuit factory in Cameroon and justify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Government Policy and Industrial Location.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16: FACTORS OF INDUSTRIAL LOCATION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Factors of Industrial Location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Distribution of Industries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Factors of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Raw materials, market, power, transport, labour, capital, land, environment, human choice.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Dynamic and complex nature of factors; economic factors; land and environment; other factors (patriotism, human choice).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factors that influence industrial location.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Industrial Location):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factory in Cameroon and explain its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CICAM textile factory at Garoua is located near the cotton-growing area (raw material), with water and power from Lagdo, labour and routes to Chad and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economic factors of industrial location.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land and environmental factors.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factors change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Factories choose optimum locations.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Transport costs rise with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businessman wants to build a biscuit factory. He must choose between Douala (port, market, many workers but congested) and a smaller town (cheap land but few workers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businessman must weigh many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of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market and the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small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land and less congestion.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location for industries by weighing all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factory locations are chosen.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Location factors.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economic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market, power, transport (also labour,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ontain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container ship.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industries locate near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import raw materials and export products cheaply.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exti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Textile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clothing factories move to countries with cheap labour?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ECONOMIC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Labour is their largest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AND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echpark.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Skilled workers in a high-tech firm.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AND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modern industries prefer pleasant environments?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LAND AND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attract skilled workers and have space to expand.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actory_workers.jpg">    </p:cNvPr>
          <p:cNvPicPr>
            <a:picLocks noChangeAspect="1"/>
          </p:cNvPicPr>
          <p:nvPr/>
        </p:nvPicPr>
        <p:blipFill>
          <a:blip r:embed="rId1"/>
          <a:stretch>
            <a:fillRect/>
          </a:stretch>
        </p:blipFill>
        <p:spPr>
          <a:xfrm>
            <a:off x="2251442" y="1783080"/>
            <a:ext cx="768881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workers.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personal choice influence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owner may build in his home town (patriotism) or where he likes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Distribution of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Distribution of Industries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 of 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 condition that influences where a factory is built.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economic factors of industrial location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Raw materials and market: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Heavy, bulky or perishable materials attract industries to their sources. Products that are fragile or gain weight attract industries to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Power and 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need reliable energy, once coal, today electricity from anywhere. Ports, railways and roads reduce transport costs; many industries locate near Douala 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capital: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Cheap or skilled labour attracts different industries; clothing firms move to low-wage countries. Capital from banks, investors and governments is needed to build factories.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Economic Factors</a:t>
            </a:r>
            <a:endParaRPr lang="en-US" sz="3600" dirty="0"/>
          </a:p>
        </p:txBody>
      </p:sp>
      <p:pic>
        <p:nvPicPr>
          <p:cNvPr id="4" name="Image 0" descr="/home/claude/f4/img/v2/location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factors of industrial location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Other factors are also important: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 and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need flat, cheap land with space for expansion. Modern firms prefer pleasant, less congested environments to attract skilled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industries need a dry or stable climate, and a pleasant climate attracts workers. The film industry of California is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choice and patriotism: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owner may build a factory in his home town for personal or patriotic reasons. Such choices may not be the cheapest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Land, Environment and Other Factors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Dynamic and complex nature: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Factors change over time and act together. For example, cheaper transport has reduced the pull of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four factors of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Raw materials, market, transport, labour (also power, capital,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factors change over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transport and technology change costs; markets and labour become more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Heavy, perishable materials pull factories to their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Clothing firms seek cheap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Grouping of firms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site for a biscuit factory in Cameroon and justify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Government Policy and Industrial Location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facteur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Labour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main-d'œuvre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transport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Distribution of Industries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Factors of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economic factors of industrial location. Explain land and environmental factors. Explain why factors change over time.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factors that influence industrial location.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Economic Factors; Land, Environment and Other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the best site for a biscuit factory in Cameroon and justify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factors.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Douala.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Asia.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old and new industrial areas.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give local examples.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“Container Ships @ Port of Oakland” by jdnx, CC BY 2.0, via Flickr (https://www.flickr.com/photos/21442511@N08/3464243881)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“General Photos: Turkmenistan” by Asian Development Bank, CC BY-NC-ND 2.0, via Flickr (https://www.flickr.com/photos/58037435@N08/8800569339)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“Knight-Crane Convergence Lab” by Knight Foundation, CC BY-SA 2.0, via Flickr (https://www.flickr.com/photos/9133668@N08/6242015734)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“Photo by USAID East Africa” by U.S. Agency for International Development, CC0 1.0, via rawpixel (https://www.rawpixel.com/image/4051097/image-public-domain-person-building)</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2026-09-29T03:13:10Z</dcterms:created>
  <dcterms:modified xsi:type="dcterms:W3CDTF">2026-09-29T03:13:10Z</dcterms:modified>
</cp:coreProperties>
</file>