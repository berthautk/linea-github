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29: Transport Network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Network Development, and the sub-topic is Transport Network Efficiency. The key notions we shall use today are: efficiency, connectivity, density, accessibility, network deviation, detour index. At the end, you should be able to do this: learners are able to explain the efficiency of networks and the factors of connectivity.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28: Transport Networks. The question was: Draw the main road network of your region and count its nodes and links.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Draw each town as a dot (node) and each road between two towns as a line (link), then count them. Example: 7 towns and 8 roads give 7 nodes and 8 links.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network efficiency and connectivity. Number 2: describe the indices of efficiency. Number 3: explain user and builder costs and the factors of connectivity.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network has nodes and links. A circuit network has loops.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To travel from Garoua to Bertoua, a driver must go round through Ngaoundéré because there is no direct road. The trip is long and costly.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network is not well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extra distance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network deviation (detour).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it be reduced?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building a more direct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improve connectivity to reduce the cost and time of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judge how well a transport network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simple network.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network efficiency?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How well a network moves people and goods quickly and cheaply between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beta index and connectivity.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indices of network efficiency.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Connectivity, density and rate of flow (also extent, fineness,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road transport.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Distinguish user cost and builder cost.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User cost: paid by travellers (time, fuel). Builder cost: paid to build and maintain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difficult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routes deviate from straight lines?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avoid mountains, swamps or to pass through towns (positive deviation).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main transport routes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factors of connectivity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Relief and level of development (also capital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Network Efficiency. Network efficiency can be defined as follows. On this slide we have Network efficiency.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Network Efficiency. On this slide we have Connectivity.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Indices of Transport Efficiency. The efficiency of a network is measured by the following indices. On this slide we have Connectivity and density.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Indices of Transport Efficiency. On this slide we have Extent and fineness and Rate of flow and flexibility.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Indices of Transport Efficiency. On this slide we have Technological characteristics.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beta index and connectivity.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User and Builder Costs. Two types of route connectivity are distinguished. On this slide we have User-optimal network.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User and Builder Costs. On this slide we have Builder-optimal network.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Network Deviations. Routes deviate from straight lines in two ways. On this slide we have Negative deviation.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Network Deviations. On this slide we have Positive deviation.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Connectivity. Connectivity depends on the following factors. On this slide we have Physical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Connectivity. On this slide we have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connectivity and give two indices of efficiency.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degree to which nodes are joined; density and rate of flow.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positive and negative deviation.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positive: to pass through towns. Negative: to avoid obstacles.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connectivity; number 2, user; number 3,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Measure the straight-line and road distances between two towns and find the detour index.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5: Measuring Transport Network Efficiency.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29: TRANSPORT NETWORK EFFICIENCY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Transport Network Efficiency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Efficiency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29: Transport Network Efficiency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Efficiency, connectivity, density, accessibility, network deviation, detour index.</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indices of efficiency (connectivity, density, extent, rate of flow, fineness, flexibility, technology); connectivity (meaning, user and builder costs, network deviations);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efficiency of networks and the factors of connectivity.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28: Transport Networks):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main road network of your region and count its nodes and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each town as a dot (node) and each road between two towns as a line (link), then count them. Example: 7 towns and 8 roads give 7 nodes and 8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network efficiency and connectivity.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indices of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user and builder costs and the factors of connectivity.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network has nodes and links.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circuit network has loops.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travel from Garoua to Bertoua, a driver must go round through Ngaoundéré because there is no direct road. The trip is long and costly.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network is not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extra distance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network deviation (detour).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it be reduced?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building a more direct link.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Improve connectivity to reduce the cost and time of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judge how well a transport network 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NETWORK EFFICIENCY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simple network.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NETWORK EFFICIENCY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NETWORK EFFICIENCY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well a network moves people and goods quickly and cheaply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INDICES OF EFFICIENCY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Beta index and connectivity.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INDICES OF EFFICIENCY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indices of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INDICES OF EFFICIENCY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Connectivity, density and rate of flow (also extent, fineness, flexibility).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USER AND BUILDER COSTS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Road transport.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USER AND BUILDER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user cost and builder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USER AND BUILDER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User cost: paid by travellers (time, fuel). Builder cost: paid to build and maintain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DEVIATIONS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difficult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DEVIATIONS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routes deviate from straight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DEVIATIONS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avoid mountains, swamps or to pass through towns (positive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CONNECTIVITY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transport routes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CONNECTIVITY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connectivity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CONNECTIVITY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and level of development (also capital and history).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Transport Network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Transport Network Efficiency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Transport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Network Efficiency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Network efficiency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Network efficiency: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how well a network moves people and goods quickly and cheaply between places. An efficient network has direct links and few detours.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Network Efficiency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Connectivity: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degree to which the nodes of a network are joined together. The higher the connectivity, the more routes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Indices of Transport Efficiency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efficiency of a network is measured by the following indices: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Connectivity and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Connectivity is measured by the beta index (links ÷ nodes). Density is the length of routes per square kilometre.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Indices of Transport Efficiency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Extent and fineness: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Extent is the total area served by the network. Fineness shows how closely the links are spaced.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Rate of flow and flexibility: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Rate of flow measures the traffic moving along the links. Flexibility is the choice of alternative routes when one is blocked.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Indices of Transport Efficiency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Technological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Tarred roads, double tracks and modern vehicles raise speed and capacity. Poor technology lowers efficiency even in a dense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Indices of Transport Efficiency</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beta index and connectivity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User and Builder Costs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Two types of route connectivity are distinguished: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User-optimal network: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Users want direct links between all nodes to save time and fuel. Such a network is costly to build.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A) User and Builder Costs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Builder-optimal network: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Builders want the shortest total length of routes to save money. Such a network forces users to make detours.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Network Deviations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Routes deviate from straight lines in two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deviation: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detour to avoid obstacles such as mountains, swamps or lakes. It saves building costs but lengthens the journey.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B) Network Deviations (continued)</a:t>
            </a:r>
            <a:endParaRPr lang="en-US" sz="31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deviation: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detour to pass through towns and collect more traffic. It increases the use of the route.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Factors of Connectivity</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Connectivity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rivers and swamps reduce connectivity. The size and shape of a region also affect the length of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Factors of Connectivity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population, a high level of development, capital and technology increase connectivity. Politics and history, such as colonial routes, also shape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connectivity and give two indices of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degree to which nodes are joined; density and rate of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positive and negative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to pass through towns. Negative: to avoid obstacles.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degree to which nodes are joined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Costs paid by travellers are ______ costs.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detour around a hill is a ______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straight-line and road distances between two towns and find the detour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5: Measuring Transport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Efficiency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L'efficacité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densité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Detour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détour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Builder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constructeur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L'usager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Network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29: Transport Network Efficiency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network efficiency and connectivity. Describe the indices of efficiency. Explain user and builder costs and the factors of connectivity.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efficiency of networks and the factors of connectivity.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Network Efficiency; Indices of Transport Efficiency; User and Builder Costs; Network Deviations; Factors of Connectivity.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Measure the straight-line and road distances between two towns and find the detour index.</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 efficiency.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indices.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who pays.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a detour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“Traveling by truck” by World Bank Photo Collection, CC BY-NC-ND 2.0, via Flickr (https://www.flickr.com/photos/10816734@N03/2628517227)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2026-09-29T12:18:59Z</dcterms:created>
  <dcterms:modified xsi:type="dcterms:W3CDTF">2026-09-29T12:18:59Z</dcterms:modified>
</cp:coreProperties>
</file>