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Agricultural Development and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Agricultural Systems and Patterns of Cameroon. The key notions we shall use today are: peasant farming, plantation, livestock, CDC, SODECOTON, second-generation agriculture. At the end, you should be able to do this: learners are able to describe the agricultural systems of Cameroon and explain their problems and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10: Impacts of Agriculture on the Environment. The question was: List farming practices in your area that harm or protect the environment.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Harmful practices: bush burning, cultivating on steep slopes without terraces, overgrazing. Protective practices: using manure, planting trees, contour ridges, crop rotation.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characteristics and systems of agriculture in Cameroon. Number 2: explain the factors and impacts of these systems. Number 3: explain the problems, solutions and changes since independence.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grows cocoa, coffee, cotton and bananas. Farming systems are intensive or extensive.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South-West, the CDC runs huge plantations of banana, palm and rubber. Nearby, peasant farmers grow cassava and cocoa on small plots with hoes. In the Adamawa, herders keep cattle on open grassland.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very different farming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system uses large estates and many workers?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plantation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system is most common?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Peasant (small-scale)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modernise agriculture in Cameroon while supporting small farmers.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the farming of our own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main farming regions of Cameroon (simplified).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the main crop of the North and the main crop of the Centre and South.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North: cotton. Centre and South: cocoa.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small family farm.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characteristics of peasant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plots, family labour, simple tools, mixed food and cash crops.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banana plantation.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characteristics of plantation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Large estates, one crop, many paid workers, much capital, for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Where are most cattle reared in Cameroon?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Adamawa and the north: grasslands and fewer tsetse flies.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harvested coffee beans.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problems of agriculture and one change since independence.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Problems: poor roads, low prices. Change: agro-industrial companies and second-generation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General Characteristics of Agriculture in Cameroon. Agriculture in Cameroon has the following characteristics. On this slide we have Types and importance.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General Characteristics of Agriculture in Cameroon. On this slide we have Productivity.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agricultural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Systems of Agriculture. The main systems and their characteristics are. On this slide we have Peasant crop production.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Systems of Agriculture. On this slide we have Modern plantations.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Systems of Agriculture. On this slide we have Livestock farming.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Problems and Changes. Agriculture is influenced and has changed as follows. On this slide we have Factors of distribution.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Problems and Changes.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Problems and Changes. On this slide we have Changes since independence.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of the Agricultural Systems. The systems have the following impacts. On this slide we have On the economy and communities.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of the Agricultural Systems. On this slide we have On the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Compare peasant farming and plantation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peasant: small plots, family labour, food crops. Plantation: large estates, paid labour, export crops.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problems of agriculture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poor roads, low prices, pests (also drought, credit, storage).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plantations; number 2, North; number 3, Adamawa.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farming map of Cameroon and write one crop per region.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11: Energy Resources.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FURTHER STUDY 1: AGRICULTURAL DEVELOPMENT AND CHANGE IN CAMEROON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Agricultural Development and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Agricultural Systems and Patterns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Peasant farming, plantation, livestock, CDC, SODECOTON, second-generation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and importance of agriculture; peasant, plantation and livestock systems and their factors; impacts; problems and solutions; changes since independence.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10: Impacts of Agriculture on the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farming practices in your area that harm or protect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Harmful practices: bush burning, cultivating on steep slopes without terraces, overgrazing. Protective practices: using manure, planting trees, contour ridges, crop rotation.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characteristics and systems of agriculture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and impacts of these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solutions and changes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grows cocoa, coffee, cotton and bananas.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Farming systems are intensive or extensive.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South-West, the CDC runs huge plantations of banana, palm and rubber. Nearby, peasant farmers grow cassava and cocoa on small plots with hoes. In the Adamawa, herders keep cattle on open grassland.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very different farming 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uses large estates and many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plantation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system is most common?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(small-scale)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Modernise agriculture in Cameroon while supporting small farmers.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the farming of our own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farming regions of Cameroon (simplified).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main crop of the North and the main crop of the Centre and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cotton. Centre and South: cocoa.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small family farm.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peasant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PEASANT CROP PRODUCTION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plots, family labour, simple tools, mixed food and cash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anan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banana plantation.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characteristics of plantation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PLANTATION SYSTEMS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estates, one crop, many paid workers, much capital,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ttl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most cattle reared in Cameroon?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 LIVESTOCK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Adamawa and the north: grasslands and fewer tsetse flies.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coff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Harvested coffee beans.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agriculture and one change since independence.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PROBLEMS AND CHANGES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Problems: poor roads, low prices. Change: agro-industrial companies and second-generation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Geography of Cameroon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Agricultural Systems and Patterns of Cameroon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Further Study 1: Agricultural Development and Change in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in Cameroon has the following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and importance: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farming is small-scale peasant farming, with some large plantations and livestock ranches. It employs most rural people and provides food and exports.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Yields are low because of simple tools, few inputs and poor roads. Cameroon is nevertheless a food basket for Central Africa.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General Characteristics of Agriculture in Cameroon</a:t>
            </a:r>
            <a:endParaRPr lang="en-US" sz="3600" dirty="0"/>
          </a:p>
        </p:txBody>
      </p:sp>
      <p:pic>
        <p:nvPicPr>
          <p:cNvPr id="4" name="Image 0" descr="/home/claude/f4/img/v2/cmr_agri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agricultural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systems and their characteristics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Peasant crop production: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family farms (1–3 ha) with hoes and family labour grow food crops and some cash crops. Examples are cocoa in the Centre and South, coffee in the West and cotton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Modern 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Large estates owned by companies (CDC, SOCAPALM, PHP) grow one crop with paid workers, machines and fertilisers. They produce bananas, rubber, oil palm and tea for export.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Systems of Agriculture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Livestock 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Traditional nomadic and semi-nomadic herding of zebu cattle dominates the Adamawa and North. Modern ranches (SODEPA) and poultry farms near towns are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Agriculture is influenced and has changed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soils, relief, markets, colonial history and government policy explain where each system is found. The humid south grows tree crops, the dry north cereals and cotton.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prices, poor roads, old farmers, pests and lack of credit reduce production. Land conflicts and insecurity also affect some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Problems and Changes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Changes since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Development agencies (SODECOTON, SEMRY, SODECAO), agro-industrial complexes and the liberalisation of markets have changed farming. Young farmers now use improved seeds and new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systems have the following impacts: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economy and communities: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Agriculture provides employment, export revenue and food, and raises living standards where prices are good. Plantations create jobs and towns but may take land from villagers.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of the Agricultural Systems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On the 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Shifting cultivation, plantations and overgrazing cause deforestation, soil erosion and loss of biodiversity. Chemicals from plantations can pollute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peasant farming and plantation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Peasant: small plots, family labour, food crops. Plantation: large estates, paid labour, export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problems of agriculture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low prices, pests (also drought, credit, storage).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CDC runs ______ in the South-West.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grown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Most cattle are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farming map of Cameroon and write one crop per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11: Energy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plantation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Peasant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paysan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Livestock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Cooperative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coopérative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Cocoa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cacao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Cotton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coton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Agricultural Development and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characteristics and systems of agriculture in Cameroon. Explain the factors and impacts of these systems. Explain the problems, solutions and changes since independence.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agricultural systems of Cameroon and explain their problems and changes.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General Characteristics of Agriculture in Cameroon; Systems of Agriculture; Factors, Problems and Changes; Impacts of the Agricultural 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farming map of Cameroon and write one crop per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family farm.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mention CDC and PHP.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transhumance.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problems.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“Banana Plantation” by AfricaTravelAssociation, CC BY 2.0, via Flickr (https://www.flickr.com/photos/65134942@N06/8164706151)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“Fulani cattle breed of West Africa” by International Livestock Research Institute, CC BY-NC-SA 2.0, via Flickr (https://www.flickr.com/photos/7155605@N03/48125675226)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“Harvesting coffee, Cameroon” by jbdodane, CC BY-NC 2.0, via Flickr (https://www.flickr.com/photos/27998473@N02/11590251453)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2026-09-29T03:13:09Z</dcterms:created>
  <dcterms:modified xsi:type="dcterms:W3CDTF">2026-09-29T03:13:09Z</dcterms:modified>
</cp:coreProperties>
</file>