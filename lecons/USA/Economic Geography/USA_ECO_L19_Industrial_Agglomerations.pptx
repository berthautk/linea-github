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19: Industrial Agglomerations.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industries in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them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advantages.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disadvantages.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agglomeration 2. factory 3. tiger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19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Agglomerations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Industrial Agglomerations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Agglomeration, industrial region, AICs, NICs, Asian tigers, economies of scale, external economies.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main world industrial zones and groups (AICs, NICs, tigers, dragons, workshop economies); factors; advantages and disadvantages; why few industries in the developing world.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main industrial regions of the world and explain agglomeration.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industrial agglomeration.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industrial zones and groups of countries.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causes, advantages and disadvantages of agglomeration and the weak industry of LEDCs.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group in cities.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has shifted to Asia.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Douala, factories, banks, suppliers and the port are close together. Around the world, industry is concentrated in North America, Europe and East Asia, while Africa has few factories.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Industry is concentrated in few places.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grouping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agglomeration.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Africa have few factories?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capital, technology, skills and markets.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industry concentrates and why Africa is little industrialised.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an industrial agglomeration?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grouping of many industries in one area.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WORLD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industry_wor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industrial regions of the world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WORLD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old industrial regions and two newly industrialising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WORLD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 USA and Western Europe; China and South Korea.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carfact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car factory.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advantages of agglomeration.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Shared services and suppliers (external economies), and a pool of skilled labour.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traff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Traffic congestion.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disadvantages of agglomeration.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Congestion and pollution (also high land prices).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DEVELOPING WORLD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text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Workers in a textile factory.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DEVELOPING WORLD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there few manufacturing industries in most LEDCs?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DEVELOPING WORLD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capital, skills, power, markets and good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Agglomerations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19: Industrial Agglomerations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agglomeration: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grouping of many industries in one area.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External economies: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cost savings from sharing services and suppliers with nearby firms.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newly industrialising country, like China, South Korea or Brazil.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World Industrial Zones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Advanced industrial countries (AICs):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USA, Western Europe and Japan industrialised first. They now focus on high technology and services.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NICs and tigers: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South Korea, Taiwan, Singapore and Hong Kong (tigers) grew fast after 1960. China became the "factory of the world".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World Industrial Zones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materials, markets, capital, labour and transport created these zones. Government support and exports drove the NICs.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Advantages, Disadvantages and LEDCs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Advantages: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Firms share suppliers, services, skilled labour and infrastructure. Costs fall and ideas spread.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Disadvantages: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Congestion, pollution and high land prices appear. Other regions are left behind.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Advantages, Disadvantages and LEDCs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Few industries in LEDCs: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capital, skills, power, transport and markets limits industry. Colonial history made them exporters of raw materials.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Advantages, Disadvantages and LEDCs (3/3)</a:t>
            </a:r>
            <a:endParaRPr lang="en-US" sz="3600" dirty="0"/>
          </a:p>
        </p:txBody>
      </p:sp>
      <p:pic>
        <p:nvPicPr>
          <p:cNvPr id="13" name="Image 0" descr="/home/claude/f4/img/v2/industry_wor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the main industrial regions.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advantages and two disadvantages of industrial agglomeration.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Advantages: shared services, skilled labour. Disadvantages: congestion,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LEDCs have few manufacturing industries?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capital, skills, power and markets (also colonial history).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grouping of industries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China is called the ______ of the world.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South Korea is an Asian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most industries of Cameroon are in Douala.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2: The Location Quotient.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Agglomeration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concentration industrielle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region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région industrielle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Newly industrialising country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pays nouvellement industrialisé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congestion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fournisseur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Industrial Agglomerations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industrial agglomeration. Describe the main industrial zones and groups of countries. Explain the causes, advantages and disadvantages of agglomeration and the weak industry of LEDCs.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main industrial regions of the world and explain agglomeration.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Industrial agglomeration, External economies, NIC; II. World Industrial Zones: Advanced industrial countries (AICs), NICs and tigers, Factors; III. Advantages, Disadvantages and LEDCs: Advantages, Disadvantages, Few industries in LEDCs.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why most industries of Cameroon are in Douala.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“rover 200 framing line” by spencer_cooper, CC BY-ND 2.0, via Flickr (https://www.flickr.com/photos/80889122@N06/7481166880)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“Nairobi Traffic Jam” by rogiro, CC BY-NC 2.0, via Flickr (https://www.flickr.com/photos/43132185@N00/48712135)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“General Photos: Turkmenistan” by Asian Development Bank, CC BY-NC-ND 2.0, via Flickr (https://www.flickr.com/photos/58037435@N08/8800569339)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2026-09-26T20:31:27Z</dcterms:created>
  <dcterms:modified xsi:type="dcterms:W3CDTF">2026-09-26T20:31:27Z</dcterms:modified>
</cp:coreProperties>
</file>