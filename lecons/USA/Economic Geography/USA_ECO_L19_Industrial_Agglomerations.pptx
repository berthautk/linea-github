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Industrial Agglomerations.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agglomeration, industrial region, AICs, NICs, Asian tigers, economies of scale, external economies. At the end, you should be able to do this: learners are able to describe the main industrial regions of the world and explain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 Changing Nature of Industrial Location. The question was: Explain why many clothes sold in Cameroon are made in Asia.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Many clothes are made in Asia because labour is cheap, factories are large and efficient, governments support exports, and container shipping makes transport to Cameroon cheap.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industrial agglomeration. Number 2: describe the main industrial zones and groups of countries. Number 3: explain the causes, advantages and disadvantages of agglomeration and the weak industry of LEDCs.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group in cities. Manufacturing has shifted to Asia.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factories, banks, suppliers and the port are close together. Around the world, industry is concentrated in North America, Europe and East Asia, while Africa has few factories.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Industry is concentrated in few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grouping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Industrial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Africa have few factories?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Lack of capital, technology, skills and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develop industrial zones in Cameroon while controlling their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industry concentrates and why Africa is little industrialised.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industrial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grouping of many industries in one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industrial regions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old industrial regions and two newly industrialising countries.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 USA and Western Europe; China and South Korea.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advantages of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Shared services and suppliers (external economies), and a pool of skilled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traffic congestion.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disadvantages of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Congestion and pollution (also high land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workers in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few manufacturing industries in most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skills, power, markets and good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Global Industrial Zones. Industrial agglomerations can be understood as follows. On this slide we have Industrial agglomeration.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Global Industrial Zones. On this slide we have Main global zones and groups.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Global Industrial Zones. Copy this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industrial zones.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Advantages and Disadvantages. Agglomerations form and have effects as follows.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Advantages and Disadvantages. On this slide we have Advantages and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Why Few Manufacturing Industries in the Developing World. LEDCs have few industries because of.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Why Few Manufacturing Industries in the Developing World. On this slide we have Historical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advantages and two disadvantages of industrial agglomeration.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advantages: shared services, skilled labour. Disadvantages: congestion, pollution.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LEDCs have few manufacturing industries?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capital, skills, power and markets (also colonial history).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agglomeration; number 2, factory; number 3, tiger.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most industries of Cameroon are in Douala.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Measuring Industrial Agglomeration: The Location Quotient.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INDUSTRIAL AGGLOMERATIONS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Agglomerations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Industrial Agglomerations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Agglomeration, industrial region, AICs, NICs, Asian tigers, economies of scale, external economies.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main world industrial zones and groups (AICs, NICs, tigers, dragons, workshop economies); factors; advantages and disadvantages; why few industries in the developing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main industrial regions of the world and explain agglomeration.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 Changing Nature of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many clothes sold in Cameroon are made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clothes are made in Asia because labour is cheap, factories are large and efficient, governments support exports, and container shipping makes transport to Cameroon cheap.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industrial agglomeration.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industrial zones and groups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advantages and disadvantages of agglomeration and the weak industry of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group in cities.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Manufacturing has shifted 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factories, banks, suppliers and the port are close together. Around the world, industry is concentrated in North America, Europe and East Asia, while Africa has few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is concentrated in few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grouping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Africa have few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skills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 industrial zones in Cameroon while controlling their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industry concentrates and why Africa is little industrialised.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grouping of many industries in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industrial regions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old industrial regions and two newly industrialising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 USA and Western Europe; China and South Korea.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Shared services and suppliers (external economies), and a pool of skilled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Traffic congestion.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Congestion and pollution (also high land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few manufacturing industries in most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skills, power, markets and good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Industrial Agglomerations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agglomerations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agglomeration: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concentration of many industries in one area. Douala–Bonabéri is the main agglomeration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global zones and groups: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Advanced industrial countries (AICs) include the USA, Western Europe and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Newly industrialised countries (NICs) include the Asian Tigers (South Korea, Taiwan, Singapore, Hong Kong), the "dragon" economies and China, the "factory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industrial zones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Agglomerations form and have effects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raw materials, markets, labour, capital and infrastructure attract the first industries. Others follow to benefit from services and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Advantages and Disadvantages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share services, suppliers, skilled labour and transport (external economies). Costs fall and ideas spread.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Congestion, pollution, high land prices and wages develop (diseconomies of scale). Other regions are left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Why Few Manufacturing Industries in the Developing World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LEDCs have few industries because of: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skilled labour and reliable energy limits industry. Local markets are small because incomes are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Why Few Manufacturing Industries in the Developing World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economies exported raw materials and imported manufactured goods. Corruption, instability and competition from cheap imports discourage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disadvantages of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shared services, skilled labour. Disadvantages: congestion,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LEDCs have few manufacturing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skills, power and markets (also colonial history).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grouping of industries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China is called the ______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South Korea is an Asian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most industries of Cameroon are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Measuring Industrial Agglomeration: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Agglomeration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concentration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Newly industrialising country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pays nouvellement industrialisé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Supplier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fournisseur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Qualifié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Industrial Agglomerations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industrial agglomeration. Describe the main industrial zones and groups of countries. Explain the causes, advantages and disadvantages of agglomeration and the weak industry of LEDCs.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main industrial regions of the world and explain agglomeration.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Global Industrial Zones; Factors, Advantages and Disadvantages; Why Few Manufacturing Industries in the Developing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most industries of Cameroon are in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industries in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disadvantages.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2026-09-27T10:08:15Z</dcterms:created>
  <dcterms:modified xsi:type="dcterms:W3CDTF">2026-09-27T10:08:15Z</dcterms:modified>
</cp:coreProperties>
</file>