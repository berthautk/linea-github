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Industrial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Industrial Structure and Changes, and the sub-topic is Industrial Structure and Changes. The key notions we shall use today are: industrial inertia, geographical momentum, sunk costs, skilled labour. At the end, you should be able to do this: learners are able to explain why some industries stay where they are after their original advantages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Functional Linkages. The question was: Draw the linkages of a factory in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bakery. Backward linkages – flour mill, sugar supplier, electricity company; forward linkages – shops, hotels and street sellers who sell the bread.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industrial inertia. Number 2: give examples. Number 3: explain its reasons and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Steel works were built on coalfields. Coal in some areas has run out.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Sheffield in England still makes special steel although its coal and iron ore ran out long ago. The factory owners say moving would cost too much and they would lose their skilled workers.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industry stays although its original advantages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Industrial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it stay?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Moving is costly and skilled workers are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why industries stay in old places and plan their modernisation.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industrial patterns change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survival of an industry in a place after its original advantages have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changing location of steel.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example of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Special steel in Sheffield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skilled workers.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reasons for industrial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Skilled labour and the high cost of moving buildings and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linkages.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linkages keep an industry in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Suppliers, customers and services are all nearby.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modern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disadvantage of inertia.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keeps jobs. Disadvantage: the firm may become uncompetitive.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Examples of Industrial Inertia. Industrial inertia can be understood as follows. On this slide we have Industrial inertia.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Examples of Industrial Inertia.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and Implications. Inertia has reasons and implications. On this slide we have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and Implications. On this slide we have Implications.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changing location of steel.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industrial inertia and give an example.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an industry staying after its location advantages have gone; Sheffield steel.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for industrial inertia.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 cost of moving and skilled labour (also linkages, reputation).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inertia; number 2, sunk; number 3, steel.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an old industry in Cameroon that stayed in its place and explain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New Trends in Manufacturing.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INDUSTRIAL INERTIA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Inertia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Industrial Inertia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inertia, geographical momentum, sunk costs, skilled labour.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examples, reasons and implications of industrial inertia.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some industries stay where they are after their original advantages disappear.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Functional Linkages):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linkages of a factory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bakery. Backward linkages – flour mill, sugar supplier, electricity company; forward linkages – shops, hotels and street sellers who sell the bread.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industrial inertia.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reasons and implications.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Steel works were built on coalfields.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Coal in some areas has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Sheffield in England still makes special steel although its coal and iron ore ran out long ago. The factory owners say moving would cost too much and they would lose their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industry stays although its original advantages are 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stay?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is costly and skilled workers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why industries stay in old places and plan their modernisation.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industrial patterns change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survival of an industry in a place after its original advantages have gone.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Changing location of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 steel in Sheffield (England).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Skilled labour and the high cost of moving buildings and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ink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Linkages.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linkages keep an industry in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Suppliers, customers and services are all nearby.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IMPLICATIONS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keeps jobs. Disadvantage: the firm may become uncompetitive.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Industrial Structure and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Industrial Structure and Changes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Examples of Industrial Inertia</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inertia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inertia: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survival of an industry in a place after the original reasons for its location have disappeared.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Examples of Industrial Inertia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Steel works in Sheffield remained after local iron ore and coal ran out. In Cameroon, some old factories stay in central Douala despite congestion.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Inertia has reasons and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Moving is very costly because of huge investments in buildings and machines. Skilled labour, linkages, reputation and markets keep the industry in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Implications: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Inertia keeps jobs and communities alive. But the firm may become uncompetitive and need modernisation or government support.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and Implications</a:t>
            </a:r>
            <a:endParaRPr lang="en-US" sz="3600" dirty="0"/>
          </a:p>
        </p:txBody>
      </p:sp>
      <p:pic>
        <p:nvPicPr>
          <p:cNvPr id="4" name="Image 0" descr="/home/claude/f4/img/v2/iron_ste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changing location of steel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industrial inertia and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industry staying after its location advantages have gone; Sheffield steel.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industrial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cost of moving and skilled labour (also linkages, reputation).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industry staying after its advantages go shows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already invested is ______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Sheffield is known for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old industry in Cameroon that stayed in its place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New Trends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Inertia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 labour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 qualifiée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tradition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Competitive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Compétitif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fermeture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Industrial Structure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Industrial Inertia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industrial inertia. Give examples. Explain its reasons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some industries stay where they are after their original advantages disappear.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Examples of Industrial Inertia; Reasons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an old industry in Cameroon that stayed in its place and explain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 inertia.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other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linkages.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implications.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2026-09-27T10:31:50Z</dcterms:created>
  <dcterms:modified xsi:type="dcterms:W3CDTF">2026-09-27T10:31:50Z</dcterms:modified>
</cp:coreProperties>
</file>