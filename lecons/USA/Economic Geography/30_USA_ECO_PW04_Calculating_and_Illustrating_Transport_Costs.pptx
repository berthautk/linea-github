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Calculating and Illustrating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Transport Costs Structures. The key notions we shall use today are: terminal cost, line-haul cost, total cost, tapering, freight rate, break-of-bulk. At the end, you should be able to do this: learners are able to calculate transport costs and draw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Transport. The question was: Choose the best mode to carry cattle from Ngaoundéré to Yaoundé and justify your choice.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Rail (Camrail from Ngaoundéré) is best: it carries many cattle cheaply over a long distance and avoids bad roads. Road trucks are faster and door to door but costlier; trekking on foot is cheap but the cattle lose weight.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terminal and line-haul costs. Number 2: calculate total transport cost for different modes. Number 3: draw and interpret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 rail and water are modes of transport. A line graph shows how one value changes with another.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company in Garoua must send cement 300 km. The truck company, the railway and a river boat each give a price list. The class must find the cheapest mode.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two costs make up the total?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Terminal cost and line-haul (distance)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 is best for very long distances?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Usually water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transport costs before choosing a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and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cost-distance lines of three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terminal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fixed cost of loading, unloading and handling, paid whatever the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(hypothetical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road cost for 300 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(60 × 300) = 20,000 F per 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where each line is lowest.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road cheapest for short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the lowest terminal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tapering freight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"tapering"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cost per kilometre falls as the distance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logging truck.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bulky or perishable goods cost more to carry?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Bulky goods need more space and perishable goods need speed or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Transport Costs. Transport costs are of the following types. On this slide we have Terminal cost.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Transport Costs. On this slide we have Line-haul cost and Total cost.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Relative Cost Structure of the Modes. The cost structure of each mode is calculated and drawn as follows. On this slide we have Calculation.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Relative costs.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cost-distance lines of three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Distance and Cost Relationships. Cost and distance are related as follows. On this slide we have Tapering.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Distance and Cost Relationships. On this slide we have Stepped freight rates.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tapering freight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Cost and Commodity. The nature of goods and movement affects costs as follows. On this slide we have Nature of goods.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Cost and Commodity. On this slide we have Break-of-bulk.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Rail: terminal 6,000 F, line 30 F/km. Find the cost for 500 km.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6,000 + (30 × 500) = 21,000 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water transport cheapest over long distances?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line cost is very low, so its high terminal cost is shared over many kilometres.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terminal; number 2, tapering; number 3,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cost-distance graph for road, rail and river using the table, up to 600 km.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Transport Networks.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4: CALCULATING AND ILLUSTRATING TRANSPORT COSTS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and Illustrating Transport Costs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Costs Structures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Terminal cost, line-haul cost, total cost, tapering, freight rate, break-of-bulk.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transport costs; relative cost structure of modes; distance and cost relationships; transport cost and the nature of the commodity.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(Camrail from Ngaoundéré) is best: it carries many cattle cheaply over a long distance and avoids bad roads. Road trucks are faster and door to door but costlier; trekking on foot is cheap but the cattle lose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terminal and line-haul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total transport cost for different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cost-distance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 rail and water are modes of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line graph shows how one value changes with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Garoua must send cement 300 km. The truck company, the railway and a river boat each give a price list. The class must find the cheapest mode.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costs make up the total?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Terminal cost and line-haul (distance)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 is best for very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transport costs before choosing a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and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fixed cost of loading, unloading and handling, paid whatever the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 (hypothetical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road cost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(60 × 300) = 20,000 F per tonne.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each line is lowest.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road cheapest for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the lowest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"tapering"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the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logging truck.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bulky or perishable goods cost more to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goods need more space and perishable goods need speed or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Costs Structures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costs are of the following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Terminal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fixed cost of loading, unloading, handling and storing goods at the terminals. It is paid whatever the distance travelled.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Line-haul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cost of moving goods along the route, such as fuel, wages and wear of vehicles. It rises with distance.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Total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the terminal cost and the line-haul cost. Total cost = terminal cost + (line cost ×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cost structure of each mode is calculated and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Calculation: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formula to each mode for each distance. For example, road: 2,000 + (60 × 300) = 20,000 F per tonne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distance on the x-axis and cost on the y-axis, then draw one line per mode. The crossing points show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costs: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has low terminal costs but high line costs, so it is cheapest for short trips. Rail is cheapest for medium distances, and water, with high terminal but very low line costs, for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Cost and distance are related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Tapering: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distance increases because the terminal cost is shared over more kilometres. The total cost still rises, but more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Stepped freight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Carriers often charge the same rate within distance zones. The cost then rises in steps rather than in a straight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nature of goods and movement affects costs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Nature of 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fragile, perishable or dangerous goods cost more to carry. Light and valuable goods can pay for fast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Break-of-bulk: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from one mode to another adds terminal costs. Industries often locate at these break-of-bulk points, such as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terminal 6,000 F, line 30 F/km. Find the cost for 500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6,000 + (30 × 500) = 21,000 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water transport cheapest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line cost is very low, so its high terminal cost is shared over many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Loading and unloading make the ______ cost.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fall in cost per km with distance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cheapest mode for short distances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Perishable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Périssable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terminal and line-haul costs. Calculate total transport cost for different modes. Draw and interpret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Transport Costs; Relative Cost Structure of the Modes; Distance and Cost Relationships; Transport Cost and Commodity.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cost-distance graph for road, rail and river using the table, up to 600 km.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terminal costs.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crossing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tapering.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logs and flowers.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