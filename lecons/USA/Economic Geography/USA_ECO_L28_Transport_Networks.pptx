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28: Transport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a simple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both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roads in your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two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four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node 2. link 3.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ECONOMIC GEOGRAPHY  —  LESSON 28</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Transport Networks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28: Transport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Network, node, link, route, connectivity, network 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of transport networks (definition, nodes, links and types); general factors of network development; network prediction and evolution (increasing connectivity).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describe transport networks and explain the factors of their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a network, a node and a link.</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Identify types of networks.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factors of network development and evolution.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Roads join towns.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Some regions have many roads and others few.</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road map of Cameroon, the class sees many roads joining the towns of the West and Littoral, but few roads in the East and the Far North. They ask why the network is so uneven.</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network is uneven.</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towns called in a network?</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Nodes.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roads called?</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Links (edges).</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transport networks form and grow.</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network_term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Nodes and links of a network.</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nodes and links in the network.</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nodes and 7 links.</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TYPES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beta_scal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Branching and circuit networks.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TYPES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branching network from a circuit network.</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TYPES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Branching: no closed loops. Circuit: loops give more than one route between nodes.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2t_muddy_road.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muddy road in the rainy season.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or climate affect network development?</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swamps and heavy rain make roads costly to build and keep.</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usa_traffic.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Busy town traffic.</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dense and rich regions have dense networks?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more demand and more money to build roads.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EVOLUTION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taaff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Stages of network growth.</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EVOLUTION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network evolve over time?</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EVOLUTION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links are added, so connectivity increases and loops form.</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Transport Networks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Transport Network Development</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Transport Networks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Transport network: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system of routes joining places.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Node: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point in a network, like a town or junction.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Link: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route joining two nodes, like a road or railway.</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Types and Factors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Types: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Networks can be branching (tree) or circuit (with loops). They can also be road, rail, air or water networks.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Physical factors: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Relief, rivers, swamps and climate affect where routes are built. Flat land is cheaper to build on.</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Types and Factors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Human factors: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Population, economic activity, capital, technology and politics affect density. History, like colonial railways, also matters.</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Types and Factors (3/3)</a:t>
            </a:r>
            <a:endParaRPr lang="en-US" sz="3600" dirty="0"/>
          </a:p>
        </p:txBody>
      </p:sp>
      <p:pic>
        <p:nvPicPr>
          <p:cNvPr id="13" name="Image 0" descr="/home/claude/f4/img/v2/network_term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network.</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Network Evolution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Meaning: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Network evolution is the growth of a network over time. New links increase connectivity.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Prediction: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Links usually grow towards big nodes and rich areas. Models like Taaffe, Morrill and Gould describe the stages.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node and link.</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node is a point such as a town; a link is a route joining two nodes.</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factors of network development.</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relief, climate. Human: population, capital.</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town in a network is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road joining two towns is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network with loops is a ______ network.</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main road network of your region and count its nodes and links.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29: Transport Network Efficiency.</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Network</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réseau</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nœud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Link</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lien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Junction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carrefour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Route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L'itinéraire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Connectivity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connectivité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Transport Network Development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28: Transport Networks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a network, a node and a link. Identify types of networks. Explain the factors of network development and evolution.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describe transport networks and explain the factors of their development.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Transport network, Node, Link; II. Types and Factors: Types, Physical factors, Human factors; III. Network Evolution: Meaning, Prediction.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the main road network of your region and count its nodes and links.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6 (Economic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2026-09-26T20:31:28Z</dcterms:created>
  <dcterms:modified xsi:type="dcterms:W3CDTF">2026-09-26T20:31:28Z</dcterms:modified>
</cp:coreProperties>
</file>