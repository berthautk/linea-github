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Material Index, Location Triangles and Isodapanes.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material index, location triangle, ton-kilometres, isodapane, critical isodapane. At the end, you should be able to do this: learners are able to calculate the material index and use isodapanes.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Weber's Least-Cost Model. The question was: Calculate the MI of two industries and state their best location.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Sugar: MI = 8 ÷ 1 = 8 → locate near the cane fields (Mbandjock). Brewing: MI = 0.2 ÷ 1 = 0.2 → locate near the market (Douala,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material index. Number 2: find the least transport cost point in a triangle. Number 3: interpret isodapanes for a labour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 = materials ÷ product. Isodapanes join equal extra transport costs.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investor wants to build a cement factory. It needs 1.6 t of limestone and 0.2 t of gypsum for each tonne of cement. The class must advise where to build.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best factory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they calculate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material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MI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(1.6 + 0.2) ÷ 1 = 1.8, so near the limestone.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the least-cost location of an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apply Weber's model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material index of several industries.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brewing market-oriented?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0.2: water is added at the market, so the product gains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site is 20 km from 2 t of ore and 10 km from a market for 1 t of product. Find the ton-km.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 × 20 + 1 × 10 = 50 ton-km.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isodapanes.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labour town saves 25 per tonne and lies between the +20 and +30 isodapanes. Should the firm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if the extra cost there is below 25; between +20 and +30 it depends on the exact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Aluminium: 4 t of bauxite give 1 t of metal. Where should the refinery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4, so near the bauxite (if power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location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may real factories not follow the calculation?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labour, government and markets also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Ton-kilometre and Isodapane.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Material Index and Location Triangles. The calculations are done as follows. On this slide we have Material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Material Index and Location Triangles. On this slide we have Ton-kilometres.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Material Index and Location Triangles.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material index of industries.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Isodapanes and Least Labour Cost. Isodapanes are plotted and interpreted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Isodapanes and Least Labour Cost.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Isodapanes and Least Labour Cost.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isodapanes.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Cement uses 1.6 t limestone and 0.2 t gypsum per tonne. Find MI and the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 = 1.8, near the limestone.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When does a firm move to a cheap-labour site?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the site is inside the critical isodapane (savings &gt; extra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product; number 2, ton-kilometre; number 3, 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ton-kilometres for three sites and choose the least-cost site.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Other Theories of Industrial Location: Lösch and Smith.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MATERIAL INDEX, LOCATION TRIANGLES AND ISODAPANES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Material Index, Location Triangles and Isodapanes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Material Index, Location Triangles and Isodapanes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Material index, location triangle, ton-kilometres, isodapane, critical isodapane.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material index and location types; location triangles; plotting and interpreting isodapanes and least labour cost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material index and use isodapanes.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Weber's Least-Cost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MI of two industries and state their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Sugar: MI = 8 ÷ 1 = 8 → locate near the cane fields (Mbandjock). Brewing: MI = 0.2 ÷ 1 = 0.2 → locate near the market (Douala,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material index.</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least transport cost point in a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isodapanes for a labour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 = materials ÷ product.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Isodapanes join equal extra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investor wants to build a cement factory. It needs 1.6 t of limestone and 0.2 t of gypsum for each tonne of cement. The class must advise where to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best factory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calculate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material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+ 0.2) ÷ 1 = 1.8, so near the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least-cost location of an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apply Weber's model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 index of several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brewing market-oriented?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0.2: water is added at the market, so the product gains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site is 20 km from 2 t of ore and 10 km from a market for 1 t of product. Find the ton-km.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20 + 1 × 10 = 50 ton-km.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Isodapanes.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labour town saves 25 per tonne and lies between the +20 and +30 isodapanes. Should the firm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if the extra cost there is below 25; between +20 and +30 it depends on the exact 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 4 t of bauxite give 1 t of metal. Where should the refinery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4, so near the bauxite (if power is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real factories not follow the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labour, government and markets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Material Index, Location Triangles and Isodapanes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Ton-kilometre: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transport of one tonne over one kilometre.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Isodapane: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extra transport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calculations are done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weight of localised materials ÷ weight of product. Aluminium: 4 t of bauxite give 1 t of metal, so MI = 4 and the smelter locates near the raw material or cheap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Ton-kilometres: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possible site, multiply each weight by its distance and add the results. The site with the lowest total is the least-cost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site 20 km from 2 t of ore and 10 km from a market for 1 t of product: 2 × 20 + 1 × 10 = 50 ton-km. The site with the lowest total is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material index of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Isodapanes are plotted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lines of equal extra transport cost around the least-cost point. Each line shows how much more it costs to locate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a cheap-labour town lies inside the critical isodapane (where extra cost = labour saving), the firm moves there. A saving of 25 inside the +20 line makes the move profitable.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Real firms consider markets, government, power and personal choice. So factories may not follow the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isodapanes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uses 1.6 t limestone and 0.2 t gypsum per tonne. Find MI and the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1.8, near the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 firm move to a cheap-labour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site is inside the critical isodapane (savings &gt; extra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 = materials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1 t over 1 km is one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Savings equal to extra cost define the ______ isodapane.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ton-kilometres for three sites and choose the least-cost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Other Theories of Industrial Location: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Material Index, Location Triangles and Isodapanes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material index. Find the least transport cost point in a triangle. Interpret isodapanes for a labour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material index and use isodapanes.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Material Index and Location Triangles; Isodapanes and Least Labour Cost.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ton-kilometres for three sites and choose the least-cost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MI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several sites.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critical isodapane.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Minim-Martap.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2026-09-27T10:31:51Z</dcterms:created>
  <dcterms:modified xsi:type="dcterms:W3CDTF">2026-09-27T10:31:51Z</dcterms:modified>
</cp:coreProperties>
</file>