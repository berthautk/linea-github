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11: Energy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sort energy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them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pollution.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solar in villages.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fossil 2. hydro-electricity 3. conservation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Resources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Energy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Energy, fossil fuel, renewable energy, hydro-electricity, energy conservation.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classification; sources and world distribution (producers and consumers); importance; problems (exhaustion, pollution); future energy sources; conservation.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energy resources, describe their distribution and propose sustainable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energy resources.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world producers and consumers.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problems of energy and future sources.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and coal are non-renewable.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can produce electricity.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produces oil and hydro-electricity, yet many villages have no electricity and towns suffer power cuts. Meanwhile, the burning of oil and coal in the world changes the climate.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is unevenly available and some sources pollute.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energy sources does Cameroon use?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Hydro-electricity, oil, gas and wood.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sources are clean?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sources like hydro, solar and wind.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energy, a key resource for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nergy_clas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 and non-renewable energy.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renewable and two non-renewable energy sources.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Renewable: solar, hydro. Non-renewable: oil, coal.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energy_mix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World energy use by source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share of world energy comes from fossil fuels?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80 %.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oil_produce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oil producers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largest oil producers.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USA, Saudi Arabia and Russia.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off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offshore oil platform.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fossil fuels.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PROBLEMS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will run out and they pollute (greenhouse gases, oil spills).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FUTURE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o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panels.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FUTURE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solar and wind called clean energy?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FUTURE ENERGY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do not produce greenhouse gases and never run out.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Resources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Power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Power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11: Energy Resources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source of power used for work, heat and light.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Fossil fuel: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fuel formed from ancient plants and animals, like coal, oil and gas.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using less energy or using it more efficiently.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Sources, Distribution and Importance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Classification: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Non-renewable sources are oil, coal, gas and uranium. Renewable sources are hydro, solar, wind, geothermal, tidal and biomass.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is concentrated in the Middle East, Russia and the Americas. The USA, China and Europe are the largest consumers.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Sources, Distribution and Importance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powers industry, transport, homes and farms. Energy use is linked to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Solutions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Fossil fuels will run out and cause air pollution and climate change. Oil spills damage seas and coasts.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Future sources: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HEP, solar, wind, geothermal and biomass are clean and renewable. Cameroon has huge hydro potential.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Solutions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Efficient lamps, insulation and public transport save energy. Recycling also reduces energy use.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Problems and Solutions (3/3)</a:t>
            </a:r>
            <a:endParaRPr lang="en-US" sz="3600" dirty="0"/>
          </a:p>
        </p:txBody>
      </p:sp>
      <p:pic>
        <p:nvPicPr>
          <p:cNvPr id="13" name="Image 0" descr="/home/claude/f4/img/v2/energy_clas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classification.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energy resources with two examples each.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Non-renewable: oil, coal. Renewable: hydro, solar.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fossil fuels and two solutions.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Problems: exhaustion, pollution. Solutions: renewable energy, conservation.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Coal, oil and gas are ______ fuels.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from rivers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less energy is energy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the energy sources used in your home and suggest how to save energy.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13: Minerals and Mining.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 fuel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combustible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energy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L'énergie solaire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cut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coupure de courant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économies d'énergie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Resources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11: Energy Resources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energy resources. Describe world producers and consumers. Explain problems of energy and future sources.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energy resources, describe their distribution and propose sustainable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Energy resource, Fossil fuel, Energy conservation; II. Sources, Distribution and Importance: Classification, Distribution, Importance; III. Problems and Solutions: Problems, Future sources, Conservation.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the energy sources used in your home and suggest how to save energy.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“Rig I” by Tuftronic10000, CC BY 2.0, via Flickr (https://www.flickr.com/photos/36574363@N00/367931994)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“Noor Ouarzazate III Solar Plant” by Richard Allaway, CC BY 2.0, via Flickr (https://www.flickr.com/photos/16287002@N00/52769922684)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