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Types of Agricultural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Agricultural Systems, and the sub-topic is The Agricultural Systems. The key notions we shall use today are: intensive subsistence, intensive commercial, extensive subsistence, extensive commercial, shifting cultivation, nomadic herding, ranching. At the end, you should be able to do this: learners are able to describe and compare the four main agricultural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Agriculture as a System and its Classification. The question was: Draw your family farm (or a farm you know) as a system.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Family farm system: inputs – land, rain, family labour, seeds, hoes and manure; processes – clearing, sowing, weeding, harvesting; outputs – maize, groundnuts, income; feedback – money used to buy fertiliser.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intensive subsistence and intensive commercial farming. Number 2: describe extensive subsistence and extensive commercial farming. Number 3: explain their problems and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Farms can be intensive or extensive. Farms can be subsistence or commercial.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rice farmer in Asia works a tiny plot with her whole family. A rancher in Argentina keeps thousands of cattle on huge pastures with a few workers. Both are farmers, but their systems are very different.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Farming systems differ greatly.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type is the Asian rice farm?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Intensive subsistence.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type is the Argentine ranch?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Extensive commercial.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appropriate farming systems for each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compare the great farming systems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agricultural systems.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one example of each type.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Wet rice; market gardening; shifting cultivation; wheat or ranching.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rice farming in Asia.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wet rice farming intensive?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Much labour is used on small plots to get high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vegetables grown in a greenhouse.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greenhouses intensive commercial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Much capital is used on small areas to grow crops for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herders with cattle in the Sahel.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nomadic herding extensive?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 areas are used with little input per hectare.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combine harvester on a large farm.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characteristics of extensive commercial grain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Huge farms, many machines, few workers, low yield per hectare.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Intensive farming and Extensive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Intensive Systems. Intensive farming systems include. On this slide we have Intensive subsistence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Intensive Systems. On this slide we have Intensive commercial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four agricultural systems.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Extensive Systems. Extensive farming systems include. On this slide we have Extensive subsistence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Extensive Systems. On this slide we have Extensive commercial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Extensive Systems. On this slide we have Arable and pastoral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Compare intensive subsistence and extensive commercial farming.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intensive subsistence: small plots, much labour, for the family. Extensive commercial: huge farms, machines, for sale.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nomadic herding.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overgrazing and drought (also conflicts with farmers).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intensive; number 2, commercial; number 3, shifting.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Classify three farming systems found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Von Thünen's Theory of Agricultural Land Use.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TYPES OF AGRICULTURAL 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Types of Agricultural Systems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Types of Agricultural 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Types of 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Intensive subsistence, intensive commercial, extensive subsistence, extensive commercial, shifting cultivation, nomadic herding, ranching.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Intensive subsistence and commercial; extensive subsistence and commercial: arable and pastoral forms, characteristics, distribution, problems and solutions, with world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compare the four main 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Agriculture as a System and its Classification):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your family farm (or a farm you know)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Family farm system: inputs – land, rain, family labour, seeds, hoes and manure; processes – clearing, sowing, weeding, harvesting; outputs – maize, groundnuts, income; feedback – money used to buy fertiliser.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intensive subsistence and intensive commercial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extensive subsistence and extensive commercial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problems and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Farms can be intensive or extensive.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Farms can be subsistence or commercial.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rice farmer in Asia works a tiny plot with her whole family. A rancher in Argentina keeps thousands of cattle on huge pastures with a few workers. Both are farmers, but their systems are very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systems differ greatly.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is the Asian rice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Intensive subsistence.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is the Argentine ranch?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Extensive commercial.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appropriate farming systems for each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compare the great farming systems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gri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agricultural systems.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each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rice; market gardening; shifting cultivation; wheat or ranching.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INTENSIVE SUBSISTENCE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rice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farming in Asia.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INTENSIVE SUBSISTENCE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wet rice farming intensive?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INTENSIVE SUBSISTENCE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Much labour is used on small plots to get high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INTENSIVE COMMERCIAL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greenhou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Vegetables grown in a greenhouse.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INTENSIVE COMMERCIAL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greenhouses intensive commercial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INTENSIVE COMMERCIAL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Much capital is used on small areas to grow crops for sale.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EXTENSIVE SUBSISTENCE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herd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Herders with cattle in the Sahel.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EXTENSIVE SUBSISTENCE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nomadic herding extensive?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EXTENSIVE SUBSISTENCE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areas are used with little input per hectare.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EXTENSIVE COMMERCIAL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omb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combine harvester on a large farm.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EXTENSIVE COMMERCIAL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extensive commercial grain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EXTENSIVE COMMERCIAL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Huge farms, many machines, few workers, low yield per hectare.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Agricultural 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Agricultural Systems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Types of Agricultural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Intensive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farming with high inputs of labour or capital on a small area to obtain high yields per hectare.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Extensive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farming with low inputs per hectare on large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Intensive Systems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Intensive farming systems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Intensive subsistence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plots, much family labour and high yields feed the family, as in wet rice farming in Monsoon Asia. Problems are small farms and poverty; solutions are irrigation and improved seeds.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Intensive Systems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Intensive commercial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Much capital, machines and technology are used on small areas for the market, as in Dutch greenhouses, market gardens and dairy farms. Problems are high costs and pollution by chemicals.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Intensive Systems</a:t>
            </a:r>
            <a:endParaRPr lang="en-US" sz="3600" dirty="0"/>
          </a:p>
        </p:txBody>
      </p:sp>
      <p:pic>
        <p:nvPicPr>
          <p:cNvPr id="4" name="Image 0" descr="/home/claude/f4/img/v2/agri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four agricultural systems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Extensive Systems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Extensive farming systems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Extensive subsistence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Shifting cultivation in forests and nomadic herding in the Sahel use large areas with little input. Problems are low yields and land degradation when population grows.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Extensive Systems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Extensive commercial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Huge farms with machines and few workers grow grain or rear cattle for export, as in the Canadian Prairies, Argentina and Australia. Problems are soil erosion and dependence on world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Extensive Systems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Arable and pastoral 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system can be arable (crops) or pastoral (animals). For example, ranching is extensive commercial pastoral farming, and nomadic herding is extensive subsistence pastoral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intensive subsistence and extensive commercial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Intensive subsistence: small plots, much labour, for the family. Extensive commercial: huge farms, machines, for sale.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nomadic herding.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Overgrazing and drought (also conflicts with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Wet rice is ______ subsistence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Cattle ranching is extensive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Clearing, farming and moving on is ______ cultivation.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three farming systems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Von Thünen's Theory of Agricultural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Intensive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Intensif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Extensive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Extensif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Shifting cultivation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itinérante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Nomadic herding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L'élevage nomade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Types of 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intensive subsistence and intensive commercial farming. Describe extensive subsistence and extensive commercial farming. Explain their problems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compare the four main 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Intensive Systems; Extensive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three farming systems found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grid.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the monsoon lands.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market gardens near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transhumance.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the Prairies.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“Drone view of rice plantation on bali island with path to walk around ” by Artem Beliaikin, CC0 1.0, via Flickr (https://www.flickr.com/photos/157635012@N07/46229046541)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“Organic farming, vegetable patch” by U.S. Department of Agriculture, CC0 1.0, via rawpixel (https://www.rawpixel.com/image/10995692/organic-farming-vegetable-patch)</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“Young cattle herders in Sénégal (West Africa)” by gbaku, CC BY-SA 2.0, via Flickr (https://www.flickr.com/photos/72105154@N00/525185172)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2026-09-27T09:46:28Z</dcterms:created>
  <dcterms:modified xsi:type="dcterms:W3CDTF">2026-09-27T09:46:28Z</dcterms:modified>
</cp:coreProperties>
</file>