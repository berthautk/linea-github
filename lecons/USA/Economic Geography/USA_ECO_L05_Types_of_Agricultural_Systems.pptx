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Types of Agricultural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monsoon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market gardens near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transhumance.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Prairies.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intensive 2. commercial 3. shifting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Agricultural 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Agricultural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Types of Agricultural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Intensive subsistence, intensive commercial, extensive subsistence, extensive commercial, shifting cultivation, nomadic herding, ranching.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Intensive subsistence and commercial; extensive subsistence and commercial: arable and pastoral forms, characteristics, distribution, problems and solutions, with world examples.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compare the four main agricultural 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intensive subsistence and intensive commercial farming.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extensive subsistence and extensive commercial farming.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their problems and solutions.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can be intensive or extensive.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can be subsistence or commercial.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rice farmer in Asia works a tiny plot with her whole family. A rancher in Argentina keeps thousands of cattle on huge pastures with a few workers. Both are farmers, but their systems are very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systems differ greatly.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is the Asian rice farm?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Intensive subsistence.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is the Argentine ranch?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Extensive commercial.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compare the great farming systems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FOUR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agri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agricultural systems.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FOUR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each type.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FOUR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rice; market gardening; shifting cultivation; wheat or ranching.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INTENSIVE SUBSISTENCE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rice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farming in Asia.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INTENSIVE SUBSISTENCE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wet rice farming intensive?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INTENSIVE SUBSISTENCE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 labour is used on small plots to get high yields.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INTENSIVE COMMERCIAL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green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Vegetables grown in a greenhouse.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INTENSIVE COMMERCIAL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greenhouses intensive commercial farming?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INTENSIVE COMMERCIAL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 capital is used on small areas to grow crops for sale.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EXTENSIVE SUBSISTENCE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herd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Herders with cattle in the Sahel.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EXTENSIVE SUBSISTENCE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nomadic herding extensive?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EXTENSIVE SUBSISTENCE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 areas are used with little input per hectare.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EXTENSIVE COMMERCIAL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comb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combine harvester on a large farm.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EXTENSIVE COMMERCIAL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extensive commercial grain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EXTENSIVE COMMERCIAL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Huge farms, many machines, few workers, low yield per hectare.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Agricultural 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Agricultural 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Agricultural 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Types of Agricultural 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Intensive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farming with high inputs of labour or capital per hectare.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Extensive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farming with low inputs over large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Shifting cultivation: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clearing a plot, farming it for a few years, then moving 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Intensive Systems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Intensive subsistence: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rice in South and East Asia uses much family labour on small plots. Yields are high but farms are tiny.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Intensive commercial: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 gardening, dairy and greenhouses in Europe use much capital. They are near towns and sell fresh products.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Intensive Systems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 and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plots, debt and pollution are problems. Cooperatives, credit and careful use of chemicals help.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Extensive Systems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Extensive subsistence: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Shifting cultivation in rainforests and nomadic herding in the Sahel use large areas. They work only when population is 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Extensive commercial: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Wheat farms in the Prairies and cattle ranches in Argentina and Australia are huge and mechanised. Yields per hectare are low but output per worker is high.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Extensive Systems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 and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erosion, overgrazing and drought threaten these systems. Fallow, rotational grazing and shelterbelts help.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intensive subsistence and extensive commercial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Intensive subsistence: small plots, much labour, for the family. Extensive commercial: huge farms, machines, for sale.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nomadic herding.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Overgrazing and drought (also conflicts with farmers).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rice is ______ subsistence farming.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ranching is extensive ______ farming.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Clearing, farming and moving on is ______ cultivation.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 three farming systems found in Cameroon.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Von Thünen's Theory.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Shifting cultivation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culture itinérante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ranch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Greenhouse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serre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Nomadic herding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L'élevage nomade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Types of Agricultural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intensive subsistence and intensive commercial farming. Describe extensive subsistence and extensive commercial farming. Explain their problems and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compare the four main agricultural 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Intensive farming, Extensive farming, Shifting cultivation; II. Intensive Systems: Intensive subsistence, Intensive commercial, Problems and solutions; III. Extensive Systems: Extensive subsistence, Extensive commercial, Problems and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three farming systems found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“Drone view of rice plantation on bali island with path to walk around ” by Artem Beliaikin, CC0 1.0, via Flickr (https://www.flickr.com/photos/157635012@N07/46229046541)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“Organic farming, vegetable patch” by U.S. Department of Agriculture, CC0 1.0, via rawpixel (https://www.rawpixel.com/image/10995692/organic-farming-vegetable-patch)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“Young cattle herders in Sénégal (West Africa)” by gbaku, CC BY-SA 2.0, via Flickr (https://www.flickr.com/photos/72105154@N00/525185172)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“John Deere Combine” by SnoShuu, CC BY-NC-ND 2.0, via Flickr (https://www.flickr.com/photos/85888233@N00/2776467094)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2026-09-26T20:31:40Z</dcterms:created>
  <dcterms:modified xsi:type="dcterms:W3CDTF">2026-09-26T20:31:40Z</dcterms:modified>
</cp:coreProperties>
</file>