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Calculating Locational Rent and Drawing Rent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Agricultural Land Use, and the sub-topic is Theories of Agricultural Land Use. The key notions we shall use today are: locational rent, yield, price, production cost, transport cost, rent curve, land use pattern. At the end, you should be able to do this: learners are able to calculate locational rent and draw land use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Von Thünen's Theory of Agricultural Land Use. The question was: Draw the land use around your town and compare it with Von Thünen's rings.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the town: vegetable gardens and poultry near the town; maize and sorghum fields further out; cattle grazing on the far edges, similar to Von Thünen's rings but stretched along roads.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apply the locational rent formula. Number 2: draw rent curves for several crops. Number 3: deduce land use zones from the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LR = Y(P − C) − Y·T·d. The highest curve wins the 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agricultural officer gives the class the yield, price, cost and transport rate of vegetables, wheat and cattle. The class must decide what should be grown at each distance from the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choose land use by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must they calculate?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locational rent of each crop at each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decide?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crop with the highest rent takes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locational rent to understand farmers'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numbers to explain farm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data for three farm products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rent of vegetables at the market (d = 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 × (60 − 40) =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formula.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rent of wheat at 20 km.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5 × (100 − 50) − 5 × 0.7 × 20 = 250 − 70 =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rent curves and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At what distance does vegetable rent become zero?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400 − 10d = 0, so at 40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zones of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 wheat and cattle zones begin?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Wheat where its curve passes above vegetables (about 23 km); cattle beyond about 56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to the zones if transport costs fall?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rent curves become flatter and the zones widen outward.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Locational (economic) rent.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 of Locational Rent. Locational rent is calculated as follows.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Calculation of Locational Rent.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data for three crops.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Rent Curves and Land-Use Pattern. Rent curves are drawn and interpreted as follows. On this slide we have Construction.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Rent Curves and Land-Use Pattern. On this slide we have Land-use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Rent Curves and Land-Use Pattern.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rent curves and zones.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Calculate the rent of cattle at 50 km (Y = 1, P = 300, C = 180, T = 1.2).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 × 120 − 1 × 1.2 × 50 = 60.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we read land use from rent curves?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each distance, the crop with the highest curve takes the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 number 2, highest; number 3, flatter.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three rent curves from the table on graph paper and mark the zones.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Sinclair's Model of Agricultural Land Value.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CALCULATING LOCATIONAL RENT AND DRAWING RENT CURVES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Calculating Locational Rent and Drawing Rent Curves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Calculating Locational Rent and Drawing Rent Curves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Locational rent, yield, price, production cost, transport cost, rent curve, land use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Calculation of locational rent for several crops; construction and interpretation of rent curves; land use patterns from rent curves.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locational rent and draw land use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Von Thünen's Theory of Agricultural Land Use):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land use around your town and compare it with Von Thünen's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the town: vegetable gardens and poultry near the town; maize and sorghum fields further out; cattle grazing on the far edges, similar to Von Thünen's rings but stretched along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the locational rent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rent curves for several crops.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Deduce land use zones from the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LR = Y(P − C) − Y·T·d.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highest curve wins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agricultural officer gives the class the yield, price, cost and transport rate of vegetables, wheat and cattle. The class must decide what should be grown at each distance from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choose land use by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they calculate?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locational rent of each crop at each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decide?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crop with the highest rent takes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locational rent to understand farmers'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numbers to explain farm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w_rent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Data for three farm products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rent of vegetables at the market (d =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 × (60 − 40) = 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rent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formula.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rent of wheat at 20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5 × (100 − 50) − 5 × 0.7 × 20 = 250 − 70 = 180.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RENT CURVES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Rent curves and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RENT CURVES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what distance does vegetable rent become zero?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RENT CURVES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400 − 10d = 0, so at 40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LAND-USE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Zones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LAND-USE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wheat and cattle zones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LAND-USE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Wheat where its curve passes above vegetables (about 23 km); cattle beyond about 56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zones if transport costs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rent curves become flatter and the zones widen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Theories of Agricultural Land Use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Agricultural Land Use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1: Calculating Locational Rent and Drawing Rent Curves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Locational (economic) rent: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profit per unit of land after production and transport costs are paid.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Locational Rent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Locational rent is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LR = Y(P − C) − Y × T × D. Calculate the rent for each crop at several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Locational Rent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Vegetables: Y = 20, P = 60, C = 40, T = 0.5; at D = 10 km, LR = 20(60 − 40) − 20 × 0.5 × 10 = 400 − 100 = 300. At the market (D = 0), LR = 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Locational Rent</a:t>
            </a:r>
            <a:endParaRPr lang="en-US" sz="3600" dirty="0"/>
          </a:p>
        </p:txBody>
      </p:sp>
      <p:pic>
        <p:nvPicPr>
          <p:cNvPr id="4" name="Image 0" descr="/home/claude/f4/img/v2/pw_rent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data for three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Rent curves are drawn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distance on the x-axis and rent on the y-axis, and plot the rent of each crop. The line reaches zero at the margin of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curves cross, the most profitable use changes. Projecting the crossing points onto a map gives rings of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curves (perishable, heavy crops) occupy land near the market. If transport costs fall, the curves become flatter and the rings widen.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rent curves and zones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rent of cattle at 50 km (Y = 1, P = 300, C = 180, T = 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 × 120 − 1 × 1.2 × 50 = 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read land use from rent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each distance, the crop with the highest curve takes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Rent = Y(P − C) − Y·T·______.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______ curve wins the land.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Cheaper transport makes curves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three rent curves from the table on graph paper and mark the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Sinclair's Model of Agricultural Land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rendement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tarif de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Calculating Locational Rent and Drawing Rent Curves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Apply the locational rent formula. Draw rent curves for several crops. Deduce land use zones from the curves.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locational rent and draw land use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Calculation of Locational Rent; Rent Curves and Land-Use Pattern.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three rent curves from the table on graph paper and mark the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for several distances.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plot the points.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mark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new roads.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2026-09-29T03:13:08Z</dcterms:created>
  <dcterms:modified xsi:type="dcterms:W3CDTF">2026-09-29T03:13:08Z</dcterms:modified>
</cp:coreProperties>
</file>