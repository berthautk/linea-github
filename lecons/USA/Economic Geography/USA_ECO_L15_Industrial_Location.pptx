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notesMasterIdLst>
    <p:notesMasterId r:id="rId4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15: Industrial Location.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the factors.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mention sawmills in the East.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find Edéa.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list market industries.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discuss call centres.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optimum 2. footloose 3. market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UPPER SIXTH ARTS  —  ECONOMIC GEOGRAPHY  —  LESSON 15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Industrial Location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Upper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6: Understanding and managing the dynamics of economic activities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Distribution of Industries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Distribution of Industries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15: Industrial Location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Industrial location, optimum location, least-cost location, raw-material oriented, market oriented, footloose.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economic (optimum) location of industries; case studies.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the idea of optimum location with examples.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optimum location.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Distinguish raw-material, market and footloose locations.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examples of industrial location.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Factories need raw materials and markets.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 costs affect location.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aluminium smelter is at Edéa near a hydro-electric dam; breweries are in big towns; sawmills are near the forests of the East. Each factory owner chose a different kind of place.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Industries are located in different places.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is the smelter near a dam?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needs very large amounts of electricity.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are breweries in towns?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Near their market; beer is heavy to transport.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explain where factories are built.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OPTIMUM LOCATION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location_factors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Factors that pull a factory.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OPTIMUM LOCATION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optimum location of a factory?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OPTIMUM LOCATION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place where profit is highest (costs lowest or sales highest).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RAW-MATERIAL LOCATION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usa_sawmil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Logs at a sawmill.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RAW-MATERIAL LOCATION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are sawmills near forests?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RAW-MATERIAL LOCATION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Logs are heavy and lose weight when cut.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POWER LOCATION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usa_smelt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 aluminium smelter.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POWER LOCATION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is ALUCAM at Edéa?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POWER LOCATION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needs cheap hydro-electricity from the Sanaga dams and is near the port.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MARKET LOCATION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usa_brewer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brewery.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MARKET LOCATION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are breweries market-oriented?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MARKET LOCATION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Water is added, so the product is heavier than the raw materials.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FOOTLOOSE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usa_techpar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8433" y="1691640"/>
            <a:ext cx="8152085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Skilled workers in a high-tech firm.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FOOTLOOSE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a footloose industry?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FOOTLOOSE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One that is not tied to raw materials or markets, like electronics or software.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Industrial Location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Distribution of Industries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Distribution of Industries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15: Industrial Location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Optimum location: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place where a factory makes the highest profit.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Footloose industry: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an industry free to locate in many places.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Types of Location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Raw-material location: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Industries whose raw materials lose weight or perish locate near them. Sawmills and sugar mills are examples.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Power location: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Industries needing much energy locate near cheap power. Aluminium smelting at Edéa uses hydro-electricity.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Types of Location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Market location: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Industries whose products gain weight or break easily locate near markets. Breweries and bakeries are examples.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D. Footloose location: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High-tech and service industries can locate anywhere. They look for skilled labour and a pleasant environment.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Case Studies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In Cameroon: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ALUCAM at Edéa (power and port), CICAM at Garoua (cotton) and breweries in Douala and Yaoundé (market). Most industries are in Douala.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In the world: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Steel moved from coalfields to coasts, and car factories to markets and cheap labour. Electronics cluster in science parks.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Distinguish raw-material and market location with examples.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Raw material: sawmill near forest. Market: brewery in town.</a:t>
            </a:r>
            <a:endParaRPr lang="en-US" sz="4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is ALUCAM located at Edéa?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Cheap hydro-electricity and nearness to the port of Douala.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most profitable location is the ______ location.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Industries free to locate anywhere are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Breweries are ______-oriented.</a:t>
            </a:r>
            <a:endParaRPr lang="en-US" sz="36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Choose a factory in Cameroon and explain its location.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16: Factors of Industrial Location.</a:t>
            </a:r>
            <a:endParaRPr lang="en-US" sz="4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localisation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Optimum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Optimal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Footloose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 localisée (libre)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Smelter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L'usine d'électrolyse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Sawmill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scierie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Brewery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brasserie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Distribution of Industries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15: Industrial Location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Define optimum location. Distinguish raw-material, market and footloose locations. Study examples of industrial location.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the idea of optimum location with examples.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Optimum location, Footloose industry; II. Types of Location: Raw-material location, Power location, Market location, Footloose location; III. Case Studies: In Cameroon, In the world.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Choose a factory in Cameroon and explain its location.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6 (Economic Geography).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2: “CBCF Project, Yogyakarta” by CIFOR, CC BY-NC-ND 2.0, via Flickr (https://www.flickr.com/photos/45423546@N07/35977173724)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3: “20080326_03 Aluminium smelter” by Bush Philosopher - Dave Clarke, CC BY-NC-ND 2.0, via Flickr (https://www.flickr.com/photos/73115147@N00/2402063103)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4: “Schneider Weisse bottling line” by Bernt Rostad, CC BY 2.0, via Flickr (https://www.flickr.com/photos/67975030@N00/8434576955)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5: “Knight-Crane Convergence Lab” by Knight Foundation, CC BY-SA 2.0, via Flickr (https://www.flickr.com/photos/9133668@N08/6242015734)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2026-09-26T20:31:26Z</dcterms:created>
  <dcterms:modified xsi:type="dcterms:W3CDTF">2026-09-26T20:31:26Z</dcterms:modified>
</cp:coreProperties>
</file>