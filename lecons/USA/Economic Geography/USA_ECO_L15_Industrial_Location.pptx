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industrial location, optimum location, least-cost location, raw-material oriented, market oriented, footloose. At the end, you should be able to do this: learners are able to explain the idea of optimum location with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What is Manufacturing?. The question was: Draw a factory in your area as a system.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bakery. Inputs – flour, sugar, yeast, water, electricity, workers; processes – mixing, baking, packing; outputs – bread, profit, wages, waste; feedback – profits used to buy a new oven.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optimum location. Number 2: distinguish raw-material, market and footloose locations. Number 3: study examples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need raw materials and markets. Transport costs affect location.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aluminium smelter is at Edéa near a hydro-electric dam; breweries are in big towns; sawmills are near the forests of the East. Each factory owner chose a different kind of place.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are located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smelter near a dam?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needs very large amounts of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breweries in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their market; beer is heavy to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location of industries in Cameroon and choose good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where factories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factors that pull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optimum location of a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place where profit is highest (costs lowest or sales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logs at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sawmills near forests?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Logs are heavy and lose weight when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ALUCAM at Edéa?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needs cheap hydro-electricity from the Sanaga dams and is near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breweries market-oriented?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is added, so the product is heavier than the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footloose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that is not tied to raw materials or markets, like electronics or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Economic (Optimum) Location. Industrial location can be understood as follows. On this slide we have Optimum location.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Economic (Optimum) Location. On this slide we have Location decision.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Studies of Industrial Location. Industries locate in different ways. On this slide we have Raw-material-oriented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Power-oriented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Market-oriented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Footloose industries.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raw-material and market location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raw material: sawmill near forest. Market: brewery in town.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ALUCAM located at Edéa?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cheap hydro-electricity and nearness to the port of Douala.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optimum; number 2, footloose; number 3,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 factory in Cameroon and explain its location.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Factors of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 Industrial Location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location, optimum location, least-cost location, raw-material oriented, market oriented, footloose.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(optimum) location of industries; case studies.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idea of optimum location with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What is Manufacturing?):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factory in your area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bakery. Inputs – flour, sugar, yeast, water, electricity, workers; processes – mixing, baking, packing; outputs – bread, profit, wages, waste; feedback – profits used to buy a new oven.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optimum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raw-material, market and footloose locations.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examples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raw materials and markets.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affect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aluminium smelter is at Edéa near a hydro-electric dam; breweries are in big towns; sawmills are near the forests of the East. Each factory owner chose a different kind of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are located in different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smelter near a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very large amounts of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breweries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their market; beer is heavy to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industries in Cameroon and choose good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where factories are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that pull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optimum location of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place where profit is highest (costs lowest or sales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at 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sawmills near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Logs are heavy and lose weight when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ALUCAM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cheap hydro-electricity from the Sanaga dams and is near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breweries market-oriented?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added, so the product is heavier than the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footloose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that is not tied to raw materials or markets, like electronics or software.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Optimum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site where a factory has the lowest total costs or the highest profits. Firms seek it because it gives them an advantage over their competitors.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decision: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Industrialists compare the costs of raw materials, transport, labour and power at different sites. They also consider the market and government policies.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locate in different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Raw-material-oriented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heavy or perishable raw materials that lose weight in processing. Sawmills in the East and sugar mills at Mbandjock are near their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huge amounts of cheap energy. ALUCAM at Edéa uses hydro-electricity from the Sanaga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products are heavier or more fragile than their raw materials, like breweries and soft drinks. They locate in big towns such as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Footloose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not tied to raw materials or markets, like electronics and software. They can locate almost anywhere with good communications.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raw-material and market location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 sawmill near forest. Market: brewery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ALUCAM located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hydro-electricity and nearness to the port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profitable location is the ______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Industries free to locate anywhere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Breweries are ______-oriented.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factory in Cameroon and explain its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Footloose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Non localisée (libre)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Smelter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 d'électrolyse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Sawmill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scierie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Brewery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brasserie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optimum location. Distinguish raw-material, market and footloose locations. Study examples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idea of optimum location with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Economic (Optimum) Location; Case Studies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 factory in Cameroon and explain its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sawmills in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Edéa.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market 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call centres.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2026-09-27T09:50:21Z</dcterms:created>
  <dcterms:modified xsi:type="dcterms:W3CDTF">2026-09-27T09:50:21Z</dcterms:modified>
</cp:coreProperties>
</file>