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Further Study 4: Management of Water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fishing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Lake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find them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benefits and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rice 2. Ndop 3.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ECONOMIC GEOGRAPHY  —  FURTHER STUDY 4</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Management of Water Resources in Cameroon</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Water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Further Study 4: Management of Water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Water resources, fishing, aquaculture, irrigation, flood-retreat farming, hydro-electricity, SEMRY, UNVDA.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Distribution of water bodies and their resources and uses; fishing (modern and traditional), problems and impacts; irrigation schemes, benefits and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describe how Cameroon uses its water resources and propose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water bodies of Cameroon and their uses.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fishing and its problems.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irrigation schemes, their benefits and problems.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Cameroon has four drainage basins.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Dams produce hydro-electricity.</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Yagoua, SEMRY grows irrigated rice with water from the Logone. On Lake Lagdo and the coast, fishermen catch fish for the markets. The Lom Pangar dam regulates the Sanaga for electricity.</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used in many ways.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uses of water in the situation.</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fishing and electricity.</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SEMRY?</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state rice irrigation company in the Far North.</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use the water resources of Cameroon wisely.</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 AND 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cmr_water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Main water uses in Cameroon (simplified).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 AND 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dams and their uses.</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 AND 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Song Loulou (electricity) and Lagdo (electricity, irrigation, fishing).</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FISHING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usa_fishing.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Fishing boats.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FISHING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traditional and modern fishing.</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FISHING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canoes, nets, small catches. Modern: trawlers, cold storage, large catches.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FISHING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2t_lake_chad.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Lake Chad.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FISHING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fishing in Cameroon.</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FISHING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Shrinking lakes and overfishing (also poor storage, insecurity).</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IRRIGATION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f4_ricefield.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Irrigated rice.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IRRIGATION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irrigation schemes and their crop.</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IRRIGATION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(Yagoua, Maga) and UNVDA (Ndop): rice.</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BENEFITS AND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lagdo.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Lagdo dam on the Benue.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BENEFITS AND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and one problem of irrigation schemes.</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BENEFITS AND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Benefit: food and income all year. Problem: high costs, waterborne diseases, salinisation.</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Management of Water Resources in Cameroon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Water Resources of Cameroon</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4: Management of Water Resources in Cameroon</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Water resources: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all waters that people can use: seas, rivers, lakes and groundwater.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Irrigation: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artificial supply of water to crops.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Flood-retreat farming: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farming on land left wet after floods go down.</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Water Bodies and Fishing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Water bodies and uses: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Atlantic coast, rivers like the Sanaga and Benue, and lakes like Chad and Lagdo supply water. They are used for fishing, transport, energy, domestic use and irrigation.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Fishing: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Traditional fishermen use canoes and nets on the coast and lakes. Modern trawlers and fish farms are few.</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Water Bodies and Fishing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Problems and impacts: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Overfishing, poor storage and shrinking Lake Chad reduce catches. Fishing gives food, jobs and income.</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Irrigation and Hydro-electricity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Schemes: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SEMRY grows rice at Yagoua and Maga with Logone water, and UNVDA at Ndop. Lagdo irrigates land on the Benue.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Benefits: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give food, jobs and income all year. Dams like Song Loulou, Edéa, Lagdo and Memve'ele produce electricity.</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Irrigation and Hydro-electricity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Problems: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Schemes are costly and often poorly maintained. Waterborne diseases, silting and floods downstream are problems.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Irrigation and Hydro-electricity (3/3)</a:t>
            </a:r>
            <a:endParaRPr lang="en-US" sz="3600" dirty="0"/>
          </a:p>
        </p:txBody>
      </p:sp>
      <p:pic>
        <p:nvPicPr>
          <p:cNvPr id="13" name="Image 0" descr="/home/claude/f4/img/v2/cmr_water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map.</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water resources in Cameroon.</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irrigation, electricity (also domestic use, transport).</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irrigation schemes.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costs and waterborne diseases (also salinisation, poor maintenance).</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SEMRY grows ______ at Yagoua.</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UNVDA is at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Song Loulou produces ______.</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water is used in your area.</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14: What is Manufacturing?</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Water resources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ressources en eau</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Fishing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pêche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Irrigation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L'irrigation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Dam</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barrage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Fish farming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pisciculture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Lake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lac</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Geography of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Further Study 4: Management of Water Resources in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Describe the water bodies of Cameroon and their uses. Explain fishing and its problems. Explain irrigation schemes, their benefits and problems.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describe how Cameroon uses its water resources and propose improvements.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Water resources, Irrigation, Flood-retreat farming; II. Water Bodies and Fishing: Water bodies and uses, Fishing, Problems and impacts; III. Irrigation and Hydro-electricity: Schemes, Benefits, Problems.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Describe how water is used in your area.</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6 (Economic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“Empty beaches” by ludwig.troller, CC BY-NC 2.0, via Flickr (https://www.flickr.com/photos/124845120@N03/14285811155)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“Lake Chad: almost gone” by GRIDArendal, CC BY-NC-SA 2.0, via Flickr (https://www.flickr.com/photos/148768555@N05/32323646926)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“A woman harvesting rice, Barotse floodplain, Zambia. Photo by Georgina” by WorldFish, CC BY-NC-ND 2.0, via Flickr (https://www.flickr.com/photos/61545321@N06/7848727138)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2026-09-26T20:31:26Z</dcterms:created>
  <dcterms:modified xsi:type="dcterms:W3CDTF">2026-09-26T20:31:26Z</dcterms:modified>
</cp:coreProperties>
</file>