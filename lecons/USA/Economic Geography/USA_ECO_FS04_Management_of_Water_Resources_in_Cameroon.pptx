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4: Management of Water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Water Resources of Cameroon. The key notions we shall use today are: water resources, fishing, aquaculture, irrigation, flood-retreat farming, hydro-electricity, SEMRY, UNVDA. At the end, you should be able to do this: learners are able to describe how Cameroon uses its water resources and propose improvements.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3: Management of Mineral and Energy Resources in Cameroon. The question was: Draw the mineral map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Map: oil – Rio del Rey and Kribi offshore; gas – Kribi; bauxite – Minim-Martap and Fongo-Tongo; iron ore – Mbalam and Lolodorf; gold – East (Batouri, Bétaré-Oya); cobalt – Lomié; limestone – Figuil.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water bodies of Cameroon and their uses. Number 2: explain fishing and its problems. Number 3: explain irrigation schemes, their benefits and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four drainage basins. Dams produce hydro-electricity.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Around Yagoua, SEMRY grows irrigated rice with water from the Logone. On Lake Lagdo and the coast, fishermen catch fish for the markets. The Lom Pangar dam regulates the Sanaga for electricity.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is used in many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uses of water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Irrigation, fishing and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SEMRY?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state rice irrigation company in the Far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water resources for energy, food and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use the water resources of Cameroon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main water uses in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dams and their uses.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Song Loulou (electricity) and Lagdo (electricity, irrigation,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fishing boats.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traditional and modern fishing.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Traditional: canoes, nets, small catches. Modern: trawlers, cold storage, large catches.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lake Chad.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problems of fishing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Shrinking lakes and overfishing (also poor storage, insecurity).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irrigated rice.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irrigation schemes and their crop.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SEMRY (Yagoua, Maga) and UNVDA (Ndop): 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Lagdo dam on the Benue.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benefit and one problem of irrigation schemes.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Benefit: food and income all year. Problem: high costs, waterborne diseases, salinisation.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Water Resources and their Uses. Cameroon has abundant water resources. On this slide we have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Resources and their Uses. On this slide we have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water resources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Fishing. Fishing in Cameroon can be described as follows. On this slide we have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Fishing. On this slide we have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Irrigation and Management. Irrigation schemes and their management are as follows. On this slide we have Irrigation schemes.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Irrigation and Management. On this slide we have Benefits and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Irrigation and Management. On this slide we have Management.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uses of water resources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fishing, irrigation, electricity (also domestic use, transport).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irrigation schemes.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 costs and waterborne diseases (also salinisation, poor maintenance).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rice; number 2, Ndop; number 3,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how water is used in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What is Manufacturing?.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4: MANAGEMENT OF WATER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Management of Water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Water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4: Management of Water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Water resources, fishing, aquaculture, irrigation, flood-retreat farming, hydro-electricity, SEMRY, UNVDA.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water bodies and their resources and uses; fishing (modern and traditional), problems and impacts; irrigation schemes, benefits and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Cameroon uses its water resources and propose improvements.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3: Management of Mineral and Energy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mineral map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oil – Rio del Rey and Kribi offshore; gas – Kribi; bauxite – Minim-Martap and Fongo-Tongo; iron ore – Mbalam and Lolodorf; gold – East (Batouri, Bétaré-Oya); cobalt – Lomié; limestone – Figuil.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water bodies of Cameroon and their 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fishing and its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irrigation schemes, their benefits and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four drainage basins.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Dams produce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Yagoua, SEMRY grows irrigated rice with water from the Logone. On Lake Lagdo and the coast, fishermen catch fish for the markets. The Lom Pangar dam regulates the Sanaga for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used in many 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uses of water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fishing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SEMRY?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state rice irrigation company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water resources for energy, food and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use the water resources of Cameroon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AND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water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water uses in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AND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dams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AND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Song Loulou (electricity) and Lagdo (electricity, irrigation,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Fishing boats.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traditional and modern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Traditional: canoes, nets, small catches. Modern: trawlers, cold storage, large catches.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ake_ch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Chad.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fishing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Shrinking lakes and overfishing (also poor storage,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Irrigated rice.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irrigation schemes and their crop.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SEMRY (Yagoua, Maga) and UNVDA (Ndop): 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BENEFITS AND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Lagdo dam on the Benue.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BENEFITS AND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benefit and one problem of irrigation schemes.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BENEFITS AND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Benefit: food and income all year. Problem: high costs, waterborne diseases,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Water Resources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Management of Water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Water Resources and their Uses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abundant water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rivers (Sanaga, Benue, Logone, Nyong), lakes (Chad, Lagdo) and heavy rainfall in the south. Groundwater is important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Water Resources and their Uses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used for hydro-electricity (Edéa, Lagdo, Nachtigal), drinking, irrigation, fishing and transport. Dams also regulate river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Water Resources and their Uses</a:t>
            </a:r>
            <a:endParaRPr lang="en-US" sz="3600" dirty="0"/>
          </a:p>
        </p:txBody>
      </p:sp>
      <p:pic>
        <p:nvPicPr>
          <p:cNvPr id="4" name="Image 0" descr="/home/claude/f4/img/v2/cmr_water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water resources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Fishing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Fishing in Cameroon can be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Traditional (artisanal) fishing uses canoes and nets on the coast, rivers and lakes. Modern (industrial) fishing uses trawlers and cold storage from Douala and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Fishing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Overfishing, pollution, the shrinking of Lake Chad and poor storage reduce catches. Foreign trawlers compete with local fishermen.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Irrigation and Management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Irrigation schemes and their management are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schemes: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SEMRY at Yagoua and Maga grows rice, and the Lagdo scheme grows rice and vegetables. UNVDA in Ndop grows 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Irrigation and Management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Benefits and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provides food and income all year. But schemes suffer from high costs, silting, water-borne diseases and poor maintenance.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Irrigation and Management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Integrated basin management, the Lake Chad Basin Commission and water laws aim to share and protect water. Clean water supply must reach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uses of water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irrigation, electricity (also domestic use,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irrigation schemes.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costs and waterborne diseases (also salinisation, poor maintenance).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SEMRY grows ______ at Yagoua.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UNVDA is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Song Loulou produces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how water is used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What is 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ressources en 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pêche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pisciculture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lac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4: Management of Water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water bodies of Cameroon and their uses. Explain fishing and its problems. Explain irrigation schemes, their benefits and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Cameroon uses its water resources and propose improvements.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Water Resources and their Uses; Fishing; Irrigation and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how water is used in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fishing on the coast.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Lake Chad.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them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benefits and problems.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“Empty beaches” by ludwig.troller, CC BY-NC 2.0, via Flickr (https://www.flickr.com/photos/124845120@N03/14285811155)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2026-09-27T10:08:14Z</dcterms:created>
  <dcterms:modified xsi:type="dcterms:W3CDTF">2026-09-27T10:08:14Z</dcterms:modified>
</cp:coreProperties>
</file>