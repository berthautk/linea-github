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27: Transport.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ways people travel in your village.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motorbike taxis in your 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container.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air goods.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portage 2. air 3. pipeline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ECONOMIC GEOGRAPHY  —  LESSON 27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6: Understanding and managing the dynamics of economic activities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 Activities and Characteristics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Modes of Transport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27: Transport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Transport, mode, head portage, road, rail, inland waterway, ocean transport, containerisation, air transport, pipeline, cable way.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of transport; land, water, air and other modes (characteristics, factors of development, advantages and disadvantages); general importance of transport.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modes of transport, compare them and explain the importance of transport.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transport and classify its modes.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advantages and disadvantages of each mode.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importance of transport.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 and people move from one place to another.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Cameroon has roads, a railway, ports and airports.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trader in Garoua must send 20 tonnes of cotton to Douala. She can use a truck, the train from Ngaoundéré or a boat on the Benue in the rainy season. Each choice has a different cost and speed.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trader must choose the best mode of transport.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three modes in the situation.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Road, rail and river transport.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should guide her choice?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Cost, speed, safety and the nature of the goods.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choose the best transport for people and goods.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usa_tru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loaded pick-up on a rural road.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transport?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movement of people and goods from one place to another.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LAND TRANSPORT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moto_tax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Motorbike taxis.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LAND TRANSPORT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advantage and one disadvantage of motorbike taxis.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LAND TRANSPORT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Advantage: they reach places cars cannot. Disadvantage: many accidents.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WATER TRANSPORT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usa_contai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container port.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WATER TRANSPORT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containerisation?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WATER TRANSPORT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Carrying goods in standard metal boxes that move easily between ships, trains and trucks.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AIR AND OTHERS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airpor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aircraft at an airport.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AIR AND OTHERS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goods travel by air, and why?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AIR AND OTHERS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Light, valuable or perishable goods like flowers and medicines, because air is fast.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COMPARISON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mod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Advantages and disadvantages of modes.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COMPARISON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rail better than road for heavy goods over long distances?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COMPARISON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carries large loads cheaply over long distances.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Transport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Transport Activities and Characteristics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Modes of Transport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27: Transport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Transport: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movement of people and goods from one place to another.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 of transport: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means of transport, like road, rail, water, air or pipeline.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Containerisation: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carrying of goods in standard metal boxes moved between ships, trains and trucks.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Modes of Transport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Land: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Head portage is cheap but slow. Road is flexible and door to door, while rail carries heavy loads far and cheaply.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Water: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Inland waterways use rivers and canals, and ocean ships carry most world trade. It is cheap for bulky goods but slow.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Modes of Transport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Air: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 transport is the fastest mode for people and valuable goods. It is very costly and needs airports.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Others: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Pipelines carry oil, gas and water continuously. Cable ways cross mountains and valleys.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Modes of Transport (3/3)</a:t>
            </a:r>
            <a:endParaRPr lang="en-US" sz="3600" dirty="0"/>
          </a:p>
        </p:txBody>
      </p:sp>
      <p:pic>
        <p:nvPicPr>
          <p:cNvPr id="13" name="Image 0" descr="/home/claude/f4/img/v2/mod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table.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Importance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Relief, climate, capital, technology and the demand for transport affect each mode. Government policy also matters.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Importance: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Transport links producers and markets and creates jobs. It also helps national unity and tourism.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advantage and one disadvantage of road and rail transport.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Road: door to door, but costly over long distances. Rail: heavy loads, but fixed routes.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importance of transport.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Links markets, creates jobs and helps national unity.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Carrying loads on the head is head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fastest mode is ______ transport.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Oil is often carried by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Choose the best mode to carry cattle from Ngaoundéré to Yaoundé and justify your choice.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Practical Work 4: Transport Costs.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transport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Road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route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Railway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chemin de fer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L'aéroport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L'oléoduc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 Activities and Characteristics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27: Transport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transport and classify its modes. Compare the advantages and disadvantages of each mode. Explain the importance of transport.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modes of transport, compare them and explain the importance of transport.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Transport, Mode of transport, Containerisation; II. Modes of Transport: Land, Water, Air, Others; III. Factors and Importance: Factors, Importance.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Choose the best mode to carry cattle from Ngaoundéré to Yaoundé and justify your choice.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6 (Economic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“Traveling by truck” by World Bank Photo Collection, CC BY-NC-ND 2.0, via Flickr (https://www.flickr.com/photos/10816734@N03/2628517227)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“Cameroon - UN Women's Gender Road Project” by UN Women Gallery, CC BY-NC-ND 2.0, via Flickr (https://www.flickr.com/photos/51431730@N04/47586053052)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“Container Ships @ Port of Oakland” by jdnx, CC BY 2.0, via Flickr (https://www.flickr.com/photos/21442511@N08/3464243881)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“Airplane” by jeffk, CC BY 2.0, via Flickr (https://www.flickr.com/photos/44124372247@N01/59597563)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2026-09-26T20:31:34Z</dcterms:created>
  <dcterms:modified xsi:type="dcterms:W3CDTF">2026-09-26T20:31:34Z</dcterms:modified>
</cp:coreProperties>
</file>