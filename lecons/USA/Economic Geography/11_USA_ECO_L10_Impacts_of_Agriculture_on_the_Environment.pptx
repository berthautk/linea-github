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Impacts of Agriculture on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Developments in Agriculture, and the sub-topic is Agriculture and the Environment. The key notions we shall use today are: deforestation, soil erosion, pollution, eutrophication, organic farming. At the end, you should be able to do this: learners are able to explain the impacts of agriculture on the environment and assess organic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Meeting the Increasing Food Demand. The question was: Suggest three measures to reduce food shortage in the Far North.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Measures for the Far North: irrigation from the Logone and dams, drought-resistant seeds, storage facilities (granaries) to avoid losses, and better roads to markets.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negative impacts of agriculture. Number 2: explain the positive impacts. Number 3: explain organic farming and assess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Clearing forests increases erosion. Fertilisers can pollute rivers.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Around Garoua, farmers burn the bush each year before planting, and rivers are polluted by fertiliser. A cooperative near Dschang sells vegetables grown without chemicals at a higher price.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Farming damages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negative impact.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Bush fires or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farming without chemicals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Organic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practise farming methods that protect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farm while protecting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land burnt before planting.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bush fires harm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destroy vegetation and humus and expose soil to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spraying chemicals.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can farm chemicals harm rivers?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wash into rivers, kill fish and cause algae growth (eutrophication).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terraces.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positive impacts of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Terraces protect slopes; tree crops and agroforestry protect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vegetable garden.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organic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without chemical fertilisers or pesticides, using manure and natural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impacts of agriculture.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advantage and one disadvantage of organic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Advantage: no pollution, healthy food. Disadvantage: lower yields and more labour.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of Agriculture on the Environment. Agriculture affects the environment both negatively and positively. On this slide we have Negative impacts.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Agriculture on the Environment. On this slide we have Other negative impacts.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Agriculture on the Environment. On this slide we have Positive impacts.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impacts of agriculture.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Organic Farming. Organic farming can be studied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Organic Farming. On this slide we have Methods.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Organic Farming. On this slide we have Advantages and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negative impacts of agriculture.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deforestation, soil erosion, pollution (also salinisation).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organic farming.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less pollution. Disadvantage: lower yields.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organic; number 2, eutrophication; number 3,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sources of energy used in your home.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Energy Resources.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10: IMPACTS OF AGRICULTURE ON THE ENVIRONMENT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Impacts of Agriculture on the Environment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Developments in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and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Impacts of Agriculture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Deforestation, soil erosion, pollution, eutrophication, organic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Negative and positive impacts; organic farming: meaning, methods,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impacts of agriculture on the environment and assess organic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Meeting the Increasing Food Demand):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three measures to reduce food shortage 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Measures for the Far North: irrigation from the Logone and dams, drought-resistant seeds, storage facilities (granaries) to avoid losses, and better roads to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negative impacts of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positive impacts.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organic farming and assess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Clearing forests increases erosion.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Fertilisers can pollute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Garoua, farmers burn the bush each year before planting, and rivers are polluted by fertiliser. A cooperative near Dschang sells vegetables grown without chemicals at a higher price.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damages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impact.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Bush fires or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farming without chemicals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Organic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Practise farming methods that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farm while protecting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 burnt before planting.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bush fires harm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destroy vegetation and humus and expose soil to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pray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Spraying chemicals.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farm chemicals harm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wash into rivers, kill fish and cause algae growth (eutrophication).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impacts of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Terraces protect slopes; tree crops and agroforestry protect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ORGANIC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organ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vegetable garden.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ORGANIC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organic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ORGANIC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without chemical fertilisers or pesticides, using manure and natural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ORGANIC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agri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Impacts of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ORGANIC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organic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ORGANIC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no pollution, healthy food. Disadvantage: lower yields and more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Developments in Agriculture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Agriculture and the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Impacts of Agriculture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Impacts of Agriculture on the Environment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affects the environment both negatively and positively: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bush fires, overgrazing and monoculture cause soil erosion and loss of biodiversity. Fertilisers and pesticides pollute rivers and cause eutrophication.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Impacts of Agriculture on the Environment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negative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can cause salinisation and falling water tables. Methane from cattle and rice fields adds to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Impacts of Agriculture on the Environment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Terraces, agroforestry and hedges protect soils and create attractive landscapes. Well-managed farms store carbon and provide habitats.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Impacts of Agriculture on the Environment</a:t>
            </a:r>
            <a:endParaRPr lang="en-US" sz="3600" dirty="0"/>
          </a:p>
        </p:txBody>
      </p:sp>
      <p:pic>
        <p:nvPicPr>
          <p:cNvPr id="4" name="Image 0" descr="/home/claude/f4/img/v2/agri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impacts of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Organic Farming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Organic farming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without chemical fertilisers, pesticides or GM seeds. It relies on natural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Organic Farming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use manure, compost, crop rotation, green manure and biological pest control. Mulching and intercropping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Organic Farming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and 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protects soils, water and health and gives higher prices for products. But yields are often lower and more labour is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negative impacts of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soil erosion, pollution (also salinisation).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organic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less pollution. Disadvantage: lower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Farming without chemicals is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Algae growth from fertilisers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Burning bush exposes soil to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sources of energy used in your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Energy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L'environnement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Organic 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 biologique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fumier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Developments in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Impacts of Agriculture on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negative impacts of agriculture. Explain the positive impacts. Explain organic farming and assess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impacts of agriculture on the environment and assess organic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Impacts of Agriculture on the Environment; Organic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sources of energy used in your home.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 burning.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polluted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organic methods.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prices.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“k4817-4” by USDAgov, CC BY 2.0, via Flickr (https://www.flickr.com/photos/41284017@N08/8497812386)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“Allotment garden” by tacowitte, CC BY 2.0, via Flickr (https://www.flickr.com/photos/31817492@N00/1509608412)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2026-09-29T12:18:56Z</dcterms:created>
  <dcterms:modified xsi:type="dcterms:W3CDTF">2026-09-29T12:18:56Z</dcterms:modified>
</cp:coreProperties>
</file>