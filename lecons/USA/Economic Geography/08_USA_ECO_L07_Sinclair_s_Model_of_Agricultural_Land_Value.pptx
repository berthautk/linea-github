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7: Sinclair's Model of Agricultural Land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Theories of Agricultural Land Use, and the sub-topic is Theories of Agricultural Land Use. The key notions we shall use today are: sinclair, urban shadow, speculation, land value, urban expansion. At the end, you should be able to do this: learners are able to explain Sinclair's model and compare it with Von Thünen's.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1: Calculating Locational Rent and Drawing Rent Curves. The question was: Draw the three rent curves from the table on graph paper and mark the zones.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graph shows vegetables highest near the market (to about 13 km), wheat between about 13 and 40 km, and cattle beyond; the zones are drawn as rings below the graph.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state the aim and principle of Sinclair's model. Number 2: explain the urban shadow. Number 3: compare Sinclair and Von Thünen.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Von Thünen put intensive farming near the city. Cities spread into the countryside.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the edge of Douala, farmers let their fields lie idle or grow little, waiting to sell the land for building. Further away, farms are well cultivated.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Farming near the growing city is neglected.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do farmers invest little?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expect to sell the land for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model explains this?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Sinclair's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understand how growing towns change farming around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farming around fast-growing cities.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sinclair's model.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According to Sinclair, how does farm land value change with distance?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increases with distance from the expanding 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building on the edge of a town.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the urban shadow?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zone near the city where farming is neglected because land will soon be built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grazing 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land use is found near the city in Sinclair's model?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Extensive uses such as grazing or idle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von Thünen's rings.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one difference between the two models.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Von Thünen: intensity falls with distance. Sinclair: intensity rises with distance.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suburbs spreading.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Where is Sinclair's model most useful?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Around fast-growing cities in developed and developing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Aim and Principle. Sinclair's model (1967) can be summarised as follows. On this slide we have Aim.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Aim and Principle. On this slide we have Principle.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Aim and Principle. On this slide we have Urban shadow.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sinclair's model.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Conclusions and Applicability. The model leads to the following conclusions. On this slide we have Land-use pattern.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Conclusions and Applicability. On this slide we have Applicability.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Comparison with Von Thünen's Model. The two models differ as follows. On this slide we have Von Thünen and Sinclair.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urban shadow?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zone near a growing city where farming is neglected.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Compare Sinclair and Von Thünen.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von Thünen: intensity falls with distance. Sinclair: intensity rises with distance.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speculation; number 2, shadow; number 3, increases.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Observe the edge of your town and say if Sinclair's model applies.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8: Agricultural Improvements: The Green Revolution.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7: SINCLAIR'S MODEL OF AGRICULTURAL LAND VALUE</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Sinclair's Model of Agricultural Land Value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Theories of Agricultural Land Use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Theories of Agricultural Land Use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7: Sinclair's Model of Agricultural Land Value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Sinclair, urban shadow, speculation, land value, urban expansion.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Aim and principle; conclusions and applicability; comparison with Von Thünen.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Sinclair's model and compare it with Von Thünen's.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1: Calculating Locational Rent and Drawing Rent Curves):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three rent curves from the table on graph paper and mark the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graph shows vegetables highest near the market (to about 13 km), wheat between about 13 and 40 km, and cattle beyond; the zones are drawn as rings below the graph.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State the aim and principle of Sinclair's model.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urban shadow.</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Compare Sinclair and Von Thünen.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Von Thünen put intensive farming near the city.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Cities spread into the countryside.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edge of Douala, farmers let their fields lie idle or grow little, waiting to sell the land for building. Further away, farms are well cultivated.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Farming near the growing city is neglected.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farmers invest little?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expect to sell the land for building.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model explains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Sinclair's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Understand how growing towns change farming around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farming around fast-growing 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AIM AND PRINCIPLE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inclair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Sinclair's model.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AIM AND PRINCIPLE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According to Sinclair, how does farm land value change with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AIM AND PRINCIPLE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increases with distance from the expanding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PRINCIPLE: URBAN SHADOW</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constructi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Building on the edge of a town.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PRINCIPLE: URBAN SHADOW</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urban shadow?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PRINCIPLE: URBAN SHADOW</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zone near the city where farming is neglected because land will soon be built 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CONCLUSIONS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cattl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Grazing 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CONCLUSIONS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land use is found near the city in Sinclair's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CONCLUSIONS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Extensive uses such as grazing or idle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COMPARISON WITH VON THÜNEN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vonthune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Von Thünen's rings.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COMPARISON WITH VON THÜNEN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difference between the two models.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COMPARISON WITH VON THÜNEN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Von Thünen: intensity falls with distance. Sinclair: intensity rises with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APPLICABILITY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suburb.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Suburbs spreading.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APPLICABILITY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Sinclair's model most useful?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APPLICABILITY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Around fast-growing cities in developed and developing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Theories of Agricultural Land Use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Theories of Agricultural Land Use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Sinclair's Model of Agricultural Land Value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Aim and Principle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Sinclair's model (1967) can be summarised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Aim: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Robert Sinclair explained land use around rapidly growing cities in the modern world. He focused on the expectation of urban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Aim and Principle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Principle: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near the city expect their land to be sold for building soon, so they invest little in it. Farm land value therefore increases with distance from the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Aim and Principle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Urban shadow: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zone near the city where farming is neglected because of expected urban expansion. Land is left idle or used for short-term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Aim and Principle</a:t>
            </a:r>
            <a:endParaRPr lang="en-US" sz="3600" dirty="0"/>
          </a:p>
        </p:txBody>
      </p:sp>
      <p:pic>
        <p:nvPicPr>
          <p:cNvPr id="4" name="Image 0" descr="/home/claude/f4/img/v2/sinclair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Sinclair's model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Conclusions and Applicability</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model leads to the following conclusions: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Land-use pattern: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the city there is idle land, grazing and temporary uses; further out come arable farming and intensive farms. It is the reverse of Von Thünen's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Conclusions and Applicability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Applicability: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fits fast-growing cities in both MEDCs and LEDCs, such as the edges of Yaoundé and Douala. Speculation on land is very common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Comparison with Von Thünen's Model</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two models differ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Von Thünen: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value is highest near the market because of low transport costs. Intensive farming is near the town.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Sinclair: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 land value is lowest near the town because of urban expansion. Intensive farming is further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urban shadow?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zone near a growing city where farming is neglected.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Sinclair and Von Thünen.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Von Thünen: intensity falls with distance. Sinclair: intensity rises with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Keeping land to sell later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Neglected farming near the city is the urban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Sinclair's land value ______ with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the edge of your town and say if Sinclair's model applies.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Agricultural Improvements: The Green Revolution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Speculation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spéculation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Shadow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L'ombre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Land value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valeur foncière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Idle 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friche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Expansion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L'expansion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Comparison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comparaison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Theories of Agricultural Land Use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7: Sinclair's Model of Agricultural Land Value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the aim and principle of Sinclair's model. Explain the urban shadow. Compare Sinclair and Von Thünen.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Sinclair's model and compare it with Von Thünen's.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Aim and Principle; Conclusions and Applicability; Comparison with Von Thünen's Model.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Observe the edge of your town and say if Sinclair's model applies.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lines.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edge of your town.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with Von Thünen.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make a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Douala.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“Cementing Ethiopia's progress” by DFID - UK Department for International Development, CC BY 2.0, via Flickr (https://www.flickr.com/photos/14214150@N02/8757865770)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“Fulani cattle breed of West Africa” by International Livestock Research Institute, CC BY-NC-SA 2.0, via Flickr (https://www.flickr.com/photos/7155605@N03/48125675226)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“Chicago suburbs from the air” by Scorpions and Centaurs, CC BY-NC-SA 2.0, via Flickr (https://www.flickr.com/photos/62736719@N00/2912708983)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2026-09-27T10:31:48Z</dcterms:created>
  <dcterms:modified xsi:type="dcterms:W3CDTF">2026-09-27T10:31:48Z</dcterms:modified>
</cp:coreProperties>
</file>