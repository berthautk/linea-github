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Types of Agricultural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Agricultural Systems, and the sub-topic is The Agricultural Systems. The key notions we shall use today are: intensive subsistence, intensive commercial, extensive subsistence, extensive commercial, shifting cultivation, nomadic herding, ranching. At the end, you should be able to do this: learners are able to describe and compare the four main agricultural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Agriculture as a System and its Classification. The question was: Draw your family farm (or a farm you know) as a system.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Family farm system: inputs – land, rain, family labour, seeds, hoes and manure; processes – clearing, sowing, weeding, harvesting; outputs – maize, groundnuts, income; feedback – money used to buy fertiliser.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intensive subsistence and intensive commercial farming. Number 2: describe extensive subsistence and extensive commercial farming. Number 3: explain their problems and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Farms can be intensive or extensive. Farms can be subsistence or commercial.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rice farmer in Asia works a tiny plot with her whole family. A rancher in Argentina keeps thousands of cattle on huge pastures with a few workers. Both are farmers, but their systems are very different.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Farming systems differ greatly.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type is the Asian rice farm?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Intensive subsistence.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type is the Argentine ranch?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Extensive commercial.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choose appropriate farming systems for each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compare the great farming systems of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four agricultural systems.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one example of each type.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Wet rice; market gardening; shifting cultivation; wheat or ranching.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rice farming in Asia.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wet rice farming intensive?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Much labour is used on small plots to get high yields.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vegetables grown in a greenhouse.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greenhouses intensive commercial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Much capital is used on small areas to grow crops for sale.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herders with cattle in the Sahel.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nomadic herding extensive?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Large areas are used with little input per hectare.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combine harvester on a large farm.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characteristics of extensive commercial grain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Huge farms, many machines, few workers, low yield per hectare.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Intensive farming and Extensive farming.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Intensive Systems. Intensive farming systems include. On this slide we have Intensive subsistence farming.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Intensive Systems. On this slide we have Intensive commercial farming.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four agricultural systems.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Extensive Systems. Extensive farming systems include. On this slide we have Extensive subsistence farming.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Extensive Systems. On this slide we have Extensive commercial farming.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Extensive Systems. On this slide we have Arable and pastoral examples.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Compare intensive subsistence and extensive commercial farming.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intensive subsistence: small plots, much labour, for the family. Extensive commercial: huge farms, machines, for sale.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problems of nomadic herding.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overgrazing and drought (also conflicts with farmers).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intensive; number 2, commercial; number 3, shifting.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Classify three farming systems found in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Von Thünen's Theory of Agricultural Land Use.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5: TYPES OF AGRICULTURAL SYSTEMS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Types of Agricultural Systems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Agricultural 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Agricultural 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Types of Agricultural 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Intensive subsistence, intensive commercial, extensive subsistence, extensive commercial, shifting cultivation, nomadic herding, ranching.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Intensive subsistence and commercial; extensive subsistence and commercial: arable and pastoral forms, characteristics, distribution, problems and solutions, with world examples.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and compare the four main agricultural 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Agriculture as a System and its Classification):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your family farm (or a farm you know) as a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Family farm system: inputs – land, rain, family labour, seeds, hoes and manure; processes – clearing, sowing, weeding, harvesting; outputs – maize, groundnuts, income; feedback – money used to buy fertiliser.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intensive subsistence and intensive commercial farming.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extensive subsistence and extensive commercial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their problems and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Farms can be intensive or extensive.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Farms can be subsistence or commercial.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rice farmer in Asia works a tiny plot with her whole family. A rancher in Argentina keeps thousands of cattle on huge pastures with a few workers. Both are farmers, but their systems are very different.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systems differ greatly.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type is the Asian rice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Intensive subsistence.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type is the Argentine ranch?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Extensive commercial.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appropriate farming systems for each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compare the great farming systems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FOUR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agri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agricultural systems.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FOUR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of each type.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FOUR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Wet rice; market gardening; shifting cultivation; wheat or ranching.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INTENSIVE SUBSISTENCE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ricefa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Rice farming in Asia.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INTENSIVE SUBSISTENCE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wet rice farming intensive?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INTENSIVE SUBSISTENCE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Much labour is used on small plots to get high yields.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INTENSIVE COMMERCIAL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greenhous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Vegetables grown in a greenhouse.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INTENSIVE COMMERCIAL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greenhouses intensive commercial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INTENSIVE COMMERCIAL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Much capital is used on small areas to grow crops for sale.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EXTENSIVE SUBSISTENCE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herder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Herders with cattle in the Sahel.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EXTENSIVE SUBSISTENCE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nomadic herding extensive?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EXTENSIVE SUBSISTENCE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 areas are used with little input per hectare.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EXTENSIVE COMMERCIAL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combi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combine harvester on a large farm.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EXTENSIVE COMMERCIAL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extensive commercial grain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EXTENSIVE COMMERCIAL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Huge farms, many machines, few workers, low yield per hectare.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Agricultural 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Agricultural Systems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Types of Agricultural 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Intensive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farming with high inputs of labour or capital on a small area to obtain high yields per hectare.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Extensive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farming with low inputs per hectare on large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Intensive Systems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Intensive farming systems include: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Intensive subsistence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 plots, much family labour and high yields feed the family, as in wet rice farming in Monsoon Asia. Problems are small farms and poverty; solutions are irrigation and improved seeds.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Intensive Systems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Intensive commercial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Much capital, machines and technology are used on small areas for the market, as in Dutch greenhouses, market gardens and dairy farms. Problems are high costs and pollution by chemicals.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Intensive Systems</a:t>
            </a:r>
            <a:endParaRPr lang="en-US" sz="3600" dirty="0"/>
          </a:p>
        </p:txBody>
      </p:sp>
      <p:pic>
        <p:nvPicPr>
          <p:cNvPr id="4" name="Image 0" descr="/home/claude/f4/img/v2/agri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four agricultural systems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Extensive Systems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Extensive farming systems include: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Extensive subsistence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Shifting cultivation in forests and nomadic herding in the Sahel use large areas with little input. Problems are low yields and land degradation when population grows.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Extensive Systems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Extensive commercial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Huge farms with machines and few workers grow grain or rear cattle for export, as in the Canadian Prairies, Argentina and Australia. Problems are soil erosion and dependence on world prices.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Extensive Systems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Arable and pastoral 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Each system can be arable (crops) or pastoral (animals). For example, ranching is extensive commercial pastoral farming, and nomadic herding is extensive subsistence pastoral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intensive subsistence and extensive commercial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Intensive subsistence: small plots, much labour, for the family. Extensive commercial: huge farms, machines, for sale.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nomadic herding.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Overgrazing and drought (also conflicts with farmers).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Wet rice is ______ subsistence farming.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Cattle ranching is extensive ______ farming.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Clearing, farming and moving on is ______ cultivation.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Classify three farming systems found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Von Thünen's Theory of Agricultural Land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Intensive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Intensif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Extensive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Extensif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Shifting cultivation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culture itinérante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Ranch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ranch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Greenhouse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Nomadic herding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L'élevage nomade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Agricultural 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Types of Agricultural 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intensive subsistence and intensive commercial farming. Describe extensive subsistence and extensive commercial farming. Explain their problems and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and compare the four main agricultural 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Intensive Systems; Extensive 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Classify three farming systems found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copy the grid.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find the monsoon lands.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market gardens near towns.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transhumance.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find the Prairies.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“Drone view of rice plantation on bali island with path to walk around ” by Artem Beliaikin, CC0 1.0, via Flickr (https://www.flickr.com/photos/157635012@N07/46229046541)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“Organic farming, vegetable patch” by U.S. Department of Agriculture, CC0 1.0, via rawpixel (https://www.rawpixel.com/image/10995692/organic-farming-vegetable-patch)</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“Young cattle herders in Sénégal (West Africa)” by gbaku, CC BY-SA 2.0, via Flickr (https://www.flickr.com/photos/72105154@N00/525185172)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“John Deere Combine” by SnoShuu, CC BY-NC-ND 2.0, via Flickr (https://www.flickr.com/photos/85888233@N00/2776467094)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2026-09-29T03:13:08Z</dcterms:created>
  <dcterms:modified xsi:type="dcterms:W3CDTF">2026-09-29T03:13:08Z</dcterms:modified>
</cp:coreProperties>
</file>