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Types of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intensive subsistence, intensive commercial, extensive subsistence, extensive commercial, shifting cultivation, nomadic herding, ranching. At the end, you should be able to do this: learners are able to describe and compare the four main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Agriculture as a System and its Classification. The question was: Draw your family farm (or a farm you know) as a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Family farm system: inputs – land, rain, family labour, seeds, hoes and manure; processes – clearing, sowing, weeding, harvesting; outputs – maize, groundnuts, income; feedback – money used to buy fertiliser.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intensive subsistence and intensive commercial farming. Number 2: describe extensive subsistence and extensive commercial farming. Number 3: explain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Farms can be intensive or extensive. Farms can be subsistence or commercial.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rice farmer in Asia works a tiny plot with her whole family. A rancher in Argentina keeps thousands of cattle on huge pastures with a few workers. Both are farmers, but their systems are very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systems differ greatly.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is the Asian rice farm?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Intensive subsistence.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is the Argentine ranch?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Extensive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appropriate farming systems for each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compare the great farming systems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agricultural systems.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example of each type.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rice; market gardening; shifting cultivation; wheat or ranching.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rice farming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wet rice farming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labour is used on small plots to get high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grown in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greenhouses intensive commercial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capital is used on small areas to grow crops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nomadic herding extensive?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areas are used with little input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combine harvester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characteristics of extensive commercial grain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Huge farms, many machines, few workers, low yield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Intensive farming and Extensive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Intensive Systems. Intensive farming systems include. On this slide we have Intensive subsistence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Intensive Systems. On this slide we have Intensive commercial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agricultural systems.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Extensive Systems. Extensive farming systems include. On this slide we have Extensive subsistence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Systems. On this slide we have Extensive commercial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Systems. On this slide we have Arable and pastoral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intensive subsistence and extensive commercial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subsistence: small plots, much labour, for the family. Extensive commercial: huge farms, machines,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nomadic herding.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overgrazing and drought (also conflicts with farmers).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intensive; number 2, commercial; number 3, shifting.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three farming systems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Von Thünen's Theory of Agricultural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TYPES OF AGRICULTURAL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Agricultural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Types of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Intensive subsistence, intensive commercial, extensive subsistence, extensive commercial, shifting cultivation, nomadic herding,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Intensive subsistence and commercial; extensive subsistence and commercial: arable and pastoral forms, characteristics, distribution, problems and solutions,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compare the four main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Agriculture as a System and its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farm system: inputs – land, rain, family labour, seeds, hoes and manure; processes – clearing, sowing, weeding, harvesting; outputs – maize, groundnuts, income; feedback – money used to buy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intensive subsistence and intensive commercial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extensive subsistence and extensive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can be intensive or extensive.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can be subsistence or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rice farmer in Asia works a tiny plot with her whole family. A rancher in Argentina keeps thousands of cattle on huge pastures with a few workers. Both are farmers, but their systems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systems differ greatly.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Asian rice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subsistence.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Argentine ranch?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Extensive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appropriate farming systems for each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compare the great farming systems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agricultural 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market gardening; shifting cultivation; wheat or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farming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wet rice farming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labour is used on small plots to get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grown in 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greenhouses intensive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capital is used on small areas to grow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nomadic herding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areas are used with little input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extensive commercial grain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Huge farms, many machines, few workers, low yield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 high inputs of labour or capital on a small area to obtain high yields per hectare.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 low inputs per hectare on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Intensive farming systems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subsistence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much family labour and high yields feed the family, as in wet rice farming in Monsoon Asia. Problems are small farms and poverty; solutions are irrigation and improved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capital, machines and technology are used on small areas for the market, as in Dutch greenhouses, market gardens and dairy farms. Problems are high costs and pollution by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agricultural 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Extensive farming systems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subsistence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in forests and nomadic herding in the Sahel use large areas with little input. Problems are low yields and land degradation when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Huge farms with machines and few workers grow grain or rear cattle for export, as in the Canadian Prairies, Argentina and Australia. Problems are soil erosion and dependence on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Arable and pastoral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system can be arable (crops) or pastoral (animals). For example, ranching is extensive commercial pastoral farming, and nomadic herding is extensive subsistence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intensive subsistence and extensive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subsistence: small plots, much labour, for the family. Extensive commercial: huge farms, machines,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drought (also conflicts with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Wet rice is ______ subsistence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Cattle ranching is extensive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farming and moving on is ______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farming systems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Von Thünen's Theory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 herding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Types of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intensive subsistence and intensive commercial farming. Describe extensive subsistence and extensive commercial farming. Explain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compare the four main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Intensive Systems; Extensive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three farming systems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monsoon 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market gardens near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Prairies.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2026-09-27T10:31:47Z</dcterms:created>
  <dcterms:modified xsi:type="dcterms:W3CDTF">2026-09-27T10:31:47Z</dcterms:modified>
</cp:coreProperties>
</file>