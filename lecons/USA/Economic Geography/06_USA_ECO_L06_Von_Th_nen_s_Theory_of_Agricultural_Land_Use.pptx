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Von Thünen's Theory of Agricultural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Agricultural Land Use, and the sub-topic is Theories of Agricultural Land Use. The key notions we shall use today are: von Thünen, isolated state, locational rent, economic rent, concentric zones. At the end, you should be able to do this: learners are able to explain Von Thünen's model and judge its value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Types of Agricultural Systems. The question was: Classify three farming systems found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Cameroon: rice farming in the SEMRY schemes (intensive), peasant food-crop farming (subsistence, often extensive), nomadic Fulani herding (extensive subsistence), CDC banana and oil palm plantations (intensive commercial).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aim and assumptions of the model. Number 2: explain locational rent and the concentric zones. Number 3: assess its applicability and criticisms.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Bid rent falls with distance from the city centre. Transport costs rise with distance.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Around Yaoundé, vegetables and fruit are grown close to the city, while cattle come from the Adamawa far away. A learner asks if distance to market decides what farmers grow.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Land use changes with distance from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vegetables grown near the city?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perishable and costly to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theory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Von Thünen's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farming patterns around towns with Von Thünen's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farming patterns around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flat 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assumptions of Von Thünen's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flat, uniform plain with one market (isolated state); transport cost rises with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locational rent curves.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land nearest the market go to vegetables?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give the highest locational rent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von Thünen's rings.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was forestry in the second 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Wood was heavy and needed daily for fuel and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fresh food in a town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example where the model still works.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Market gardens around Yaoundé and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modern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criticisms of the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is not flat; modern transport and refrigeration reduce the effect of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Aims and Assumptions. Von Thünen's model (1826) can be introduced as follows. On this slide we have Aim.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Aims and Assumptions. On this slide we have Assumptions.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Principle of Locational Rent. The model is based on locational (economic) rent. On this slide we have Formula.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Principle of Locational Rent. On this slide we have Competition for land.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locational rent curves.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Conclusions, Applicability and Criticisms. The model leads to the following conclusions. On this slide we have Spatial outcome.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Conclusions, Applicability and Criticisms. On this slide we have Applicability.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Conclusions, Applicability and Criticisms. On this slide we have Criticisms.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von Thünen's rings.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two assumptions of Von Thünen's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flat uniform plain; one market; transport cost proportional to distance.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model less valid today?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modern transport and refrigeration reduce the effect of distance.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rent; number 2, gardening; number 3,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land use around your town and compare it with Von Thünen's rings.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Calculating Locational Rent and Drawing Rent Curves.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VON THÜNEN'S THEORY OF AGRICULTURAL LAND USE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Von Thünen's Theory of Agricultural Land Use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Von Thünen's Theory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Von Thünen, isolated state, locational rent, economic rent, concentric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Aims and assumptions; principle of locational rent; conclusions and spatial outcome; applicability and criticisms.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Von Thünen's model and judge its value today.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Types of Agricultural 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three farming systems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Cameroon: rice farming in the SEMRY schemes (intensive), peasant food-crop farming (subsistence, often extensive), nomadic Fulani herding (extensive subsistence), CDC banana and oil palm plantations (intensive commercial).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aim and assumptions of the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locational rent and the concentric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its applicability and criticisms.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Bid rent falls with distance from the city centre.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rise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Yaoundé, vegetables and fruit are grown close to the city, while cattle come from the Adamawa far away. A learner asks if distance to market decides what farmers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changes with distance from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vegetables grown near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perishable and costly to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Von Thünen's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farming patterns around towns with Von Thünen's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farming patterns around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AIMS AND ASSUMPTIONS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flat 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AIMS AND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assumptions of Von Thünen's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AIMS AND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flat, uniform plain with one market (isolated state); transport cost rises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LOCATIONAL RENT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ent_curves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Locational rent curves.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LOCATIONAL RENT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land nearest the market go to vegetables?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LOCATIONAL RENT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the highest locational rent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CONCLUSIONS AND SPATIAL OUTCOME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Von Thünen's 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CONCLUSIONS AND SPATIAL OUTCOME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was forestry in the second 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CONCLUSIONS AND SPATIAL OUTCOME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Wood was heavy and needed daily for fuel and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Fresh food in a town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where the model still 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gardens around Yaoundé and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CRITICISMS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Modern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not flat; modern transport and refrigeration reduce the effect of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Agricultural Land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Agricultural Land Use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Von Thünen's Theory of Agricultural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Aims and Assumptions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Von Thünen's model (1826) can be introduced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Johann Heinrich von Thünen wanted to explain how farmers use land around a market town. He showed that land use depends on distance to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Aims and Assumptions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isolated state with one central market town, a flat and uniform plain and the same soils and climate everywhere. Transport is by horse and cart, and farmers aim to maximise profit.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Principle of Locational Rent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is based on locational (economic) rent: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LR = Y(P − C) − Y × T × D, where Y is yield, P price, C cost of production, T transport cost per km and D distance. Rent falls as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Principle of Locational Rent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Competition for 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crop has its own rent curve. At each distance, land goes to the use with the highest 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Principle of Locational Rent</a:t>
            </a:r>
            <a:endParaRPr lang="en-US" sz="3600" dirty="0"/>
          </a:p>
        </p:txBody>
      </p:sp>
      <p:pic>
        <p:nvPicPr>
          <p:cNvPr id="4" name="Image 0" descr="/home/claude/f4/img/v2/rent_curves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locational rent curves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Conclusions, Applicability and Criticisms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leads to the following conclusions: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Spatial outcome: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forms concentric rings: market gardening and dairying, forestry, arable crops and livestock ranching. Perishable and bulky goods are produced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Conclusions, Applicability and Criticisms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Rings of land use can still be seen around many African towns, with vegetable gardens near the town and cattle further away. The principle of distance-decay remains valid.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Conclusions, Applicability and Criticisms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Criticisms: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assumptions are unrealistic: plains are not uniform, transport is faster and cheaper, and there are many markets. Government policies and refrigeration also change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Conclusions, Applicability and Criticisms</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Von Thünen's 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two assumptions of Von Thünen's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flat uniform plain; one market; transport cost proportional to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model less valid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Modern transport and refrigeration reduce the effect of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profit per unit of land is locational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innermost ring is market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Von Thünen's region is the ______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land use around your town and compare it with Von Thünen's 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Calculating Locational Rent and Drawing Rent Curves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L'auréole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Perishable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Périssable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Assumption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L'hypothèse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Agricultural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Von Thünen's Theory of Agricultural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aim and assumptions of the model. Explain locational rent and the concentric zones. Assess its applicability and criticisms.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Von Thünen's model and judge its value today.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Aims and Assumptions; The Principle of Locational Rent; Conclusions, Applicability and Criticisms.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land use around your town and compare it with Von Thünen's rings.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assumptions.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criticisms.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2026-09-27T10:31:47Z</dcterms:created>
  <dcterms:modified xsi:type="dcterms:W3CDTF">2026-09-27T10:31:47Z</dcterms:modified>
</cp:coreProperties>
</file>