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Von Thünen's Theory of Agricultural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von Thünen, isolated state, locational rent, economic rent, concentric zones. At the end, you should be able to do this: learners are able to explain Von Thünen's model and judge its value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Types of Agricultural Systems. The question was: Classify three farming systems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Cameroon: rice farming in the SEMRY schemes (intensive), peasant food-crop farming (subsistence, often extensive), nomadic Fulani herding (extensive subsistence), CDC banana and oil palm plantations (intensive commercial).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the model. Number 2: explain locational rent and the concentric zones. Number 3: assess its applicability and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Bid rent falls with distance from the city centre. Transport costs rise with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Yaoundé, vegetables and fruit are grown close to the city, while cattle come from the Adamawa far away. A learner asks if distance to market decides what farmers grow.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use changes with distance from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vegetables grown near the city?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perishable and costly to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Von Thünen's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farming patterns around towns with Von Thünen's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farming patterns around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assumptions of Von Thünen's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flat, uniform plain with one market (isolated state); transport cost rises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locational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land nearest the market go to vegetables?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 highest locational rent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von Thünen's 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forestry in the second 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was heavy and needed daily for fuel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fresh food in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where the model still 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Market gardens around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modern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not flat; modern transport and refrigeration reduce the effect of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and Assumptions. Von Thünen's model (1826) can be introduced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and Assumptions.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Principle of Locational Rent. The model is based on locational (economic) rent.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Principle of Locational Rent. On this slide we have Competition for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locational rent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Applicability and Criticisms. The model leads to the following conclusions. On this slide we have Spatial outcome.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Applicability and Criticisms.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Applicability and Criticisms. On this slide we have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von Thünen's 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two assumptions of Von Thünen's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flat uniform plain; one market; transport cost proportional to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model less valid today?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modern transport and refrigeration reduce the effect of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rent; number 2, gardening; number 3,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land use around your town and compare it with Von Thünen's rings.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Calculating Locational Rent and Drawing Rent Curves.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VON THÜNEN'S THEORY OF AGRICULTURAL LAND USE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Von Thünen's Theory of Agricultural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Von Thünen's Theory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Von Thünen, isolated state, locational rent, economic rent, concentric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Aims and assumptions; principle of locational rent; conclusions and spatial outcome;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Von Thünen's model and judge its value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Types of Agricultural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farming systems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rice farming in the SEMRY schemes (intensive), peasant food-crop farming (subsistence, often extensive), nomadic Fulani herding (extensive subsistence), CDC banana and oil palm plantations (intensive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locational rent and the concentric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its applicability and criticisms.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Bid rent falls with distance from the city centre.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Yaoundé, vegetables and fruit are grown close to the city, while cattle come from the Adamawa far away. A learner asks if distance to market decides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changes with distance from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vegetables grown near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perishable and costly to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farming patterns around towns with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farming patterns around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with one market (isolated state); transport cost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land nearest the market go to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 highest locational rent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forestry in the second 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was heavy and needed daily for fuel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Fresh food in 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where the model still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gardens around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Modern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flat; modern transport and refrigeration reduce the effect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Von Thünen's Theory of Agricultural Land Use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and Assumptions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Von Thünen's model (1826) can be introduced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Johann Heinrich von Thünen wanted to explain how farmers use land around a market town. He showed that land use depends on distance to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and Assumptions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state with one central market town, a flat and uniform plain and the same soils and climate everywhere. Transport is by horse and cart, and farmers aim to maximise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is based on locational (economic) rent: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LR = Y(P − C) − Y × T × D, where Y is yield, P price, C cost of production, T transport cost per km and D distance. Rent falls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Competition for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crop has its own rent curve. At each distance, land goes to the use with the highest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leads to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outcome: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forms concentric rings: market gardening and dairying, forestry, arable crops and livestock ranching. Perishable and bulky goods are produced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Rings of land use can still be seen around many African towns, with vegetable gardens near the town and cattle further away. The principle of distance-decay remains valid.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assumptions are unrealistic: plains are not uniform, transport is faster and cheaper, and there are many markets. Government policies and refrigeration also change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assumptions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one market; transport cost proportional to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model less valid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transport and refrigeration reduce the effect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profit per unit of land is locational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innermost ring is market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Von Thünen's region is the ______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Calculating Locational Rent and Drawing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L'auréole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Perishable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Périssable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Von Thünen's Theory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the model. Explain locational rent and the concentric zones. Assess its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Von Thünen's model and judge its value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Aims and Assumptions; The Principle of Locational Rent; Conclusions,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land use around your town and compare it with Von Thünen's 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criticisms.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2026-09-29T03:13:08Z</dcterms:created>
  <dcterms:modified xsi:type="dcterms:W3CDTF">2026-09-29T03:13:08Z</dcterms:modified>
</cp:coreProperties>
</file>