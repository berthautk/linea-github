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Agricultural Improvements: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Developments in Agriculture, and the sub-topic is Developments in Agriculture. The key notions we shall use today are: green Revolution, high-yield varieties, fertiliser, irrigation, pesticides, genetically modified crops. At the end, you should be able to do this: learners are able to explain and evaluate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Sinclair's Model of Agricultural Land Value. The question was: Observe the edge of your town and say if Sinclair's model applies.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the edge of town, many plots are bought and left empty or used for short-term crops while waiting for building; this supports Sinclair's urban shadow.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Green Revolution. Number 2: describe its aspects and results. Number 3: evaluate its advantages and disadvantages and describe the New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Fertiliser and irrigation raise yields. Asia grows much rice.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1960s India feared famine. New rice and wheat seeds with fertiliser and irrigation doubled its harvests. Today some Indian farmers are in debt and their soils are polluted.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 farming methods had good and bad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change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bad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Debt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adopt improved farming techniques while protecting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modern ways of producing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rice fields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was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use of new high-yield seeds with fertiliser, irrigation and pesticides from the 1960s.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Green Revolution.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inputs of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High-yield seeds, fertiliser, irrigation, pesticides.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cereal yields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gained most? Which gained least?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most; Sub-Saharan Africa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spraying pesticides.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disadvantages of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Pollution by chemicals and debt of poor farmers (also water overuse).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field trial of new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New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use of biotechnology, GM crops and efficient irrigation to raise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Green Revolution. The Green Revolution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Green Revolution. On this slide we have Aspects.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Green Revolution.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Green Revolution.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aspects of the Green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Specific Cases and the New Green Revolution. The results differ and a new revolution has begun. On this slide we have Cases in LEDCs and MEDCs.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Specific Cases and the New Green Revolution. On this slide we have The New Green Revolution.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cereal yields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advantages and two disadvantages of the Green Revolution.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advantages: higher yields, less famine. Disadvantages: pollution, debt.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did Africa gain little from the Green Revolution?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little irrigation, poor roads and costly inputs.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HYVs; number 2, 1960s; number 3, GM.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if he uses improved seeds and fertiliser and what results he gets.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Meeting the Increasing Food Demand.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AGRICULTURAL IMPROVEMENTS: THE GREEN REVOLUTION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Improvements: The Green Revolution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Agricultural Improvements: The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Green Revolution, high-yield varieties, fertiliser, irrigation, pesticides, genetically modified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Green Revolution: meaning, aspects, advantages and disadvantages (LEDCs and MEDCs); the New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evaluate the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Sinclair's Model of Agricultural Land Value):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edge of your town and say if Sinclair's model applies.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 of town, many plots are bought and left empty or used for short-term crops while waiting for building; this supports Sinclair's urban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Green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aspects and results.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its advantages and disadvantages and describe the New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Fertiliser and irrigation raise yields.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grows much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India feared famine. New rice and wheat seeds with fertiliser and irrigation doubled its harvests. Today some Indian farmers are in debt and their soils are polluted.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farming methods had good and bad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change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bad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Debt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Adopt improved farming techniques while protecting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modern ways of producing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rice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use of new high-yield seeds with fertiliser, irrigation and pesticides from the 1960s.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inputs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High-yield seeds, fertiliser, irrigation, pesticides.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Cereal yields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gained most? Which gained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most; Sub-Saharan Africa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pesticides.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by chemicals and debt of poor farmers (also water overuse).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THE NEW GREEN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field trial of new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THE NEW GREEN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New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THE NEW GREEN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use of biotechnology, GM crops and efficient irrigation to raise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Developments in Agriculture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Developments in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Agricultural Improvements: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great increase in food production from the 1960s, based on new high-yielding varieties (HYVs) of rice, wheat and maize. It began in Mexico, India and the Philippines.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Aspects: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HYV seeds were combined with chemical fertilisers, pesticides, irrigation and machines. Governments gave credit and extension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doubled or tripled, famine was avoided in India and farmers' incomes rose. More food became available for growing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expensive, so poor farmers fell into debt and rich farmers gained most. Chemicals polluted water and soils, and water tables fell.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aspects of 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Specific Cases and the New Green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differ and a new revolution has begun: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Cases in LEDCs and MEDCs: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gained most, while Sub-Saharan Africa gained little because of poor irrigation and roads. In MEDCs, machines and chemicals had already raised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Specific Cases and the New Green Revolution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New Green 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biotechnology, genetically modified (GM) crops, drip irrigation and precision farming. It aims at higher yields with less water and fewer chemicals, but GM crops are debated.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Specific Cases and the New Green Revolution</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cereal yields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disadvantages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higher yields, less famine. Disadvantages: pollution, debt.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Africa gain little from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irrigation, poor roads and costly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seeds with high yields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Green Revolution began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Changed genes make ______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if he uses improved seeds and fertiliser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Meeting the Increasing Food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verte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semence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L'endettement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Developments in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Agricultural Improvements: The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Green Revolution. Describe its aspects and results. Evaluate its advantages and disadvantages and describe the New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evaluate the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Green Revolution; Specific Cases and the New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if he uses improved seeds and fertiliser and what results he gets.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India and Mexico.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chemicals.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new varieties.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“Drone view of rice plantation on bali island with path to walk around ” by Artem Beliaikin, CC0 1.0, via Flickr (https://www.flickr.com/photos/157635012@N07/46229046541)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2026-09-27T10:31:48Z</dcterms:created>
  <dcterms:modified xsi:type="dcterms:W3CDTF">2026-09-27T10:31:48Z</dcterms:modified>
</cp:coreProperties>
</file>