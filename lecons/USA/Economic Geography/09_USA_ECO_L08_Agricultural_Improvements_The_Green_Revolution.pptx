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Improvements: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green Revolution, high-yield varieties, fertiliser, irrigation, pesticides, genetically modified crops. At the end, you should be able to do this: learners are able to explain and evaluate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Sinclair's Model of Agricultural Land Value. The question was: Observe the edge of your town and say if Sinclair's model applies.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edge of town, many plots are bought and left empty or used for short-term crops while waiting for building; this supports Sinclair's urban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Number 2: describe its aspects and results. Number 3: evaluate its advantages and disadvantages and describe the New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Fertiliser and irrigation raise yields. Asia grows much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feared famine. New rice and wheat seeds with fertiliser and irrigation doubled its harvests. Today some Indian farmers are in debt and their soils are polluted.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farming methods had good and bad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Debt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adopt improved farming techniques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modern ways of producing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new high-yield seeds with fertiliser, irrigation and pesticides from the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 seeds, fertiliser, irrigation, pesticides.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gained most? Which gained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most; Sub-Saharan Africa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disadvantages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by chemicals and debt of poor farmers (also water overuse).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new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New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biotechnology, GM crops and efficient irrigation to raise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Green Revolution. The Green Revolution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Aspects.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aspects of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Specific Cases and the New Green Revolution. The results differ and a new revolution has begun. On this slide we have Cases in LEDCs and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Specific Cases and the New Green Revolution. On this slide we have The New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and two disadvantages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higher yields, less famine. Disadvantages: pollution, debt.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did Africa gain little from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irrigation, poor roads and costly inputs.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HYVs; number 2, 1960s; number 3, 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if he uses improved seeds and fertiliser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Meeting the Increasing Food Demand.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IMPROVEMENTS: THE GREEN REVOLUTION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Improvements: 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Improvements: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 varieties, fertiliser, irrigation, pesticides, genetically modified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Green Revolution: meaning, aspects, advantages and disadvantages (LEDCs and MEDCs); the New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Sinclair's Model of Agricultural Land Value):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town, many plots are bought and left empty or used for short-term crops while waiting for building; this supports Sinclair's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aspects and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advantages and disadvantages and describe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 and irrigation raise yields.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grows much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feared famine. New rice and wheat seeds with fertiliser and irrigation doubled its harvests. Today some Indian farmers are in debt and their soils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farming methods had good and bad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Debt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improved farming techniques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modern ways of producing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new high-yield seeds with fertiliser, irrigation and pesticides from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 seeds, fertiliser, irrigation, pesticides.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gained most? Which gained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most; Sub-Saharan Africa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by chemicals and debt of poor farmers (also water overuse).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new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biotechnology, GM crops and efficient irrigation to raise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from the 1960s, based on new high-yielding varieties (HYVs) of rice, wheat and maize. It began in Mexico, India and the Philippines.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HYV seeds were combined with chemical fertilisers, pesticides, irrigation and machines. Governments gave credit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famine was avoided in India and farmers' incomes rose. More food became available for 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expensive, so poor farmers fell into debt and rich farmers gained most. Chemicals polluted water and soils, and water tables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aspects of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differ and a new revolution has begun: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Cases in LEDCs and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gained most, while Sub-Saharan Africa gained little because of poor irrigation and roads. In MEDCs, machines and chemicals had already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New 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biotechnology, genetically modified (GM) crops, drip irrigation and precision farming. It aims at higher yields with less water and fewer chemicals, but GM crops are debated.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higher yields, less famine. Disadvantages: pollution,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Africa gain little from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irrigation, poor roads and costly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with high yields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Changed genes make ______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L'endettement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Improvements: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Describe its aspects and results. Evaluate its advantages and disadvantages and describe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Green Revolution; Specific Cases and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if he uses improved seeds and fertiliser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India and Mexico.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varieties.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2026-09-29T03:13:08Z</dcterms:created>
  <dcterms:modified xsi:type="dcterms:W3CDTF">2026-09-29T03:13:08Z</dcterms:modified>
</cp:coreProperties>
</file>