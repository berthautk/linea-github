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31: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Tourism Activities, and the sub-topic is World (Global) Tourism. The key notions we shall use today are: tourism, tourist, destination, mass tourism, ecotourism, Butler model. At the end, you should be able to do this: learners are able to explain world tourism, its impacts and its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6: Transport Development in Cameroon. The question was: Describe the state of the main road near your school and suggest improvements.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the road is untarred with potholes and floods in the rainy season. Improvements: tar it, build drains and culverts, and maintain it regularly.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tourism and classify its types. Number 2: describe origins, destinations and factors of growth. Number 3: explain the impacts of tourism and the Butler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travel for holidays. Cameroon has beaches, mountains and parks.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European tourists visit the beaches of Kribi and the park of Waza. They spend money in hotels and markets, but some beaches become dirty and local customs change.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Tourism brings money but also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tourist attractions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Kribi beaches and Waza 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problem of tourism.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Pollution of beaches (or change in local customs).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tourist sites and welcome visitors respectfully.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tourism and how to manage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crowded beach resort.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mass tourism and ecotourism.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Mass tourism: many tourists in resorts. Ecotourism: small groups visiting nature with care for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main tourist flows.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region sends and receives most tourists?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wildlife in an African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natural and two human tourist resources.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Natural: wildlife, beaches. Human: monuments, festivals.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positive and negative impacts.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positive and two negative impacts of tourism.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Positive: jobs, foreign currency. Negative: pollution, loss of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butler's tourist area life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can happen after stagnation?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Decline, or rejuvenation if the resort is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Nature of Tourism. Tourism and its types can be defined as follows. On this slide we have Tourism.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Nature of Tourism. On this slide we have Types of tourism.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Nature of Tourism. On this slide we have Categories of tourists.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Origins, Destinations and Growth. World tourism is organised as follows. On this slide we have Origins and destinations.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Origins, Destinations and Growth. On this slide we have Factors of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tourist flows.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Resources, Facilities and Activities. Tourism depends on the following resources and facilities. On this slide we have Tourist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Resources, Facilities and Activities. On this slide we have Facilities and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and Promotion of Tourism. Tourism has impacts and can be promoted as follows. On this slide we have Positive impacts.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and Promotion of Tourism. On this slide we have Negative impacts and Promotion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tourism.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Butler's Model of Tourist Area Evolution. Butler (1980) described the life cycle of a resort as follows. On this slide we have Early stages.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Butler's Model of Tourist Area Evolution. On this slide we have Later stages.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butler's tourist area life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factors for the growth of world tourism.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higher incomes and cheaper air travel.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stages of Butler's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exploration, involvement, development, consolidation, stagnation, then decline or rejuvenation.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ecotourism; number 2, Europe; number 3, consolidation.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a tourist site in Cameroon and place it on a stage of Butler's model.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7: Tourism Development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31: TOURISM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Tourism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Tourism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(Global)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31: Tourism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Tourism, tourist, destination, mass tourism, ecotourism, Butler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and categories of tourists; major origins and destinations; resources, facilities and activities; impacts; growth and factors; measures to promote tourism; Butler's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world tourism, its impacts and its 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6: Transport Development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state of the main road near your school and suggest improvements.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the road is untarred with potholes and floods in the rainy season. Improvements: tar it, build drains and culverts, and maintain it regularly.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tourism and classify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origins, destinations and factors of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impacts of tourism and the Butler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travel for holidays.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beaches, mountains and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European tourists visit the beaches of Kribi and the park of Waza. They spend money in hotels and markets, but some beaches become dirty and local customs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brings money but also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tourist attractions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Kribi beaches and Waza park.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problem of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Pollution of beaches (or change in local customs).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tourist sites and welcome visitors respectfully.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tourism and how to manage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 OF TOURISM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ea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beach resort.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mass tourism and ecotourism.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Mass tourism: many tourists in resorts. Ecotourism: small groups visiting nature with care for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ORIGINS AND DESTINATIONS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urism_flow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tourist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ORIGINS AND DESTINATIONS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sends and receives most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ORIGINS AND DESTINATIONS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 AND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afa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Wildlife in an African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 AND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natural and two human tourist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 AND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wildlife, beaches. Human: monuments, festivals.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 OF TOURISM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ourism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Positive and negative impacts.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and two negative impacts of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 OF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jobs, foreign currency. Negative: pollution, loss of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BUTLER'S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butl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Butler's tourist area life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BUTLER'S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happen after stagnation?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BUTLER'S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Decline, or rejuvenation if the resort is improved.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Tourism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World (Global) Tourism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Tourism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and its types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travel for leisure, business or culture outside one's usual home for at least one night. A tourist is a person who travels for this purpose.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Tourism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of 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Mass tourism brings many people to resorts, while ecotourism is responsible travel to natural areas. Cultural, business and religious tourism also exist.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Nature of Tourism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Categories of tourists: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Domestic tourists travel within their own country, and international tourists cross borders. Tourists can also be grouped by age, income or purpose.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Origins, Destinations and Growth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World tourism is organised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Origins and destinations: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 North America and East Asia send most tourists. France, Spain, the USA and Italy receive the most.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Origins, Destinations and Growth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of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Higher incomes, paid holidays and cheap flights have increased tourism. The internet, peace and good advertising also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Origins, Destinations and Growth</a:t>
            </a:r>
            <a:endParaRPr lang="en-US" sz="3600" dirty="0"/>
          </a:p>
        </p:txBody>
      </p:sp>
      <p:pic>
        <p:nvPicPr>
          <p:cNvPr id="4" name="Image 0" descr="/home/claude/f4/img/v2/tourism_flow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tourist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Resources, Facilities and Activities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depends on the following resources and facilities: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Tourist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resources include beaches, mountains and wildlife. Human resources include monuments, festivals and cultures.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Resources, Facilities and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Facilities and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Hotels, transport and travel agencies receive tourists. Tourists go sightseeing, bathing, hiking and on safari.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and Promotion of Tourism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Tourism has impacts and can be promoted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creates jobs and brings foreign currency. It also builds infrastructure and can protect nature and 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and Promotion of Tourism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cause pollution, high prices and loss of culture. Profits often leave the host country.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Promotion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Advertising, security and good infrastructure attract tourists. Training staff also improves the quality of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Impacts and Promotion of Tourism</a:t>
            </a:r>
            <a:endParaRPr lang="en-US" sz="3600" dirty="0"/>
          </a:p>
        </p:txBody>
      </p:sp>
      <p:pic>
        <p:nvPicPr>
          <p:cNvPr id="4" name="Image 0" descr="/home/claude/f4/img/v2/tourism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tourism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Butler's Model of Tourist Area 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Butler (1980) described the life cycle of a resort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Early 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exploration, few tourists come to an unspoiled place. In involvement and development, locals and companies build facilities and numbers rise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Butler's Model of Tourist Area 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 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consolidation growth slows, and in stagnation the resort is crowded and loses appeal. It then declines or is rejuvenated by new attractions.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Butler's Model of Tourist Area Evolution</a:t>
            </a:r>
            <a:endParaRPr lang="en-US" sz="3600" dirty="0"/>
          </a:p>
        </p:txBody>
      </p:sp>
      <p:pic>
        <p:nvPicPr>
          <p:cNvPr id="4" name="Image 0" descr="/home/claude/f4/img/v2/butl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Butler's tourist area life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for the growth of world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Higher incomes and cheaper air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stages of Butler's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Exploration, involvement, development, consolidation, stagnation, then decline or rejuvenation.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Travel to nature that protects it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tourist region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Butler's stage after development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tourist site in Cameroon and place it on a stage of Butler's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7: Tourism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Destination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destination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Hotel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L'hôtel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Wildlife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Tourism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31: Tourism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tourism and classify its types. Describe origins, destinations and factors of growth. Explain the impacts of tourism and the Butler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world tourism, its impacts and its 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Nature of Tourism; Origins, Destinations and Growth; Resources, Facilities and Activities; Impacts and Promotion of Tourism; Butler's Model of Tourist Area 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a tourist site in Cameroon and place it on a stage of Butler's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flows.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attractions.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sort the impacts.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curve.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“Crowded Sunny Beach, Bulgaria” by phototouring, CC BY-NC-SA 2.0, via Flickr (https://www.flickr.com/photos/19054742@N00/1557605901)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“African Bush Elephant, Amboseli National Park, Kenya” by Ray in Manila, CC BY 2.0, via Flickr (https://www.flickr.com/photos/21186555@N07/37211779966)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2026-09-29T03:13:14Z</dcterms:created>
  <dcterms:modified xsi:type="dcterms:W3CDTF">2026-09-29T03:13:14Z</dcterms:modified>
</cp:coreProperties>
</file>