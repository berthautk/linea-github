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9: Meeting the Increasing Food Demand.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Developments in Agriculture, and the sub-topic is Developments in Agriculture. The key notions we shall use today are: food security, food shortage, intensification, extensification, food aid, distribution. At the end, you should be able to do this: learners are able to explain the food problem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Agricultural Improvements: The Green Revolution. The question was: Ask a farmer if he uses improved seeds and fertiliser and what results he gets.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the farmer uses improved maize seed and NPK fertiliser and harvests about 3 tonnes per hectare instead of 1 tonne, but complains that fertiliser is expensive.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world food situation. Number 2: explain ways of increasing food supply. Number 3: explain other solutions (distribution, rural development,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World population is growing. The Green Revolution raised yields.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world produces enough food for everyone, yet about 700 million people are hungry, many in Africa. In the Far North of Cameroon, droughts and insecurity cause food shortages.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People are hungry although the world has enough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Poverty, poor distribution, droughts and conflicts.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one solution.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Improving farming or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contribute to food security through better farming and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think about how to feed a growing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cereal yields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is food a problem in Sub-Saharan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Yields are low while population grows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ways to meet food demand.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Distinguish intensification and extensification.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Intensification raises yields on the same land; extensification farms new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irrigation canal.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irrigation increase food supply?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allows crops in the dry season and higher yields.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food aid distribution.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food aid only a short-term solution?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helps in crises but can harm local farmers and create dependence.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food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other solutions to food shortage.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Better roads and storage; family planning (also rural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Global Situation of Food Supply and Demand. The world food situation is as follows. On this slide we have Supply and demand.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Global Situation of Food Supply and Demand. On this slide we have Inequality.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cereal yields by region.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Ways of Solving the Problem. The main solutions are. On this slide we have Improving farming.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Ways of Solving the Problem. On this slide we have Industrialisation and other food sources.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Ways of Solving the Problem. On this slide we have Improving distribution.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Ways of Solving the Problem. On this slide we have Rural development and demographic control.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solutions to food shortage.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are people hungry although the world has enough food?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poverty, conflicts and poor distribution.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ways of meeting food demand.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irrigation, better distribution, family planning (also new land, food processing).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security; number 2, extensification; number 3,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Suggest three measures to reduce food shortage in the Far North.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10: Impacts of Agriculture on the Environment.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9: MEETING THE INCREASING FOOD DEMAND</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Meeting the Increasing Food Demand</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Developments in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Developments in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9: Meeting the Increasing Food Demand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Food security, food shortage, intensification, extensification, food aid,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food supply and demand; solutions: improving farming, industrialisation and new foods, distribution, rural development, demographic control.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food problem and propose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Agricultural Improvements: The Green Revolution):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 farmer if he uses improved seeds and fertiliser and what results he gets.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the farmer uses improved maize seed and NPK fertiliser and harvests about 3 tonnes per hectare instead of 1 tonne, but complains that fertiliser is expensive.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world food situation.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ways of increasing food supply.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other solutions (distribution, rural development,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World population is growing.</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Green Revolution raised yields.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world produces enough food for everyone, yet about 700 million people are hungry, many in Africa. In the Far North of Cameroon, droughts and insecurity cause food shortages.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are hungry although the world has enough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Poverty, poor distribution, droughts and conflicts.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Improving farming or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Contribute to food security through better farming and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think about how to feed a growing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SITUATION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ereal_yield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Cereal yields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food a problem in Sub-Saharan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Yields are low while population grows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IMPROVING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ood_solutio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Ways to meet food demand.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IMPROVING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intensification and extensification.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IMPROVING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Intensification raises yields on the same land; extensification farms new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IMPROVING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irriga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irrigation canal.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IMPROVING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irrigation increase food supply?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IMPROVING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allows crops in the dry season and higher yields.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 IMPROVING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foodai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Food aid distribution.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 IMPROVING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food aid only a short-term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 IMPROVING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helps in crises but can harm local farmers and create dependence.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OTHER WAYS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food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OTHER WAYS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other solutions to food shortage.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OTHER WAYS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Better roads and storage; family planning (also rural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Developments in Agriculture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Developments in Agriculture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Meeting the Increasing Food Demand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Global Situation of Food Supply and Demand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world food situation is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Supply and demand: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world produces enough food for everyone, but about 700 million people are hungry. Demand rises with population growth and changing diets.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Global Situation of Food Supply and Demand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Inequality: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shortage is worst in Sub-Saharan Africa and South Asia, because of poverty, drought, conflicts and poor transport. Rich countries have surpluses and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Global Situation of Food Supply and Demand</a:t>
            </a:r>
            <a:endParaRPr lang="en-US" sz="3600" dirty="0"/>
          </a:p>
        </p:txBody>
      </p:sp>
      <p:pic>
        <p:nvPicPr>
          <p:cNvPr id="4" name="Image 0" descr="/home/claude/f4/img/v2/cereal_yield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cereal yields by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Ways of Solving the Problem</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solutions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Improving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Intensification raises yields on existing land with irrigation, fertilisers and improved seeds. Extensification brings new land under cultivation.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Ways of Solving the Problem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Industrialisation and other food 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processing, storage and fish farming increase supply. Reducing waste and finding new foods also help.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Ways of Solving the Problem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Improving 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Better roads, markets, storage and food aid in emergencies bring food where it is needed. Food aid is only a short-term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Ways of Solving the Problem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development and demographic control: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Credit, education and services keep farmers on the land and raise productivity. Family planning slows the growth of demand.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Ways of Solving the Problem</a:t>
            </a:r>
            <a:endParaRPr lang="en-US" sz="3600" dirty="0"/>
          </a:p>
        </p:txBody>
      </p:sp>
      <p:pic>
        <p:nvPicPr>
          <p:cNvPr id="4" name="Image 0" descr="/home/claude/f4/img/v2/food_solutio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solutions to food shortage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people hungry although the world has enough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Poverty, conflicts and poor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ways of meeting food demand.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Irrigation, better distribution, family planning (also new land, food processing).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Enough safe food for all is food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Farming new land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Food aid is a ______-term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Suggest three measures to reduce food shortage in the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Impacts of Agriculture on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Food security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sécurité alimentaire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Hunger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faim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Food aid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L'aide alimentaire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Storage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stockage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Shortage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pénurie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Demand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demande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Developments in Agriculture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9: Meeting the Increasing Food Demand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world food situation. Explain ways of increasing food supply. Explain other solutions (distribution, rural development,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food problem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Global Situation of Food Supply and Demand; Ways of Solving the Problem.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Suggest three measures to reduce food shortage in the Far North.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read the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copy the four boxes.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mention SEMRY.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food aid.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solutions.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“Irrigation Canals in Farah Province Afgahnistan” by USAID_IMAGES, CC BY-NC-ND 2.0, via Flickr (https://www.flickr.com/photos/46658241@N06/14784748647)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“WFP food distribution” by UNAMID Photo, CC BY-NC-ND 2.0, via Flickr (https://www.flickr.com/photos/58538810@N03/12495227734)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2026-09-29T12:18:55Z</dcterms:created>
  <dcterms:modified xsi:type="dcterms:W3CDTF">2026-09-29T12:18:55Z</dcterms:modified>
</cp:coreProperties>
</file>