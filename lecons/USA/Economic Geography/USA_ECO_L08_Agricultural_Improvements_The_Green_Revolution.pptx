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8: Agricultural Improvements: The Green Revolution.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Developments in Agriculture, and the sub-topic is Developments in Agriculture. The key notions we shall use today are: green Revolution, high-yield varieties, fertiliser, irrigation, pesticides, genetically modified crops. At the end, you should be able to do this: learners are able to explain and evaluate the Green Revolution.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7: Sinclair's Model of Agricultural Land Value. The question was: Observe the edge of your town and say if Sinclair's model applies.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At the edge of town, many plots are bought and left empty or used for short-term crops while waiting for building; this supports Sinclair's urban shadow.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the Green Revolution. Number 2: describe its aspects and results. Number 3: evaluate its advantages and disadvantages and describe the New Green Revolution.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Fertiliser and irrigation raise yields. Asia grows much rice.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the 1960s India feared famine. New rice and wheat seeds with fertiliser and irrigation doubled its harvests. Today some Indian farmers are in debt and their soils are polluted.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New farming methods had good and bad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this change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Green Revolution.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Give one bad effect.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Debt or pollution.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adopt improved farming techniques while protecting the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judge modern ways of producing more food.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rice fields in Asia.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was the Green Revolution?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use of new high-yield seeds with fertiliser, irrigation and pesticides from the 1960s.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Green Revolution.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Name four inputs of the Green Revolution.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High-yield seeds, fertiliser, irrigation, pesticides.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cereal yields by region (approximate).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Which region gained most? Which gained least?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East Asia most; Sub-Saharan Africa least.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spraying pesticides.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two disadvantages of the Green Revolution.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Pollution by chemicals and debt of poor farmers (also water overuse).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field trial of new crops.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is the New Green Revolution?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use of biotechnology, GM crops and efficient irrigation to raise yields.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Green Revolution. The Green Revolution can be studied as follows. On this slide we have Meaning.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Green Revolution. On this slide we have Aspects.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Green Revolution. On this slide we have Advantages.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Green Revolution. On this slide we have Disadvantages.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aspects of the Green Revolution.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Specific Cases and the New Green Revolution. The results differ and a new revolution has begun. On this slide we have Cases in LEDCs and MEDCs.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Specific Cases and the New Green Revolution. On this slide we have The New Green Revolution.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cereal yields by region.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advantages and two disadvantages of the Green Revolution.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advantages: higher yields, less famine. Disadvantages: pollution, debt.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did Africa gain little from the Green Revolution?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little irrigation, poor roads and costly inputs.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HYVs; number 2, 1960s; number 3, GM.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Ask a farmer if he uses improved seeds and fertiliser and what results he gets.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9: Meeting the Increasing Food Demand.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8: AGRICULTURAL IMPROVEMENTS: THE GREEN REVOLUTION</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8</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Agricultural Improvements: The Green Revolution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Developments in Agriculture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Developments in Agriculture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8: Agricultural Improvements: The Green Revolution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Green Revolution, high-yield varieties, fertiliser, irrigation, pesticides, genetically modified crops.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Green Revolution: meaning, aspects, advantages and disadvantages (LEDCs and MEDCs); the New Green Revolution.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and evaluate the Green Revolution.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7: Sinclair's Model of Agricultural Land Value):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Observe the edge of your town and say if Sinclair's model applies.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the edge of town, many plots are bought and left empty or used for short-term crops while waiting for building; this supports Sinclair's urban shadow.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the Green Revolution.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its aspects and results.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Evaluate its advantages and disadvantages and describe the New Green Revolution.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Fertiliser and irrigation raise yields.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Asia grows much rice.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1960s India feared famine. New rice and wheat seeds with fertiliser and irrigation doubled its harvests. Today some Indian farmers are in debt and their soils are polluted.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New farming methods had good and bad results.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this change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Green Revolution.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bad effect.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Debt or pollution.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Adopt improved farming techniques while protecting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judge modern ways of producing more food.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usa_ricefarm.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Rice fields in Asia.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was the Green Revolution?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use of new high-yield seeds with fertiliser, irrigation and pesticides from the 1960s.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ASPECTS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green_rev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Green Revolution.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ASPECTS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four inputs of the Green Revolution.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ASPECTS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High-yield seeds, fertiliser, irrigation, pesticides.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ADVANTAGES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cereal_yield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Cereal yields by region (approximate).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ADVANTAGES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region gained most? Which gained least?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ADVANTAGES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East Asia most; Sub-Saharan Africa least.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DISADVANTAGES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spraying.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Spraying pesticides.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DISADVANTAGES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disadvantages of the Green Revolution.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DISADVANTAGES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Pollution by chemicals and debt of poor farmers (also water overuse).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THE NEW GREEN REVOLUTION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field_trial.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field trial of new crops.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THE NEW GREEN REVOLUTION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New Green Revolution?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THE NEW GREEN REVOLUTION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use of biotechnology, GM crops and efficient irrigation to raise yields.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Developments in Agriculture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Developments in Agriculture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8: Agricultural Improvements: The Green Revolution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Green Revolution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Green Revolution can be studied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great increase in food production from the 1960s, based on new high-yielding varieties (HYVs) of rice, wheat and maize. It began in Mexico, India and the Philippines.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Green Revolution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Aspects: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HYV seeds were combined with chemical fertilisers, pesticides, irrigation and machines. Governments gave credit and extension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Green Revolution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Advantages: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Yields doubled or tripled, famine was avoided in India and farmers' incomes rose. More food became available for growing cities.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Green Revolution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Disadvantages: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Inputs are expensive, so poor farmers fell into debt and rich farmers gained most. Chemicals polluted water and soils, and water tables fell.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Green Revolution</a:t>
            </a:r>
            <a:endParaRPr lang="en-US" sz="3600" dirty="0"/>
          </a:p>
        </p:txBody>
      </p:sp>
      <p:pic>
        <p:nvPicPr>
          <p:cNvPr id="4" name="Image 0" descr="/home/claude/f4/img/v2/green_rev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aspects of the Green Revolution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Specific Cases and the New Green Revolution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results differ and a new revolution has begun: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Cases in LEDCs and MEDCs: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Asia gained most, while Sub-Saharan Africa gained little because of poor irrigation and roads. In MEDCs, machines and chemicals had already raised yields.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Specific Cases and the New Green Revolution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New Green Revolution: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uses biotechnology, genetically modified (GM) crops, drip irrigation and precision farming. It aims at higher yields with less water and fewer chemicals, but GM crops are debated.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Specific Cases and the New Green Revolution</a:t>
            </a:r>
            <a:endParaRPr lang="en-US" sz="3600" dirty="0"/>
          </a:p>
        </p:txBody>
      </p:sp>
      <p:pic>
        <p:nvPicPr>
          <p:cNvPr id="4" name="Image 0" descr="/home/claude/f4/img/v2/cereal_yield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cereal yields by region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advantages and two disadvantages of the Green Revolution.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Advantages: higher yields, less famine. Disadvantages: pollution, debt.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did Africa gain little from the Green Revolution?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Little irrigation, poor roads and costly inputs.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New seeds with high yields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Green Revolution began in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Changed genes make ______ crops.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a farmer if he uses improved seeds and fertiliser and what results he gets.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9: Meeting the Increasing Food Demand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Green Revolution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révolution verte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Seed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semence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Fertiliser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L'engrais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Pesticide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pesticide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Irrigation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L'irrigation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Debt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L'endettement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Developments in Agriculture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8: Agricultural Improvements: The Green Revolution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the Green Revolution. Describe its aspects and results. Evaluate its advantages and disadvantages and describe the New Green Revolution.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and evaluate the Green Revolution.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Green Revolution; Specific Cases and the New Green Revolution.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Ask a farmer if he uses improved seeds and fertiliser and what results he gets.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find India and Mexico.</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copy the table.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read the graph.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 chemicals.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new varieties.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“Drone view of rice plantation on bali island with path to walk around ” by Artem Beliaikin, CC0 1.0, via Flickr (https://www.flickr.com/photos/157635012@N07/46229046541)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“k4817-4” by USDAgov, CC BY 2.0, via Flickr (https://www.flickr.com/photos/41284017@N08/8497812386)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“CIMMYT international wheat nurseries growing in Ecuador” by CIMMYT, CC BY-NC-SA 2.0, via Flickr (https://www.flickr.com/photos/44760652@N05/5958068839)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2026-09-27T10:08:13Z</dcterms:created>
  <dcterms:modified xsi:type="dcterms:W3CDTF">2026-09-27T10:08:13Z</dcterms:modified>
</cp:coreProperties>
</file>