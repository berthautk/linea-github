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Agricultural Improvements: The Green Revolution.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India and Mexico.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chemicals.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new varieties.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HYVs 2. 1960s 3. GM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Improvements: The Green Revolution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Developments in Agriculture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Developments in Agriculture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Agricultural Improvements: The Green Revolution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Revolution, high-yield varieties, fertiliser, irrigation, pesticides, genetically modified crops.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Green Revolution: meaning, aspects, advantages and disadvantages (LEDCs and MEDCs); the New Green Revolution.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evaluate the Green Revolution.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Green Revolution.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its aspects and results.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its advantages and disadvantages and describe the New Green Revolution.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Fertiliser and irrigation raise yields.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grows much rice.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1960s India feared famine. New rice and wheat seeds with fertiliser and irrigation doubled its harvests. Today some Indian farmers are in debt and their soils are polluted.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farming methods had good and bad results.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change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Green Revolution.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bad effect.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Debt or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judge modern ways of producing more food.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ricefa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Rice fields in Asia.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was the Green Revolution?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use of new high-yield seeds with fertiliser, irrigation and pesticides from the 1960s.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ASPECTS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green_rev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Green Revolution.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ASPECTS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four inputs of the Green Revolution.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ASPECTS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High-yield seeds, fertiliser, irrigation, pesticides.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RESULTS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cereal_yie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Cereal yields by region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RESULTS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region gained most? Which gained least?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RESULTS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East Asia most; Sub-Saharan Africa least.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spray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Spraying pesticides.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disadvantages of the Green Revolution.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DISADVANTAGES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Pollution by chemicals and debt of poor farmers (also water overuse).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NEW GREEN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field_t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field trial of new crops.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NEW GREEN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New Green Revolution?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NEW GREEN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use of biotechnology, GM crops and efficient irrigation to raise yields.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Agricultural Improvements: The Green Revolution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Developments in Agriculture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Developments in Agriculture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Agricultural Improvements: The Green Revolution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Green Revolution: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great rise in yields from new seeds, fertiliser and irrigation since the 1960s.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High-yield variety (HYV):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crop variety bred to give much higher yields.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GM crop: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crop whose genes have been changed in a laboratory.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Aspects and Advantages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Aspects: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HYVs of rice and wheat were combined with fertiliser, irrigation and pesticides. Machines and credit were also used.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Yields doubled or tripled in India, Mexico and the Philippines. Famine was avoided and some countries became food exporters.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Disadvantages and the New Green Revolution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Disadvantages: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 are costly, so rich farmers gained most and poor farmers fell into debt. Chemicals polluted soils and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Africa: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Africa gained little because of poor irrigation and roads. Yields are still low.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Disadvantages and the New Green Revolution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New Green Revolution: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uses biotechnology, GM crops, drip irrigation and better soil care. It aims to be greener and fairer.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Disadvantages and the New Green Revolution (3/3)</a:t>
            </a:r>
            <a:endParaRPr lang="en-US" sz="3600" dirty="0"/>
          </a:p>
        </p:txBody>
      </p:sp>
      <p:pic>
        <p:nvPicPr>
          <p:cNvPr id="13" name="Image 0" descr="/home/claude/f4/img/v2/green_rev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advantages and two disadvantages of the Green Revolution.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Advantages: higher yields, less famine. Disadvantages: pollution, debt.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Africa gain little from the Green Revolution?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Little irrigation, poor roads and costly inputs.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seeds with high yields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Green Revolution began in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Changed genes make ______ crops.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a farmer if he uses improved seeds and fertiliser and what results he gets.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Meeting the Increasing Food Demand.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Revolution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révolution verte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semence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Fertiliser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L'engrais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Pesticide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pesticide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L'endettement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Developments in Agriculture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Agricultural Improvements: The Green Revolution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Green Revolution. Describe its aspects and results. Evaluate its advantages and disadvantages and describe the New Green Revolution.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evaluate the Green Revolution.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Green Revolution, High-yield variety (HYV), GM crop; II. Aspects and Advantages: Aspects, Advantages; III. Disadvantages and the New Green Revolution: Disadvantages, Africa, New Green Revolution.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 farmer if he uses improved seeds and fertiliser and what results he gets.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“Drone view of rice plantation on bali island with path to walk around ” by Artem Beliaikin, CC0 1.0, via Flickr (https://www.flickr.com/photos/157635012@N07/46229046541)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“k4817-4” by USDAgov, CC BY 2.0, via Flickr (https://www.flickr.com/photos/41284017@N08/8497812386)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“CIMMYT international wheat nurseries growing in Ecuador” by CIMMYT, CC BY-NC-SA 2.0, via Flickr (https://www.flickr.com/photos/44760652@N05/5958068839)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2026-09-26T20:31:26Z</dcterms:created>
  <dcterms:modified xsi:type="dcterms:W3CDTF">2026-09-26T20:31:26Z</dcterms:modified>
</cp:coreProperties>
</file>