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Sinclair's Model of Agricultural Land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Agricultural Land Use, and the sub-topic is Theories of Agricultural Land Use. The key notions we shall use today are: sinclair, urban shadow, speculation, land value, urban expansion. At the end, you should be able to do this: learners are able to explain Sinclair's model and compare it with Von Thünen's.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Calculating Locational Rent and Drawing Rent Curves. The question was: Draw the three rent curves from the table on graph paper and mark the zones.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graph shows vegetables highest near the market (to about 13 km), wheat between about 13 and 40 km, and cattle beyond; the zones are drawn as rings below the graph.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aim and principle of Sinclair's model. Number 2: explain the urban shadow. Number 3: compare Sinclair and Von Thünen.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Von Thünen put intensive farming near the city. Cities spread into the countryside.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edge of Douala, farmers let their fields lie idle or grow little, waiting to sell the land for building. Further away, farms are well cultivated.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near the growing city is neglected.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farmers invest little?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expect to sell the land for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model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Sinclair's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growing towns change farming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farming around fast-growing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sinclair's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According to Sinclair, how does farm land value change with distance?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increases with distance from the expanding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building on the edge of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urban shadow?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zone near the city where farming is neglected because land will soon be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grazing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land use is found near the city in Sinclair's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Extensive uses such as grazing or idle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von Thünen's 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difference between the two models.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Von Thünen: intensity falls with distance. Sinclair: intensity rises with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suburbs spreading.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is Sinclair's model most useful?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Around fast-growing cities in developed and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 and Principle. Sinclair's model (1967) can be summarised as follows. On this slide we have Aim.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Principle. On this slide we have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 and Principle. On this slide we have Urban shadow.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sinclair's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Conclusions and Applicability. The model leads to the following conclusions. On this slide we have Land-use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Conclusions and Applicability. On this slide we have Applicability.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with Von Thünen's Model. The two models differ as follows. On this slide we have Von Thünen and Sinclair.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urban shadow?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zone near a growing city where farming is neglected.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Sinclair and Von Thünen.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von Thünen: intensity falls with distance. Sinclair: intensity rises with distance.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speculation; number 2, shadow; number 3,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edge of your town and say if Sinclair's model applies.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Agricultural Improvements: The Green Revolution.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7: SINCLAIR'S MODEL OF AGRICULTURAL LAND VALUE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 Sinclair's Model of Agricultural Land Value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Sinclair's Model of Agricultural Land Value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Agricultural Land 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Sinclair's Model of Agricultural Land Value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Sinclair, urban shadow, speculation, land value, urban expansion.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Aim and principle; conclusions and applicability; comparison with Von Thünen.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Sinclair's model and compare it with Von Thünen's.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Calculating Locational Rent and Drawing Rent Curves):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rent curves from the table on graph paper and mark the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graph shows vegetables highest near the market (to about 13 km), wheat between about 13 and 40 km, and cattle beyond; the zones are drawn as rings below the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aim and principle of Sinclair's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urban shadow.</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Sinclair and Von Thünen.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Von Thünen put intensive farming near the 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spread into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edge of Douala, farmers let their fields lie idle or grow little, waiting to sell the land for building. Further away, farms are well cultivated.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near the growing city is neglected.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invest little?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expect to sell the land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model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Sinclair's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growing towns change farming around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farming around fast-growing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nclai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Sinclair's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Sinclair, how does farm land value change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AIM AND PRINCIPLE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increases with distance from the expanding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Building on the edge of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PRINCIPLE: URBAN SHADOW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the city where farming is neglected because land will soon be built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Grazing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land use is found near the city in Sinclair's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CONCLUSIONS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Extensive uses such as grazing or idle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vonthune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Von Thünen's 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the two models.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WITH VON THÜNEN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 intensity falls with distance. Sinclair: intensity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Suburbs spreading.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Sinclair's model most useful?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fast-growing cities in developed and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Agricultural Land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Agricultural Land Use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Sinclair's Model of Agricultural Land Value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Sinclair's model (1967) can be summarised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Robert Sinclair explained land use around rapidly growing cities in the modern world. He focused on the expectation of urban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near the city expect their land to be sold for building soon, so they invest little in it. Farm land value therefore increases with distance from the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shadow: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the city where farming is neglected because of expected urban expansion. Land is left idle or used for short-term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 and Principle</a:t>
            </a:r>
            <a:endParaRPr lang="en-US" sz="3600" dirty="0"/>
          </a:p>
        </p:txBody>
      </p:sp>
      <p:pic>
        <p:nvPicPr>
          <p:cNvPr id="4" name="Image 0" descr="/home/claude/f4/img/v2/sinclai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Sinclair's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Applicability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leads to the following conclusions: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city there is idle land, grazing and temporary uses; further out come arable farming and intensive farms. It is the reverse of Von Thünen's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Conclusions and Applicability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fast-growing cities in both MEDCs and LEDCs, such as the edges of Yaoundé and Douala. Speculation on land is very common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with Von Thünen's Model</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models differ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Von Thünen: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value is highest near the market because of low transport costs. Intensive farming is near the town.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Sinclair: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 land value is lowest near the town because of urban expansion. Intensive farming is further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urban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zone near a growing city where farming is neglected.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Sinclair and Von Thünen.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Von Thünen: intensity falls with distance. Sinclair: intensity rises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Keeping land to sell later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Neglected farming near the city is the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Sinclair's land value ______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edge of your town and say if Sinclair's model applies.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Agricultural Improvements: The Green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Speculation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spéculation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value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valeur foncière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Idle 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friche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L'expansion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Comparison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comparaison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Agricultural Land Use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Sinclair's Model of Agricultural Land Value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aim and principle of Sinclair's model. Explain the urban shadow. Compare Sinclair and Von Thünen.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Sinclair's model and compare it with Von Thünen's.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Aim and Principle; Conclusions and Applicability; Comparison with Von Thünen's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edge of your town and say if Sinclair's model applies.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edge of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Von Thünen.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make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2026-09-27T09:46:28Z</dcterms:created>
  <dcterms:modified xsi:type="dcterms:W3CDTF">2026-09-27T09:46:28Z</dcterms:modified>
</cp:coreProperties>
</file>