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Sinclair's Model of Agricultural Land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edge of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Von Thünen.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speculation 2. shadow 3. increases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Sinclair's Model of Agricultural Land Value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Sinclair's Model of Agricultural Land Value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Sinclair, urban shadow, speculation, land value, urban expansion.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and principle; conclusions and applicability; comparison with Von Thünen.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Sinclair's model and compare it with Von Thünen's.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aim and principle of Sinclair's model.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urban shadow.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Sinclair and Von Thünen.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Thünen put intensive farming near the city.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spread into the countryside.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edge of Douala, farmers let their fields lie idle or grow little, waiting to sell the land for building. Further away, farms are well cultivated.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near the growing city is neglected.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farmers invest little?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expect to sell the land for building.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model explains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Sinclair's model.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farming around fast-growing cities.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AIM AND PRINCIPLE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inclai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Sinclair's model.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AIM AND PRINCIPLE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According to Sinclair, how does farm land value change with distance?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AIM AND PRINCIPLE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increases with distance from the expanding city.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URBAN SHADOW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on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on the edge of a town.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URBAN SHADOW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urban shadow?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URBAN SHADOW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zone near the city where farming is neglected because land will soon be built 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CONCLUSIONS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Grazing land.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CONCLUSIONS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land use is found near the city in Sinclair's model?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CONCLUSIONS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Extensive uses such as grazing or idle land.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vonthun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rings.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difference between the two models.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Thünen: intensity falls with distance. Sinclair: intensity rises with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subur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Suburbs spreading.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Sinclair's model most useful?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Around fast-growing cities in developed and developing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Sinclair's Model of Agricultural Land Value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Theories of Agricultural Land Use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Agricultural Land Use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Sinclair's Model of Agricultural Land Value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shadow: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zone around a growing city where farming is neglected.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speculation: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buying or keeping land to sell it later at a higher price.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Model (1967)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Aim and principle: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Sinclair explained farm land use around expanding cities. Farmers near the city expect to sell land for building, so they invest little.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Conclusions: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city there is idle land or extensive grazing. Intensity and farm value increase with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Comparison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Applicability: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fits the edges of fast-growing cities like Douala and Yaoundé. Land speculation is common there.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Comparison: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intensity falls with distance, but Sinclair's rises. Von Thünen assumed a fixed city; Sinclair assumed a growing one.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Comparison (2/2)</a:t>
            </a:r>
            <a:endParaRPr lang="en-US" sz="3600" dirty="0"/>
          </a:p>
        </p:txBody>
      </p:sp>
      <p:pic>
        <p:nvPicPr>
          <p:cNvPr id="13" name="Image 0" descr="/home/claude/f4/img/v2/sinclai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urban shadow?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zone near a growing city where farming is neglected.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Sinclair and Von Thünen.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Thünen: intensity falls with distance. Sinclair: intensity rises with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Keeping land to sell later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Neglected farming near the city is the urban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Sinclair's land value ______ with distance.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the edge of your town and say if Sinclair's model applies.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Agricultural Improvements.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spéculation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Shadow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L'ombre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value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valeur foncière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friche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comparaison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Sinclair's Model of Agricultural Land Value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aim and principle of Sinclair's model. Explain the urban shadow. Compare Sinclair and Von Thünen.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Sinclair's model and compare it with Von Thünen's.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shadow, Land speculation; II. The Model (1967): Aim and principle, Conclusions; III. Applicability and Comparison: Applicability, Comparison.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the edge of your town and say if Sinclair's model applies.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“Cementing Ethiopia's progress” by DFID - UK Department for International Development, CC BY 2.0, via Flickr (https://www.flickr.com/photos/14214150@N02/8757865770)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“Chicago suburbs from the air” by Scorpions and Centaurs, CC BY-NC-SA 2.0, via Flickr (https://www.flickr.com/photos/62736719@N00/2912708983)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