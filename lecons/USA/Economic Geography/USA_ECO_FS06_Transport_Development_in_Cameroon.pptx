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Transport in Cameroon. The key notions we shall use today are: road network, Camrail, port of Douala, Kribi deep-sea port, airport, road maintenance. At the end, you should be able to do this: learners are able to describe the transport networks of Cameroon,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Taaffe, Morrill and Gould Model. The question was: Draw a sketch showing how the road network of your region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Sketch: first a main road linking the regional capital to the south (penetration line); then feeder roads to villages and markets; finally links between towns forming loops. Example for the North: N1 Ngaoundéré–Garoua–Maroua, then roads to Guider, Pitoa and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road, rail, water and air networks of Cameroon. Number 2: explain the problems of transport. Number 3: propose solutions and describe state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main port. The railway goes from Douala to Ngaoundéré.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Trucks carrying goods for Chad and CAR leave Douala port and travel north. In the rainy season, some roads become muddy, trucks get stuck and prices rise in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roads slow transport and raise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Douala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improve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roads and improving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the roads and respect road safety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transport problems and solutions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pattern of the road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in the South-West and West, thin in the East and North, with main roads from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rail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Kribi (also Limbe and Garoua on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international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heavy rains and lack of maintenance (also accidents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deep-sea port and tarring main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Route Networks and their Pattern. The transport networks of Cameroon are described as follows. On this slide we have Road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Rail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Water and air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transport routes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development faces the following problems. On this slide we have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The following efforts are made to improve transport. On this slide we have State efforts.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On this slide we have Other efforts and suggestions.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rail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camrail links Douala, Yaoundé and 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problems: bad roads, accidents. Solutions: tarring and maintenance, road safety.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main road near your school and suggest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6: TRANSPORT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Road network, Camrail, port of Douala, Kribi deep-sea port, airport, road maintenance.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 route networks and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Taaffe, Morrill and Gould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first a main road linking the regional capital to the south (penetration line); then feeder roads to villages and markets; finally links between towns forming loops. Example for the North: N1 Ngaoundéré–Garoua–Maroua, then roads to Guider, Pitoa and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water and air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and describe state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goes from Douala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Trucks carrying goods for Chad and CAR leave Douala port and travel north. In the rainy season, some roads become muddy, trucks get stuck and prices rise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slow transport and raise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Douala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improve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roads and improving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the roads and respect road safety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transport problems and solutions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pattern of the road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in the South-West and West, thin in the East and North, with main roads from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(also Limbe and Garoua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heavy rains and lack of maintenance (also accidents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deep-sea port and tarring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carry most goods and people in Cameroon. The network is dense in the south and west, where population and activity are high, and thin in the east and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 with branches to Kumba and Mbalmayo. It carries timber, fuel and goods for Chad and the CAR.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are the main sea ports, and Garoua has a seasonal river port on the Benue. Douala, Nsimalen and Garoua are the international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development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forests, swamps and mountains make roads costly to build and maintain. Many untarred roads become muddy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maintenance and corruption slow road building. Accidents, overloading and insecurity also reduce the efficiency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builds and tars roads and bridges, and has built the deep-sea port of Kribi. The Road Fund pays for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efforts and suggestions: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Private partners and donors help to finance projects. Extending the railway and teaching road safety would further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rail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bad roads, accidents. Solutions: tarring and maintenance, road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main road near your school and suggest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Deep-sea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water and air networks of Cameroon. Explain the problems of transport. Propose solutions and describe state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Route Networks and their Pattern; Problems of Transport Development;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main road near your school and suggest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2026-09-27T10:08:17Z</dcterms:created>
  <dcterms:modified xsi:type="dcterms:W3CDTF">2026-09-27T10:08:17Z</dcterms:modified>
</cp:coreProperties>
</file>