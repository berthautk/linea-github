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6: Transport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Transport in Cameroon. The key notions we shall use today are: road network, Camrail, port of Douala, Kribi deep-sea port, airport, road maintenance. At the end, you should be able to do this: learners are able to describe the transport networks of Cameroon, their problems and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30: The Taaffe, Morrill and Gould Model. The question was: Draw a sketch showing how the road network of your region developed.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Sketch: first a main road linking the regional capital to the south (penetration line); then feeder roads to villages and markets; finally links between towns forming loops. Example for the North: N1 Ngaoundéré–Garoua–Maroua, then roads to Guider, Pitoa and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road, rail, water and air networks of Cameroon. Number 2: explain the problems of transport. Number 3: propose solutions and describe state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is the main port. The railway goes from Douala to Ngaoundéré.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Trucks carrying goods for Chad and CAR leave Douala port and travel north. In the rainy season, some roads become muddy, trucks get stuck and prices rise in the north.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Poor roads slow transport and raise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countries use Douala port?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Chad and the Central African Republic.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improve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Tarring and maintaining roads and improving the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maintain the roads and respect road safety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transport problems and solutions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transport routes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pattern of the road network.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in the South-West and West, thin in the East and North, with main roads from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rail transport.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two main ports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Kribi (also Limbe and Garoua on the Benue).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international airports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Yaoundé-Nsimalen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transport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roads, heavy rains and lack of maintenance (also accidents and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improve transport.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the Kribi deep-sea port and tarring main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Route Networks and their Pattern. The transport networks of Cameroon are described as follows. On this slide we have Road network.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Route Networks and their Pattern. On this slide we have Rail network.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Route Networks and their Pattern. On this slide we have Water and air networks.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transport routes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Transport Development. Transport development faces the following problems. On this slide we have Physical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Transport Development. On this slide we have Human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to Improve Transport. The following efforts are made to improve transport. On this slide we have State efforts.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On this slide we have Other efforts and suggestions.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rail network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camrail links Douala, Yaoundé and Ngaoundéré.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and two solutions of road transport.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problems: bad roads, accidents. Solutions: tarring and maintenance, road safety.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Douala; number 2, Kribi; number 3,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state of the main road near your school and suggest improvements.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Tourism.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6: TRANSPORT DEVELOPMENT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6: Transport Development in Cameroon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6: Transport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Road network, Camrail, port of Douala, Kribi deep-sea port, airport, road maintenance.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Different route networks and their spatial pattern; problems of transport development; efforts to improve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transport networks of Cameroon, their problems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30: The Taaffe, Morrill and Gould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showing how the road network of your region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Sketch: first a main road linking the regional capital to the south (penetration line); then feeder roads to villages and markets; finally links between towns forming loops. Example for the North: N1 Ngaoundéré–Garoua–Maroua, then roads to Guider, Pitoa and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road, rail, water and air networks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 and describe state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main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railway goes from Douala to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Trucks carrying goods for Chad and CAR leave Douala port and travel north. In the rainy season, some roads become muddy, trucks get stuck and prices rise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slow transport and raise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countries use Douala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improve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Tarring and maintaining roads and improving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Maintain the roads and respect road safety rules.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transport problems and solutions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ROAD NETWORK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transport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ROAD NETWORK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pattern of the road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ROAD NETWORK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in the South-West and West, thin in the East and North, with main roads from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RAIL AND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Rail transport.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RAIL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RAIL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 (also Limbe and Garoua on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AIR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air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AIR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international airports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AIR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Yaoundé-Nsimalen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transport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heavy rains and lack of maintenance (also accidents and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IMPROVE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IMPROVE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IMPROVE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the Kribi deep-sea port and tarring main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in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transport networks of Cameroon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carry most goods and people in Cameroon. The network is dense in the south and west, where population and activity are high, and thin in the east and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Camrail links Douala, Yaoundé and Ngaoundéré, with branches to Kumba and Mbalmayo. It carries timber, fuel and goods for Chad and the CAR.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 are the main sea ports, and Garoua has a seasonal river port on the Benue. Douala, Nsimalen and Garoua are the international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Route Networks and their Pattern</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transport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development faces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forests, swamps and mountains make roads costly to build and maintain. Many untarred roads become muddy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poor maintenance and corruption slow road building. Accidents, overloading and insecurity also reduce the efficiency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efforts are made to improve transport: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 efforts: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builds and tars roads and bridges, and has built the deep-sea port of Kribi. The Road Fund pays for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efforts and suggestions: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Private partners and donors help to finance projects. Extending the railway and teaching road safety would further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rail network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Camrail links Douala, Yaoundé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and two solutions of road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bad roads, accidents. Solutions: tarring and maintenance, road safety.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port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deep-sea port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ends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main road near your school and suggest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 network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 routier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 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Deep-sea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en eau profonde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Maintenance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L'entretien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L'accident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6: Transport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road, rail, water and air networks of Cameroon. Explain the problems of transport. Propose solutions and describe state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transport networks of Cameroon, their problems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Route Networks and their Pattern; Problems of Transport Development; Efforts to Improve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state of the main road near your school and suggest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airports.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2026-09-27T09:52:10Z</dcterms:created>
  <dcterms:modified xsi:type="dcterms:W3CDTF">2026-09-27T09:52:10Z</dcterms:modified>
</cp:coreProperties>
</file>