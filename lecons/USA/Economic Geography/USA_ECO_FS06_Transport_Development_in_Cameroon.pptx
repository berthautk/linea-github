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Further Study 6: Transport Development in Cameroon.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read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locate the 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locate the airports.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Douala 2. Kribi 3. Ngaoundéré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ECONOMIC GEOGRAPHY  —  FURTHER STUDY 6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Development in Cameroon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6: Understanding and managing the dynamics of economic activities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Geography of Cameroon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in Cameroon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Study 6: Transport Development in Cameroon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network, Camrail, port of Douala, Kribi deep-sea port, airport, road maintenance.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route networks and their spatial pattern; problems of transport development; efforts to improve transport.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the transport networks of Cameroon, their problems and solutions.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road, rail, water and air networks of Cameroon.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problems of transport.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solutions and describe state efforts.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Douala is the main port.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railway goes from Douala to Ngaoundéré.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Trucks carrying goods for Chad and CAR leave Douala port and travel north. In the rainy season, some roads become muddy, trucks get stuck and prices rise in the north.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Poor roads slow transport and raise prices.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countries use Douala port?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Chad and the Central African Republic.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can improve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Tarring and maintaining roads and improving the railway.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further study helps us to understand transport problems and solutions in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NETWORKS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cmr_transport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91640"/>
            <a:ext cx="90525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transport routes of Cameroon.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NETWORKS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pattern of the road network.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NETWORKS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Dense in the South-West and West, thin in the East and North, with main roads from Douala.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RAIL AND WATER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tr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Rail transport.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RAIL AND WATER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two main ports of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RAIL AND WATER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Douala and Kribi (also Limbe and Garoua on the Benue).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AIR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usa_airpo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airport.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AIR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international airports of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AIR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Douala, Yaoundé-Nsimalen and Garoua.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PROBLEMS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muddy_roa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muddy road.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PROBLEMS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problems of transport in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PROBLEMS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Poor roads, heavy rains and lack of maintenance (also accidents and insecurity).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EFFORTS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usa_contai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modern container port.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EFFORTS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efforts to improve transport.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EFFORTS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Building the Kribi deep-sea port and tarring main roads.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Transport Development in Cameroon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Geography of Cameroon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Transport in Cameroon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Further Study 6: Transport Development in Cameroon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Transport network: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system of routes joining places.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Deep-sea port: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port deep enough for very large ships, like Kribi.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Networks and Pattern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Road: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Roads carry most goods and people. The network is dense in the south and west and thin in the east and north.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Rail: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Camrail links Douala, Yaoundé and Ngaoundéré. It carries timber, fuel and goods for Chad and CAR.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Networks and Pattern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Water and air: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Douala and Kribi are the main ports, and Garoua has a seasonal river port. Douala, Nsimalen and Garoua are international airports.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Networks and Pattern (3/3)</a:t>
            </a:r>
            <a:endParaRPr lang="en-US" sz="3600" dirty="0"/>
          </a:p>
        </p:txBody>
      </p:sp>
      <p:pic>
        <p:nvPicPr>
          <p:cNvPr id="13" name="Image 0" descr="/home/claude/f4/img/v2/cmr_transport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91640"/>
            <a:ext cx="90525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Sketch the main routes.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Problems and Efforts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Problems: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 roads are untarred and damaged by rain. Accidents, lack of money and insecurity also slow transport.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Efforts: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state builds and tars roads, bridges and the Kribi port. Road maintenance funds and private partners also help.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Problems and Efforts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Suggestions: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Regular maintenance and extending the railway would improve links. Road safety education reduces accidents.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rail network of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Camrail links Douala, Yaoundé and Ngaoundéré.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problems and two solutions of road transport.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Problems: bad roads, accidents. Solutions: tarring and maintenance, road safety.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port of Cameroon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deep-sea port is at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railway ends at ______.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state of the main road near your school and suggest improvements.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31: Tourism.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network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réseau routier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Railway station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gare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Deep-sea port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port en eau profonde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L'entretien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Accident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L'accident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pont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Geography of Cameroon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Study 6: Transport Development in Cameroon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road, rail, water and air networks of Cameroon. Explain the problems of transport. Propose solutions and describe state efforts.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the transport networks of Cameroon, their problems and solutions.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Transport network, Deep-sea port; II. Networks and Pattern: Road, Rail, Water and air; III. Problems and Efforts: Problems, Efforts, Suggestions.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state of the main road near your school and suggest improvements.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6 (Economic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“Train de nuit” by Huard, CC BY-NC-ND 2.0, via Flickr (https://www.flickr.com/photos/41569561@N07/5499545979)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“Airplane” by jeffk, CC BY 2.0, via Flickr (https://www.flickr.com/photos/44124372247@N01/59597563)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“Cameroon - UN Women's Gender Road Project” by UN Women Gallery, CC BY-NC-ND 2.0, via Flickr (https://www.flickr.com/photos/51431730@N04/40672356003)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“Container Ships @ Port of Oakland” by jdnx, CC BY 2.0, via Flickr (https://www.flickr.com/photos/21442511@N08/3464243881)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2026-09-26T20:31:29Z</dcterms:created>
  <dcterms:modified xsi:type="dcterms:W3CDTF">2026-09-26T20:31:29Z</dcterms:modified>
</cp:coreProperties>
</file>