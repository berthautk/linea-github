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Management of Water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Water Resources of Cameroon. The key notions we shall use today are: water resources, fishing, aquaculture, irrigation, flood-retreat farming, hydro-electricity, SEMRY, UNVDA. At the end, you should be able to do this: learners are able to describe how Cameroon uses its water resources and propose improvements.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Management of Mineral and Energy Resources in Cameroon. The question was: Draw the mineral map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Map: oil – Rio del Rey and Kribi offshore; gas – Kribi; bauxite – Minim-Martap and Fongo-Tongo; iron ore – Mbalam and Lolodorf; gold – East (Batouri, Bétaré-Oya); cobalt – Lomié; limestone – Figuil.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water bodies of Cameroon and their uses. Number 2: explain fishing and its problems. Number 3: explain irrigation schemes, their benefits and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four drainage basins. Dams produce hydro-electricity.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Yagoua, SEMRY grows irrigated rice with water from the Logone. On Lake Lagdo and the coast, fishermen catch fish for the markets. The Lom Pangar dam regulates the Sanaga for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 is used in many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three uses of water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Irrigation, fishing and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SEMRY?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state rice irrigation company in the Far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manage water resources for energy, food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use the water resources of Cameroon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water uses in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dams and their 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Song Loulou (electricity) and Lagdo (electricity, irrigation,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fishing boats.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traditional and modern fishing.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Traditional: canoes, nets, small catches. Modern: trawlers, cold storage, large catches.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lake Chad.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problems of fishing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Shrinking lakes and overfishing (also poor storage, insecurity).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irrigated rice.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irrigation schemes and their crop.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SEMRY (Yagoua, Maga) and UNVDA (Ndop):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Lagdo dam on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benefit and one problem of irrigation schemes.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Benefit: food and income all year. Problem: high costs, waterborne diseases, salinisation.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Water Resources and their Uses. Cameroon has abundant water resources. On this slide we have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Water Resources and their Uses.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water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Fishing. Fishing in Cameroon can be described as follows. On this slide we have Types.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Fishing. On this slide we have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Irrigation and Management. Irrigation schemes and their management are as follows. On this slide we have Irrigation schemes.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and Management. On this slide we have Benefits and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Irrigation and Management. On this slide we have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uses of water resources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fishing, irrigation, electricity (also domestic use,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irrigation schemes.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costs and waterborne diseases (also salinisation, poor maintenance).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rice; number 2, Ndop; number 3,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how water is used in your area.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What is Manufacturing?.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4: MANAGEMENT OF WATER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Management of Water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resources, fishing, aquaculture, irrigation, flood-retreat farming, hydro-electricity, SEMRY, UNVDA.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water bodies and their resources and uses; fishing (modern and traditional), problems and impacts; irrigation schemes, benefits and problems.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Management of Mineral and Energy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mineral map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oil – Rio del Rey and Kribi offshore; gas – Kribi; bauxite – Minim-Martap and Fongo-Tongo; iron ore – Mbalam and Lolodorf; gold – East (Batouri, Bétaré-Oya); cobalt – Lomié; limestone – Figuil.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water bodies of Cameroon and their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fishing and its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irrigation schemes, their benefits and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four drainage basins.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Dams produce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Yagoua, SEMRY grows irrigated rice with water from the Logone. On Lake Lagdo and the coast, fishermen catch fish for the markets. The Lom Pangar dam regulates the Sanaga for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used in many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uses of water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fishing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SEMRY?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state rice irrigation company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 water resources for energy, food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use the water resources of Cameroon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water uses in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dams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 AND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Song Loulou (electricity) and Lagdo (electricity, irrigation,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Fishing boats.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traditional and modern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canoes, nets, small catches. Modern: trawlers, cold storage, large catches.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fishing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FISHING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Shrinking lakes and overfishing (also poor storage, insecurity).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Irrigated rice.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irrigation schemes and their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IRRIGATION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(Yagoua, Maga) and UNVDA (Ndop):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agd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Lagdo dam on 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and one problem of irrigation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BENEFITS AND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Benefit: food and income all year. Problem: high costs, waterborne diseases, salinisation.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Water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Management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abundant water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rivers (Sanaga, Benue, Logone, Nyong), lakes (Chad, Lagdo) and heavy rainfall in the south. Groundwater is important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is used for hydro-electricity (Edéa, Lagdo, Nachtigal), drinking, irrigation, fishing and transport. Dams also regulate river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Water Resources and their Uses</a:t>
            </a:r>
            <a:endParaRPr lang="en-US" sz="3600" dirty="0"/>
          </a:p>
        </p:txBody>
      </p:sp>
      <p:pic>
        <p:nvPicPr>
          <p:cNvPr id="4" name="Image 0" descr="/home/claude/f4/img/v2/cmr_water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water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Fishing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Fishing in Cameroon can be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(artisanal) fishing uses canoes and nets on the coast, rivers and lakes. Modern (industrial) fishing uses trawlers and cold storage from Douala and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Fishing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 pollution, the shrinking of Lake Chad and poor storage reduce catches. Foreign trawlers compete with local fishermen.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Irrigation schemes and their management are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Irrigation schemes: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SEMRY at Yagoua and Maga grows rice, and the Lagdo scheme grows rice and vegetables. UNVDA in Ndop grows rice.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Benefits and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Irrigation provides food and income all year. But schemes suffer from high costs, silting, water-borne diseases and poor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Irrigation and Management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Integrated basin management, the Lake Chad Basin Commission and water laws aim to share and protect water. Clean water supply must reach rural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uses of water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irrigation, electricity (also domestic use,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irrigation schemes.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costs and waterborne diseases (also salinisation, poor maintenance).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SEMRY grows ______ at Yagoua.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UNVDA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Song Loulou produces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how water is used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What is Manufacturing?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ressources en 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pisciculture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lac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Management of Water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water bodies of Cameroon and their uses. Explain fishing and its problems. Explain irrigation schemes, their benefits and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Cameroon uses its water resources and propose improvements.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Water Resources and their Uses; Fishing; Irrigation and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how water is used in your area.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fishing on the coast.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Lake Chad.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them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benefits and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“South Holston Lake, (Virginia-Tennessee border, USA)” by James St. John, CC BY 2.0, via Flickr (https://www.flickr.com/photos/47445767@N05/39221734762)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2026-09-27T10:31:49Z</dcterms:created>
  <dcterms:modified xsi:type="dcterms:W3CDTF">2026-09-27T10:31:49Z</dcterms:modified>
</cp:coreProperties>
</file>