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5: Measuring Transport Network Efficiency.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Transport Network Development, and the sub-topic is Transport Network Efficiency. The key notions we shall use today are: beta index, accessibility matrix, Shimbel index, König number, topological map. At the end, you should be able to do this: learners are able to calculate connectivity and accessibility indices and map a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29: Transport Network Efficiency. The question was: Measure the straight-line and road distances between two towns and find the detour index.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Detour index = (road distance ÷ straight-line distance) × 100. Example: road 150 km, straight line 100 km → 150 %; the extra 50 % is due to relief or passing through towns.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calculate the beta index. Number 2: build an accessibility matrix and find Shimbel and König values. Number 3: draw a topological map of a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network has nodes and links. Connectivity shows how well nodes are joined.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Regional Delegation of Public Works wants to know which town in a small road network is the most accessible, to build a market there. The class receives a simple map of four towns and five roads.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find the most accessible town.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index shows connectivity?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beta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index shows accessibility?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Shimbel index (and König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network indices to plan where to build routes and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measure network efficiency with simple indices.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network of 6 nodes and 7 links.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Calculate the beta index.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β = links ÷ nodes = 7 ÷ 6 = 1.17.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beta scale.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β = 1.17 mean?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More than 1: the network has circuits and is fairly well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accessibility matrix of four towns.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is each cell of the matrix filled?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With the number of links on the shortest path between the two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shimbel and König values.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towns are the most accessible, and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 and D: they have the lowest Shimbel total (3) and König number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transport routes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a topological map?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simplified map that shows only nodes and links, not true distances or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Connectivity: the Beta Index. Connectivity is measured with the beta index as follows. On this slide we have Beta index.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Connectivity: the Beta Index. On this slide we have Interpretation.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beta scale.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Centrality: the Accessibility Matrix. Centrality is measured with the accessibility matrix as follows. On this slide we have Accessibility matrix.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Centrality: the Accessibility Matrix. On this slide we have Shimbel index and König number.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accessibility matrix of four towns.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Techniques of Mapping Transport Networks. Networks are mapped and judged as follows. On this slide we have Topological map.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Techniques of Mapping Transport Networks. On this slide we have Limits of the indices.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A network has 8 nodes and 6 links. Find β and interpret it.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β = 6 ÷ 8 = 0.75: a branching, poorly connected network.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In the matrix, why is A less accessible than B?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has a higher Shimbel total (4) than B (3).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nodes; number 2, Shimbel; number 3, topological.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topological map of five towns in your region and calculate its beta index and accessibility matrix.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30: The Taaffe, Morrill and Gould Model.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PRACTICAL WORK 5: MEASURING TRANSPORT NETWORK EFFICIENCY</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Measuring Transport Network Efficiency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Network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Network Efficiency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5: Measuring Transport Network Efficiency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Beta index, accessibility matrix, Shimbel index, König number, topological map.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Connectivity (beta index); centrality with the accessibility matrix (König number, Shimbel index); techniques of mapping transport networks.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connectivity and accessibility indices and map a network.</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29: Transport Network Efficiency):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the straight-line and road distances between two towns and find the detour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Detour index = (road distance ÷ straight-line distance) × 100. Example: road 150 km, straight line 100 km → 150 %; the extra 50 % is due to relief or passing through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the beta index.</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Build an accessibility matrix and find Shimbel and König values.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 topological map of a network.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network has nodes and links.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Connectivity shows how well nodes are joined.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Regional Delegation of Public Works wants to know which town in a small road network is the most accessible, to build a market there. The class receives a simple map of four towns and five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find the most accessible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index shows connectivity?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beta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index shows accessibility?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Shimbel index (and König number).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network indices to plan where to build routes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measure network efficiency with simple indices.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BETA INDEX</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network_te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network of 6 nodes and 7 links.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BETA INDEX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beta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BETA INDEX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β = links ÷ nodes = 7 ÷ 6 = 1.17.</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INTERPRETING THE BETA INDEX</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beta_sca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Beta scale.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INTERPRETING THE BETA INDEX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β = 1.17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INTERPRETING THE BETA INDEX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than 1: the network has circuits and is fairly well connected.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ACCESSIBILITY MATRIX</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himbe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Accessibility matrix of four towns.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ACCESSIBILITY MATRIX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each cell of the matrix filled?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ACCESSIBILITY MATRIX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the number of links on the shortest path between the two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SHIMBEL AND KÖNIG VALUES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shimbe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Shimbel and König values.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SHIMBEL AND KÖNIG VALUES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towns are the most accessible, and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SHIMBEL AND KÖNIG VALUES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 and D: they have the lowest Shimbel total (3) and König number (1).</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MAPPING TRANSPORT NETWORKS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cmr_transpor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Transport routes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MAPPING TRANSPORT NETWORKS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topological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MAPPING TRANSPORT NETWORKS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simplified map that shows only nodes and links, not true distances or shapes.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Transport Network Development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Transport Network Efficiency</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Practical Work 5: Measuring Transport Network Efficiency</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Connectivity: the Beta Index</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Connectivity is measured with the beta index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Beta index: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number of links divided by the number of nodes: β = e ÷ v. For 7 links and 6 nodes, β = 7 ÷ 6 = 1.17.</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Connectivity: the Beta Index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Interpretation: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Below 1 the network is branching and poorly connected, and at 1 it has one circuit. Above 1 the network has several circuits and is well connected.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Connectivity: the Beta Index</a:t>
            </a:r>
            <a:endParaRPr lang="en-US" sz="3600" dirty="0"/>
          </a:p>
        </p:txBody>
      </p:sp>
      <p:pic>
        <p:nvPicPr>
          <p:cNvPr id="4" name="Image 0" descr="/home/claude/f4/img/v2/beta_sca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beta scale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Centrality: the Accessibility Matrix</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Centrality is measured with the accessibility matrix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Accessibility matrix: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the nodes in rows and columns and enter the number of links on the shortest path between each pair. The diagonal is left at zero.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Centrality: the Accessibility Matrix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Shimbel index: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sum of each row of the matrix. The node with the lowest Shimbel index is the most accessible.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König number: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largest value in each row, that is the number of links to the farthest node. The lowest König number shows the most central node.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Centrality: the Accessibility Matrix</a:t>
            </a:r>
            <a:endParaRPr lang="en-US" sz="3600" dirty="0"/>
          </a:p>
        </p:txBody>
      </p:sp>
      <p:pic>
        <p:nvPicPr>
          <p:cNvPr id="4" name="Image 0" descr="/home/claude/f4/img/v2/shimbe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accessibility matrix of four towns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Techniques of Mapping Transport Networks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Networks are mapped and judged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Topological map: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shows nodes as dots and links as straight lines, without true distances or shapes. Flow lines of different widths can show traffic volume.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Techniques of Mapping Transport Networks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Limits of the indices: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indices ignore distance, road quality and traffic. They measure the structure of a network, not the real travel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network has 8 nodes and 6 links. Find β and interpret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β = 6 ÷ 8 = 0.75: a branching, poorly connected network.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matrix, why is A less accessible than B?</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has a higher Shimbel total (4) than B (3).</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β = links ÷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sum of a row of the matrix is the ______ index.</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map with only nodes and links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topological map of five towns in your region and calculate its beta index and accessibility matrix.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30: The Taaffe, Morrill and Gould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Index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Matrix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matrice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Accessibility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L'accessibilité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Shortest path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plus court chemin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ligne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Column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colonne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Transport Network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5: Measuring Transport Network Efficiency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the beta index. Build an accessibility matrix and find Shimbel and König values. Draw a topological map of a network.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connectivity and accessibility indices and map a network.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Connectivity: the Beta Index; Centrality: the Accessibility Matrix; Techniques of Mapping Transport Networks.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topological map of five towns in your region and calculate its beta index and accessibility matrix.</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count and divide.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with the scale.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fill the matrix.</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add the rows.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simplify a road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2026-09-29T03:13:14Z</dcterms:created>
  <dcterms:modified xsi:type="dcterms:W3CDTF">2026-09-29T03:13:14Z</dcterms:modified>
</cp:coreProperties>
</file>