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 Calculating Locational Rent and Drawing Rent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Theories of Agricultural Land Use, and the sub-topic is Theories of Agricultural Land Use. The key notions we shall use today are: locational rent, yield, price, production cost, transport cost, rent curve, land use pattern. At the end, you should be able to do this: learners are able to calculate locational rent and draw land use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Von Thünen's Theory of Agricultural Land Use. The question was: Draw the land use around your town and compare it with Von Thünen's rings.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Around the town: vegetable gardens and poultry near the town; maize and sorghum fields further out; cattle grazing on the far edges, similar to Von Thünen's rings but stretched along roads.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apply the locational rent formula. Number 2: draw rent curves for several crops. Number 3: deduce land use zones from the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LR = Y(P − C) − Y·T·d. The highest curve wins the land.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An agricultural officer gives the class the yield, price, cost and transport rate of vegetables, wheat and cattle. The class must decide what should be grown at each distance from the town.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choose land use by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must they calculate?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locational rent of each crop at each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will they decide?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crop with the highest rent takes the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calculate locational rent to understand farmers'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use numbers to explain farm land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data for three farm products (hypothetical).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Calculate the rent of vegetables at the market (d = 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20 × (60 − 40) = 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formula.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Calculate the rent of wheat at 20 km.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5 × (100 − 50) − 5 × 0.7 × 20 = 250 − 70 = 180.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rent curves and land 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At what distance does vegetable rent become zero?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When 400 − 10d = 0, so at 40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zones of land 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do wheat and cattle zones begin?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Wheat where its curve passes above vegetables (about 23 km); cattle beyond about 56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happens to the zones if transport costs fall?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rent curves become flatter and the zones widen outward.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Locational (economic) rent.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Calculation of Locational Rent. Locational rent is calculated as follows. On this slide we have Formula.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Calculation of Locational Rent.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data for three crops.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Rent Curves and Land-Use Pattern. Rent curves are drawn and interpreted as follows. On this slide we have Construction.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Rent Curves and Land-Use Pattern. On this slide we have Land-use pattern.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Rent Curves and Land-Use Pattern. On this slide we have Interpretation.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rent curves and zones.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Calculate the rent of cattle at 50 km (Y = 1, P = 300, C = 180, T = 1.2).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 × 120 − 1 × 1.2 × 50 = 60.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do we read land use from rent curves?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 each distance, the crop with the highest curve takes the land.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 number 2, highest; number 3, flatter.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three rent curves from the table on graph paper and mark the zones.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Sinclair's Model of Agricultural Land Value.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1: CALCULATING LOCATIONAL RENT AND DRAWING RENT CURVES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Calculating Locational Rent and Drawing Rent Curves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Agricultural Land 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Agricultural Land 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 Calculating Locational Rent and Drawing Rent Curves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Locational rent, yield, price, production cost, transport cost, rent curve, land use pattern.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Calculation of locational rent for several crops; construction and interpretation of rent curves; land use patterns from rent curves.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locational rent and draw land use zones.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Von Thünen's Theory of Agricultural Land Use):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land use around your town and compare it with Von Thünen's rings.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the town: vegetable gardens and poultry near the town; maize and sorghum fields further out; cattle grazing on the far edges, similar to Von Thünen's rings but stretched along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Apply the locational rent formula.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rent curves for several crops.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Deduce land use zones from the curves.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LR = Y(P − C) − Y·T·d.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highest curve wins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agricultural officer gives the class the yield, price, cost and transport rate of vegetables, wheat and cattle. The class must decide what should be grown at each distance from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choose land use by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they calculate?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locational rent of each crop at each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will they decide?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crop with the highest rent takes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locational rent to understand farmers' choices.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use numbers to explain farm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w_rent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Data for three farm products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rent of vegetables at the market (d =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 × (60 − 40) = 400.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w_rent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formula.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rent of wheat at 20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5 × (100 − 50) − 5 × 0.7 × 20 = 250 − 70 = 180.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RENT CURVES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ent_curves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Rent curves and land 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RENT CURVES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what distance does vegetable rent become zero?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RENT CURVES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400 − 10d = 0, so at 40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LAND-USE PATTERN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vonthune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Zones of land 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LAND-USE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wheat and cattle zones begin?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LAND-USE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Wheat where its curve passes above vegetables (about 23 km); cattle beyond about 56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zones if transport costs 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rent curves become flatter and the zones widen outward.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Theories of Agricultural Land 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Theories of Agricultural Land Use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Calculating Locational Rent and Drawing Rent Curves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Locational (economic) rent: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profit per unit of land after production and transport costs are paid.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 of Locational Rent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Locational rent is calculated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LR = Y(P − C) − Y × T × D. Calculate the rent for each crop at several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 of Locational Rent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Vegetables: Y = 20, P = 60, C = 40, T = 0.5; at D = 10 km, LR = 20(60 − 40) − 20 × 0.5 × 10 = 400 − 100 = 300. At the market (D = 0), LR = 400.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 of Locational Rent</a:t>
            </a:r>
            <a:endParaRPr lang="en-US" sz="3600" dirty="0"/>
          </a:p>
        </p:txBody>
      </p:sp>
      <p:pic>
        <p:nvPicPr>
          <p:cNvPr id="4" name="Image 0" descr="/home/claude/f4/img/v2/pw_rent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data for three crops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Rent Curves and Land-Use Pattern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Rent curves are drawn and interpreted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Construction: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distance on the x-axis and rent on the y-axis, and plot the rent of each crop. The line reaches zero at the margin of cultivation.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Rent Curves and Land-Use Pattern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Land-use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curves cross, the most profitable use changes. Projecting the crossing points onto a map gives rings of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Rent Curves and Land-Use Pattern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curves (perishable, heavy crops) occupy land near the market. If transport costs fall, the curves become flatter and the rings widen.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Rent Curves and Land-Use Pattern</a:t>
            </a:r>
            <a:endParaRPr lang="en-US" sz="3600" dirty="0"/>
          </a:p>
        </p:txBody>
      </p:sp>
      <p:pic>
        <p:nvPicPr>
          <p:cNvPr id="4" name="Image 0" descr="/home/claude/f4/img/v2/rent_curves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rent curves and zones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rent of cattle at 50 km (Y = 1, P = 300, C = 180, T = 1.2).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 × 120 − 1 × 1.2 × 50 = 60.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we read land use from rent curves?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each distance, the crop with the highest curve takes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Rent = Y(P − C) − Y·T·______.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______ curve wins the land.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Cheaper transport makes curves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three rent curves from the table on graph paper and mark the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Sinclair's Model of Agricultural Land Value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Yield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rendement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prix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coût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tarif de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courbe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Theories of Agricultural Land Use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 Calculating Locational Rent and Drawing Rent Curves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Apply the locational rent formula. Draw rent curves for several crops. Deduce land use zones from the curves.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locational rent and draw land use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Calculation of Locational Rent; Rent Curves and Land-Use Pattern.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three rent curves from the table on graph paper and mark the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calculate for several distances.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plot the points.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mark the zones.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new roads.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2026-09-27T10:08:12Z</dcterms:created>
  <dcterms:modified xsi:type="dcterms:W3CDTF">2026-09-27T10:08:12Z</dcterms:modified>
</cp:coreProperties>
</file>