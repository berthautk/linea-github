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Today we study Practical Work 1: Calculating Locational Rent and Drawing Rent Curves.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copy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calculate for several distances.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plot the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mark the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discuss new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d 2. highest 3. flatter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UPPER SIXTH ARTS  —  ECONOMIC GEOGRAPHY  —  PRACTICAL WORK 1</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Calculating Locational Rent and Drawing Rent Curves</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Upper Sixth Arts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2 periods (2 × 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Theories of Agricultural Land Use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Theories of Agricultural Land Use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Practical Work 1: Calculating Locational Rent and Drawing Rent Curves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Locational rent, yield, price, production cost, transport cost, rent curve, land use pattern.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Calculation of locational rent for several crops; construction and interpretation of rent curves; land use patterns from rent curves.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calculate locational rent and draw land use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Apply the locational rent formula.</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Draw rent curves for several crops.</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Deduce land use zones from the curves.</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LR = Y(P − C) − Y·T·d.</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The highest curve wins the land.</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agricultural officer gives the class the yield, price, cost and transport rate of vegetables, wheat and cattle. The class must decide what should be grown at each distance from the town.</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choose land use by distance.</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they calculate?</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locational rent of each crop at each distance.</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will they decide?</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crop with the highest rent takes the land.</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use numbers to explain farm land use.</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THE DATA</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pw_rent_table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Data for three farm products (hypothetical).</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THE DATA</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rent of vegetables at the market (d = 0).</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THE DATA</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 × (60 − 40) = 400.</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CALCULATION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pw_rent_table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The formula.</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CALCULATION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rent of wheat at 20 km.</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CALCULATION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5 × (100 − 50) − 5 × 0.7 × 20 = 250 − 70 = 180.</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CURVES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rent_curves_big.png">    </p:cNvPr>
          <p:cNvPicPr>
            <a:picLocks noChangeAspect="1"/>
          </p:cNvPicPr>
          <p:nvPr/>
        </p:nvPicPr>
        <p:blipFill>
          <a:blip r:embed="rId1"/>
          <a:stretch>
            <a:fillRect/>
          </a:stretch>
        </p:blipFill>
        <p:spPr>
          <a:xfrm>
            <a:off x="1099960" y="1691640"/>
            <a:ext cx="9989032"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Rent curves and land use.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CURVES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what distance does vegetable rent become zero?</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CURVES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400 − 10d = 0, so at 40 km.</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LAND USE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13" name="Image 0" descr="/home/claude/f4/img/v2/vonthunen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Zones of land use.</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LAND USE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wheat and cattle zones begin?</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LAND USE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Wheat where its curve passes above vegetables (about 23 km); cattle beyond about 56 km.</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V. INTERPRETATION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13" name="Image 0" descr="/home/claude/f4/img/v2/f2t_market.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market.</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V. INTERPRETATION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zones if transport costs fall?</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V. INTERPRETATION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rent curves become flatter and the zones widen outward.</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Calculating Locational Rent and Drawing Rent Curves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Theories of Agricultural Land Use</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Theories of Agricultural Land Use</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1: Calculating Locational Rent and Drawing Rent Curves</a:t>
            </a:r>
            <a:endParaRPr lang="en-US" sz="3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Yield (Y):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amount produced per hectare.</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Rent curve: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line showing how locational rent falls with distance.</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Method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Formula: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LR = Y(P − C) − Y·T·d, where P is price, C cost, T transport rate and d distance. Calculate for each crop at several distances.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Drawing: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Put distance on the horizontal axis and rent on the vertical axis. Draw one line per crop.</a:t>
            </a:r>
            <a:endParaRPr lang="en-US" sz="4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Method (2/2)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Land use: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At each distance the highest line gives the land use. Where lines cross, land use changes.</a:t>
            </a:r>
            <a:endParaRPr lang="en-US" sz="4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Interpretation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Pattern: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Crops with high yields and high transport costs are near the market. Extensive uses are far away.</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Changes: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Better roads flatten the curves and widen zones. Higher prices raise a crop's curve.</a:t>
            </a:r>
            <a:endParaRPr lang="en-US" sz="4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Interpretation (2/2)</a:t>
            </a:r>
            <a:endParaRPr lang="en-US" sz="3600" dirty="0"/>
          </a:p>
        </p:txBody>
      </p:sp>
      <p:pic>
        <p:nvPicPr>
          <p:cNvPr id="13" name="Image 0" descr="/home/claude/f4/img/v2/rent_curves_big.png">    </p:cNvPr>
          <p:cNvPicPr>
            <a:picLocks noChangeAspect="1"/>
          </p:cNvPicPr>
          <p:nvPr/>
        </p:nvPicPr>
        <p:blipFill>
          <a:blip r:embed="rId1"/>
          <a:stretch>
            <a:fillRect/>
          </a:stretch>
        </p:blipFill>
        <p:spPr>
          <a:xfrm>
            <a:off x="1099960" y="1691640"/>
            <a:ext cx="9989032"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Copy the curves.</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rent of cattle at 50 km (Y = 1, P = 300, C = 180, T = 1.2).</a:t>
            </a:r>
            <a:endParaRPr lang="en-US" sz="4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 × 120 − 1 × 1.2 × 50 = 60.</a:t>
            </a:r>
            <a:endParaRPr lang="en-US" sz="4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read land use from rent curves?</a:t>
            </a:r>
            <a:endParaRPr lang="en-US" sz="4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each distance, the crop with the highest curve takes the land.</a:t>
            </a:r>
            <a:endParaRPr lang="en-US" sz="4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Rent = Y(P − C) − Y·T·______.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______ curve wins the land.</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Cheaper transport makes curves ______.</a:t>
            </a:r>
            <a:endParaRPr lang="en-US" sz="36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three rent curves from the table on graph paper and mark the zones.</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prepares Lesson 7: Sinclair's Model.</a:t>
            </a:r>
            <a:endParaRPr lang="en-US" sz="4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Yield</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rendement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Price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prix</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Cost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coût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Transport rate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tarif de transport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Curve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courbe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Zone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zone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Theories of Agricultural Land Use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Practical Work 1: Calculating Locational Rent and Drawing Rent Curves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Apply the locational rent formula. Draw rent curves for several crops. Deduce land use zones from the curves.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calculate locational rent and draw land use zones.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Yield (Y), Rent curve; II. Method: Formula, Drawing, Land use; III. Interpretation: Pattern, Changes.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Draw the three rent curves from the table on graph paper and mark the zones.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8 min | Situation 8 min | 5 activities 30 min | Board summary (copying) 30 min | Evaluation, remediation 10 min | Homework, logbook 9 min | Spare 5 min</a:t>
            </a:r>
            <a:endParaRPr lang="en-US" sz="2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National Geography Syllabus, Sixth Forms (Lower &amp; Upper Sixth), MINESEC/IGE/IP-SS, August 2019 — Module 6 (Economic Geography).</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5: “Sandga Market in Douala, Cameroon” by The Advocacy Project, CC BY-NC-SA 2.0, via Flickr (https://www.flickr.com/photos/42487558@N00/3636438732)</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2026-09-26T20:31:25Z</dcterms:created>
  <dcterms:modified xsi:type="dcterms:W3CDTF">2026-09-26T20:31:25Z</dcterms:modified>
</cp:coreProperties>
</file>