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Natural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Resources and Economic Activities, and the sub-topic is Resources and Economic Activities. The key notions we shall use today are: resource, natural resource, renewable, non-renewable, resource use, technology. At the end, you should be able to do this: learners are able to classify natural resources and explain why their use varies from place to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1: Urbanisation in Cameroon. The question was: Draw the site of Douala or Yaoundé and list three problems of the town.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Douala: low, swampy site on the Wouri estuary. Problems: floods, traffic jams and unplanned quarters (e.g. slums near swamps).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natural resource. Number 2: classify resources into renewable and non-renewable. Number 3: explain the factors of resource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People depend on land, water and forests. Minerals and oil are found underground.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has large forests, rivers, oil, bauxite and fertile soils, yet many of these resources are little used. Japan has few natural resources but is one of the richest countries in the world.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Having resources does not always mean using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does Japan use resources well?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has high technology, skills and capital.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resources of Cameroon are non-renewable?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Oil, bauxite, iron ore, gold.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natural resources sustainably so that future generations can also benefit.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introduces economic geography: how people use the resources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forest, a natural resource.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natural resource?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Anything from nature that people can use, such as land, water, forests or minerals.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renewable and non-renewable resources.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Distinguish renewable and non-renewable resources.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Renewable resources can be replaced naturally; non-renewable resources are used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oil pump.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oil called non-renewable?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took millions of years to form and cannot be replaced once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wind turbines.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technology change what is a resource?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New technology lets people use things that were useless before, like wind.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crowded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other factors of resource use.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Population size and culture (also capital and government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Natural Resources. Natural resources can be understood as follows. On this slide we have Natural resource.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Natural Resources. On this slide we have Resource and technology.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of Resources. Natural resources are classified into two types. On this slide we have Renewable resources.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Resources. On this slide we have Non-renewable resources.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renewable and non-renewable resources.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Spatial Variations and Factors of Resource Use. Resource use varies from place to place because of. On this slide we have Level of technology.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Spatial Variations and Factors of Resource Use. On this slide we have Population size and wealth.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Spatial Variations and Factors of Resource Use. On this slide we have Culture.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renewable and non-renewable resources with examples.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renewable: replaced naturally (forests, water). Non-renewable: used up (oil, bauxite).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factors of resource use.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technology and population size (also culture, capital).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renewable; number 2, non-renewable; number 3, technology.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five resources of your region and say whether each is renewable or not.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What is Agriculture?.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 NATURAL RESOURCES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 Natural Resources</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Natural Resources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Resources and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Resources and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Natural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Resource, natural resource, renewable, non-renewable, resource use, technology.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classification into renewable and non-renewable resources; spatial variations in resource use and its factors (culture, population size, technology).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natural resources and explain why their use varies from place to place.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1: Urbanisation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site of Douala or Yaoundé and list three problems of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low, swampy site on the Wouri estuary. Problems: floods, traffic jams and unplanned quarters (e.g. slums near swamps).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natural resource.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resources into renewable and non-renewable.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resource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depend on land, water and forests.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Minerals and oil are found underground.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has large forests, rivers, oil, bauxite and fertile soils, yet many of these resources are little used. Japan has few natural resources but is one of the richest countries in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Having resources does not always mean using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Japan use resources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high technology, skills and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resources of Cameroon are non-renewable?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bauxite, iron ore, gold.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natural resources sustainably so that future generations can also benefit.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introduces economic geography: how people use the resources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forest, a natural resource.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natural resource?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Anything from nature that people can use, such as land, water, forests or minerals.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resour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Renewable and non-renewable resources.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renewable and non-renewable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Renewable resources can be replaced naturally; non-renewable resources are used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oilwell.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oil pump.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oil called non-renewable?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took millions of years to form and cannot be replaced once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RESOURCE USE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wind.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Wind turbines.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RESOURCE USE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technology change what is a resource?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RESOURCE USE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technology lets people use things that were useless before, like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RESOURCE USE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crow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crowded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RESOURCE USE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other factors of resource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RESOURCE USE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size and culture (also capital and government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Resources and Economic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Resources and Economic Activities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Natural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Natural Resources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Natural resources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resource: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anything found in nature that people can use to satisfy their needs, such as land, water, forests, minerals and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Natural Resources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Resource and technology: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Something becomes a resource only when people have the knowledge and technology to use it. Wind and sunlight became resources with turbines and solar panels.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of Resources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Natural resources are classified into two types: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Renewable 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renewed naturally and can last for ever if well managed, such as sunlight, wind, water, forests, soils and fish. Over-use can destroy forests, soils and fish stocks.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of Resources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Non-renewable 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exist in fixed amounts and take millions of years to form, such as oil, coal, gas and minerals. Once used, they cannot be replaced.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of Resources</a:t>
            </a:r>
            <a:endParaRPr lang="en-US" sz="3600" dirty="0"/>
          </a:p>
        </p:txBody>
      </p:sp>
      <p:pic>
        <p:nvPicPr>
          <p:cNvPr id="4" name="Image 0" descr="/home/claude/f4/img/v2/resour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renewable and non-renewable resources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Spatial Variations and Factors of Resource Use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Resource use varies from place to place because of:</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Level of technology: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Rich countries have the technology to exploit deep oil, minerals and renewable energy. Poor countries often export raw resources without processing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Spatial Variations and Factors of Resource Use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size and wealth: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and rich populations consume more resources; the USA uses far more energy per person than Cameroon. Growing populations increase pressure on land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Spatial Variations and Factors of Resource Use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Beliefs and customs influence what is used, for example sacred forests are protected and some foods are forbidden. Traditional knowledge also guides the use of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renewable and non-renewable resources with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Renewable: replaced naturally (forests, water). Non-renewable: used up (oil, bauxite).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resource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Technology and population size (also culture,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Resources that can be replaced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Oil is a ______ resource.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New ______ makes new things become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resources of your region and say whether each is renewable or not.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What is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ressource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Renewable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Renouvelable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Non-renewable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Non renouvelable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Technology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technologie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Capital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capital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L'exploitation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Resources and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Natural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natural resource. Classify resources into renewable and non-renewable. Explain the factors of resource use.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natural resources and explain why their use varies from place to place.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Natural Resources; Classification of Resources; Spatial Variations and Factors of Resource Use.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five resources of your region and say whether each is renewable or not.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resources of your region.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sort resources into two lists.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mention oil fields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solar panels.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factors.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“Oil Pump Jack” by Paul Lowry, CC BY 2.0, via Flickr (https://www.flickr.com/photos/10039026@N03/2770193028)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“Wind turbine farm” by World Bank Photo Collection, CC BY-NC-ND 2.0, via Flickr (https://www.flickr.com/photos/10816734@N03/4941489845)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“Wax market” by zouzouwizman, CC BY 2.0, via Flickr (https://www.flickr.com/photos/61111202@N00/12129001)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2026-09-27T09:46:26Z</dcterms:created>
  <dcterms:modified xsi:type="dcterms:W3CDTF">2026-09-27T09:46:26Z</dcterms:modified>
</cp:coreProperties>
</file>