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Natural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Resources and Economic Activities, and the sub-topic is Resources and Economic Activities. The key notions we shall use today are: resource, natural resource, renewable, non-renewable, resource use, technology. At the end, you should be able to do this: learners are able to classify natural resources and explain why their use varies from place to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Urbanisation in Cameroon. The question was: Draw the site of Douala or Yaoundé and list three problems of the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Douala: low, swampy site on the Wouri estuary. Problems: floods, traffic jams and unplanned quarters (e.g. slums near swamps).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natural resource. Number 2: classify resources into renewable and non-renewable. Number 3: explain the factors of resource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depend on land, water and forests. Minerals and oil are found underground.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large forests, rivers, oil, bauxite and fertile soils, yet many of these resources are little used. Japan has few natural resources but is one of the richest countries in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Having resources does not always mean using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does Japan use resources well?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has high technology, skills and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resources of Cameroon are non-renewable?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Oil, bauxite, iron ore, gold.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natural resources sustainably so that future generations can also benefit.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introduces economic geography: how people use the resources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forest, a natural resource.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natural resource?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Anything from nature that people can use, such as land, water, forests or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renewable and non-renewable resources.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renewable and non-renewable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Renewable resources can be replaced naturally; non-renewable resources are used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oil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oil called non-renewable?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took millions of years to form and cannot be replaced once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wind turbines.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technology change what is a resource?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New technology lets people use things that were useless before, like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crowded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other factors of resource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Population size and culture (also capital and government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Natural Resources. Natural resources can be understood as follows. On this slide we have Natural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Natural Resources. On this slide we have Resource and technology.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Resources. Natural resources are classified into two types. On this slide we have Renewable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Resources. On this slide we have Non-renewable resources.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renewable and non-renewable resources.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Variations and Factors of Resource Use. Resource use varies from place to place because of. On this slide we have Level of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Variations and Factors of Resource Use. On this slide we have Population size and wealth.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Variations and Factors of Resource Use. On this slide we have 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renewable and non-renewable resources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renewable: replaced naturally (forests, water). Non-renewable: used up (oil, bauxite).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resource use.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technology and population size (also culture, capital).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renewable; number 2, non-renewable; number 3,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resources of your region and say whether each is renewable or not.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What is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NATURAL RESOURCES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Natural Resources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and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and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Natural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 natural resource, renewable, non-renewable, resource use,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into renewable and non-renewable resources; spatial variations in resource use and its factors (culture, population size, technology).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natural resources and explain why their use varies from place to place.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Urbanisation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site of Douala or Yaoundé and list three problems of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low, swampy site on the Wouri estuary. Problems: floods, traffic jams and unplanned quarters (e.g. slums near swamps).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natural resource.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resources into renewable and non-renewable.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depend on land, water and forests.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Minerals and oil are found underground.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large forests, rivers, oil, bauxite and fertile soils, yet many of these resources are little used. Japan has few natural resources but is one of the richest countries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Having resources does not always mean using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Japan use resources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high technology, skills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resources of Cameroon are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bauxite, iron ore, gold.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natural resources sustainably so that future generations can also benefit.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introduces economic geography: how people use the resources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rain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forest, a natural resource.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natural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Anything from nature that people can use, such as land, water, forests or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e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Renewable and non-renewable resources.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renewable and non-renewable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resources can be replaced naturally; non-renewable resources are used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oilwell.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oil called non-renewable?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took millions of years to form and cannot be replaced once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win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Wind turbines.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technology change what is a resource?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technology lets people use things that were useless before, like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row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other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 OF RESOURCE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size and culture (also capital and government policy).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Resources and Economic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Resources and Economic Activities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Natural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Resources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resources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found in nature that people can use to satisfy their needs, such as land, water, forests, minerals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Natural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Something becomes a resource only when people have the knowledge and technology to use it. Wind and sunlight became resources with turbines and solar panels.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Natural resources are classified into two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Renewable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renewed naturally and can last for ever if well managed, such as sunlight, wind, water, forests, soils and fish. Over-use can destroy forests, soils and fish stocks.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Non-renewable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exist in fixed amounts and take millions of years to form, such as oil, coal, gas and minerals. Once used, they cannot be replaced.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of Resources</a:t>
            </a:r>
            <a:endParaRPr lang="en-US" sz="3600" dirty="0"/>
          </a:p>
        </p:txBody>
      </p:sp>
      <p:pic>
        <p:nvPicPr>
          <p:cNvPr id="4" name="Image 0" descr="/home/claude/f4/img/v2/resourc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renewable and non-renewable resources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Resource use varies from place to place because of:</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 of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Rich countries have the technology to exploit deep oil, minerals and renewable energy. Poor countries often export raw resources without processing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size and wealth: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and rich populations consume more resources; the USA uses far more energy per person than Cameroon. Growing populations increase pressure on land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Spatial Variations and Factors of Resource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Beliefs and customs influence what is used, for example sacred forests are protected and some foods are forbidden. Traditional knowledge also guides the use of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renewable and non-renewable resources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Renewable: replaced naturally (forests, water). Non-renewable: used up (oil, bauxite).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resource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Technology and population size (also culture,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Resources that can be replaced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Oil is a ______ resource.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______ makes new things become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resources of your region and say whether each is renewable or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What is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Renewable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Renouvelable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Non-renewable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Non renouvelable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Resources and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Natural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natural resource. Classify resources into renewable and non-renewable. Explain the factors of resource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natural resources and explain why their use varies from place to place.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Natural Resources; Classification of Resources; Spatial Variations and Factors of Resource Use.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resources of your region and say whether each is renewable or not.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resources of your region.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sort resources into two lists.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oil fields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solar panels.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factors.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“Amazon 11” by CIAT International Center for Tropical Agriculture, CC BY-SA 2.0, via Flickr (https://www.flickr.com/photos/38476503@N08/5641587148)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“Oil Pump Jack” by Paul Lowry, CC BY 2.0, via Flickr (https://www.flickr.com/photos/10039026@N03/2770193028)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“Wind turbine farm” by World Bank Photo Collection, CC BY-NC-ND 2.0, via Flickr (https://www.flickr.com/photos/10816734@N03/4941489845)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“Wax market” by zouzouwizman, CC BY 2.0, via Flickr (https://www.flickr.com/photos/61111202@N00/12129001)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2026-09-27T10:08:11Z</dcterms:created>
  <dcterms:modified xsi:type="dcterms:W3CDTF">2026-09-27T10:08:11Z</dcterms:modified>
</cp:coreProperties>
</file>