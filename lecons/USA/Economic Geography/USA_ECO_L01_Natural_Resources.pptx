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1: Natural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resources of your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sort resources into two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mention oil fields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solar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renewable 2. non-renewable 3.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UPPER SIXTH ARTS  —  ECONOMIC GEOGRAPHY  —  LESSON 1</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Natural Resources</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Upper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Resources and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Resources and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1: Natural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Resource, natural resource, renewable, non-renewable, resource use, technology.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Meaning; classification into renewable and non-renewable resources; spatial variations in resource use and its factors (culture, population size, technology).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classify natural resources and explain why their use varies from place to place.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a natural resource.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Classify resources into renewable and non-renewable.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factors of resource use.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People depend on land, water and forests.</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Minerals and oil are found underground.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large forests, rivers, oil, bauxite and fertile soils, yet many of these resources are little used. Japan has few natural resources but is one of the richest countries in the world.</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Having resources does not always mean using them.</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Japan use resources well?</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high technology, skills and capital.</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resources of Cameroon are non-renewable?</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bauxite, iron ore, gold.</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economic geography: how people use the resources of the Earth.</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2t_rainforest.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forest, a natural resource.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natural resource?</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Anything from nature that people can use, such as land, water, forests or minerals.</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CLASSIFICATION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resource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Renewable and non-renewable resources.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CLASSIFICATION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renewable and non-renewable resources.</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CLASSIFICATION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resources can be replaced naturally; non-renewable resources are used up.</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CLASSIFICATION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usa_oilwell.jpg">    </p:cNvPr>
          <p:cNvPicPr>
            <a:picLocks noChangeAspect="1"/>
          </p:cNvPicPr>
          <p:nvPr/>
        </p:nvPicPr>
        <p:blipFill>
          <a:blip r:embed="rId1"/>
          <a:stretch>
            <a:fillRect/>
          </a:stretch>
        </p:blipFill>
        <p:spPr>
          <a:xfrm>
            <a:off x="2018433" y="1691640"/>
            <a:ext cx="8152085"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 oil pump.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CLASSIFICATION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oil called non-renewable?</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CLASSIFICATION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took millions of years to form and cannot be replaced once used.</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FACTORS OF USE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usa_wind.jpg">    </p:cNvPr>
          <p:cNvPicPr>
            <a:picLocks noChangeAspect="1"/>
          </p:cNvPicPr>
          <p:nvPr/>
        </p:nvPicPr>
        <p:blipFill>
          <a:blip r:embed="rId1"/>
          <a:stretch>
            <a:fillRect/>
          </a:stretch>
        </p:blipFill>
        <p:spPr>
          <a:xfrm>
            <a:off x="2018433" y="1691640"/>
            <a:ext cx="8152085"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Wind turbines.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FACTORS OF USE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technology change what is a resource?</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FACTORS OF USE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technology lets people use things that were useless before, like wind.</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FACTORS OF USE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usa_crowd.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crowded market.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FACTORS OF USE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factors of resource use.</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FACTORS OF USE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size and culture (also capital and government policy).</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Natural Resources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Resources and Economic Activities</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Resources and Economic Activities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Natural Resources</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Natural resource: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anything from nature that people can use to meet their needs.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Renewable resource: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resource that can be replaced naturally, like water or forests.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Non-renewable resource: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resource that is used up and cannot be replaced, like oil.</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Classification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Renewable resources: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Sun, wind, water, soils, forests and fish can be renewed. They must be managed well to last.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Non-renewable resources: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Oil, coal, gas and minerals took millions of years to form. They will run out.</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Classification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Other groups: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Resources can also be biotic (living) or abiotic (non-living). They can be actual (used) or potential (not yet used).</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Spatial Variations and Factors (1/3)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Variations: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Rich countries use most of the world's resources. Many poor countries export raw resources without using them.</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Technology and capital: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Skills, machines and money allow the use of resources. Japan uses imported resources very well.</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Spatial Variations and Factors (2/3)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Population and culture: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Large populations need more resources. Culture decides what people eat, wear and use.</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Spatial Variations and Factors (3/3)</a:t>
            </a:r>
            <a:endParaRPr lang="en-US" sz="3600" dirty="0"/>
          </a:p>
        </p:txBody>
      </p:sp>
      <p:pic>
        <p:nvPicPr>
          <p:cNvPr id="13" name="Image 0" descr="/home/claude/f4/img/v2/resource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classification.</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renewable and non-renewable resources with examples.</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replaced naturally (forests, water). Non-renewable: used up (oil, bauxite).</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resource use.</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Technology and population size (also culture, capital).</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Resources that can be replaced are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Oil is a ______ resource.</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New ______ makes new things become resources.</a:t>
            </a:r>
            <a:endParaRPr 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resources of your region and say whether each is renewable or not.</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2: What is Agriculture?</a:t>
            </a:r>
            <a:endParaRPr lang="en-US" sz="4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Resource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ressource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Renewable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Renouvelable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Non-renewable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Non renouvelable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Technology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technologie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Capital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capital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Use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L'exploitation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Resources and Economic Activities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1: Natural Resources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a natural resource. Classify resources into renewable and non-renewable. Explain the factors of resource use.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classify natural resources and explain why their use varies from place to place.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Natural resource, Renewable resource, Non-renewable resource; II. Classification: Renewable resources, Non-renewable resources, Other groups; III. Spatial Variations and Factors: Variations, Technology and capital, Population and culture.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List five resources of your region and say whether each is renewable or not.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6 (Economic Geography).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“Oil Pump Jack” by Paul Lowry, CC BY 2.0, via Flickr (https://www.flickr.com/photos/10039026@N03/2770193028)</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“Wind turbine farm” by World Bank Photo Collection, CC BY-NC-ND 2.0, via Flickr (https://www.flickr.com/photos/10816734@N03/4941489845)</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“Wax market” by zouzouwizman, CC BY 2.0, via Flickr (https://www.flickr.com/photos/61111202@N00/12129001)</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2026-09-26T20:31:25Z</dcterms:created>
  <dcterms:modified xsi:type="dcterms:W3CDTF">2026-09-26T20:31:25Z</dcterms:modified>
</cp:coreProperties>
</file>