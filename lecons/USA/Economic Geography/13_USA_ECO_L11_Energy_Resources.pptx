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Energy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Power Resources, and the sub-topic is Power Resources. The key notions we shall use today are: energy, fossil fuel, renewable energy, hydro-electricity, energy conservation. At the end, you should be able to do this: learners are able to classify energy resources, describe their distribution and propose sustainable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Agricultural Development and Change in Cameroon. The question was: Draw the farming map of Cameroon and write one crop per region.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Map: cotton – North; cocoa – Centre, South, East; coffee – West and North-West; bananas and oil palm – Littoral and South-West; tea – South-West and North-West; cattle – Adamawa; rice – Far North (SEMRY).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classify energy resources. Number 2: describe world producers and consumers. Number 3: explain problems of energy and future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Oil and coal are non-renewable. Rivers can produce electricity.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produces oil and hydro-electricity, yet many villages have no electricity and towns suffer power cuts. Meanwhile, the burning of oil and coal in the world changes the climate.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Energy is unevenly available and some sources pollute.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energy sources does Cameroon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Hydro-electricity, oil, gas and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sources are clean?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Renewable sources like hydro, solar and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energy and promote clean, renewable energy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energy, a key resource for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renewable and non-renewable energy.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renewable and two non-renewable energy 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Renewable: solar, hydro. Non-renewable: oil, coal.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world energy use by source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share of world energy comes from fossil fuels?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80 %.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main oil producers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three largest oil producers.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USA, Saudi Arabia and Russia.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offshore oil platform.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of fossil fuels.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will run out and they pollute (greenhouse gases, oil spills).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solar panels.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solar and wind called clean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do not produce greenhouse gases and never run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 and Classification. Energy resources can be defined and classified as follows. On this slide we have Energy resource.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Definition and Classification. On this slide we have Non-renewable sources and Renewable 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energy sources.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Distribution and Importance. Energy resources are distributed and used as follows. On this slide we have Global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Distribution and Importance. On this slide we have Producers and consumers.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Distribution and Importance. On this slide we have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oil producers.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Future Sources and Conservation. Energy resources face the following problems and solutions.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Future Sources and Conservation. On this slide we have Energy sources for the future.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Future Sources and Conservation. On this slide we have Energy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Classify energy resources with two examples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non-renewable: oil, coal. Renewable: hydro, solar.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fossil fuels and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problems: exhaustion, pollution. Solutions: renewable energy, conservation.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fossil; number 2, hydro-electricity; number 3,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energy sources used in your home and suggest how to save energy.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Minerals and Mining.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ENERGY RESOURCES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Energy Resources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Power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Power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Energy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fossil fuel, renewable energy, hydro-electricity, energy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classification; sources and world distribution (producers and consumers); importance; problems (exhaustion, pollution); future energy sources;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energy resources, describe their distribution and propose sustainable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Agricultural Development and Change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farming map of Cameroon and write one crop per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 cotton – North; cocoa – Centre, South, East; coffee – West and North-West; bananas and oil palm – Littoral and South-West; tea – South-West and North-West; cattle – Adamawa; rice – Far North (SEMRY).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energy resources.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world producers and consumers.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problems of energy and future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Oil and coal are non-renewable.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can produce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produces oil and hydro-electricity, yet many villages have no electricity and towns suffer power cuts. Meanwhile, the burning of oil and coal in the world changes the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is unevenly available and some sources pollute.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energy sources does Cameroon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Hydro-electricity, oil, gas and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sources are clean?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sources like hydro, solar and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energy and promote clean, renewable energy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energy, a key resource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nerg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Renewable and non-renewable energy.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renewable and two non-renewable energy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solar, hydro. Non-renewable: oil, 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SOURCES AND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nergy_mix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energy use by source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SOURCES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share of world energy comes from fossil fuels?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SOURCES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80 %.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PRODUCERS AND CONSUMERS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oil_producer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oil producers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PRODUCERS AND CONSUMERS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largest oil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PRODUCERS AND CONSUMERS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USA, Saudi Arabia and Russia.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offsh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offshore oil platform.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fossil fuels.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will run out and they pollute (greenhouse gases, oil spills).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ENERGY SOURCES FOR THE FUTURE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Solar panels.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ENERGY SOURCES FOR THE FUTURE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solar and wind called clean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ENERGY SOURCES FOR THE FUTURE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do not produce greenhouse gases and never run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Power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Power Resources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Energy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resources can be defined and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source of power used to produce heat, light, movement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Non-renewable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fossil fuels (coal, oil, natural gas) and nuclear fuel (uranium). They will run out one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Renewable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hydro-electricity, solar, wind, geothermal, tidal and wave energy and biomass. They are renewed naturally.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pic>
        <p:nvPicPr>
          <p:cNvPr id="4" name="Image 0" descr="/home/claude/f4/img/v2/energ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energy sources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resources are distributed and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Fossil fuels provide about 80 % of world energy. Oil is concentrated in the Middle East, Russia, the USA and parts of Africa (Nigeria, Angola).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Producers and consumers: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USA, Saudi Arabia and Russia are the largest oil producers. The USA, China and Europe are the largest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powers industry, transport, homes and agriculture and is linked to development. Energy exports bring revenue to countries such as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a:t>
            </a:r>
            <a:endParaRPr lang="en-US" sz="3600" dirty="0"/>
          </a:p>
        </p:txBody>
      </p:sp>
      <p:pic>
        <p:nvPicPr>
          <p:cNvPr id="4" name="Image 0" descr="/home/claude/f4/img/v2/oil_producer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oil producers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Future Sources and Conservation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resources face the following problems and solutions: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Fossil fuels are exhaustible and their prices fluctuate. Their burning causes air pollution and climate change, and oil spills damage seas.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Future Sources and Conservation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sources for the future: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HEP, solar, wind, wave and tidal, geothermal and biomass are clean and renewable. Cameroon has huge hydro potential and strong sunshine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Future Sources and Conservation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Efficient lamps and machines, insulation, public transport and recycling reduce energy use. Saving energy also saves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energy resources with two examples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Non-renewable: oil, coal. Renewable: hydro, solar.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fossil fuels and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Problems: exhaustion, pollution. Solutions: renewable energy,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Coal, oil and gas are ______ fuels.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Energy from rivers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Using less energy is energy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energy sources used in your home and suggest how to save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Minerals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 fuel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combustible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Solar 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 solaire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Power cut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coupure de courant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économies d'énergie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Power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Energy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energy resources. Describe world producers and consumers. Explain problems of energy and future 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energy resources, describe their distribution and propose sustainable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 and Classification; Sources, Distribution and Importance; Problems, Future Sources and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energy sources used in your home and suggest how to save energy.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sort energy sources.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them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pollution.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solar in villages.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“Rig I” by Tuftronic10000, CC BY 2.0, via Flickr (https://www.flickr.com/photos/36574363@N00/367931994)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2026-09-27T10:31:48Z</dcterms:created>
  <dcterms:modified xsi:type="dcterms:W3CDTF">2026-09-27T10:31:48Z</dcterms:modified>
</cp:coreProperties>
</file>