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31: Tourism.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attractions.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sort the impacts.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ecotourism 2. Europe 3. consolidation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31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 Activities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(Global) Tourism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31: Tourism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Tourism, tourist, destination, mass tourism, ecotourism, Butler model.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types and categories of tourists; major origins and destinations; resources, facilities and activities; impacts; growth and factors; measures to promote tourism; Butler's model.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world tourism, its impacts and its evolution.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tourism and classify its types.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origins, destinations and factors of growth.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impacts of tourism and the Butler model.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travel for holidays.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has beaches, mountains and parks.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European tourists visit the beaches of Kribi and the park of Waza. They spend money in hotels and markets, but some beaches become dirty and local customs change.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Tourism brings money but also problems.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tourist attractions in the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Kribi beaches and Waza park.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problem of tourism.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Pollution of beaches (or change in local customs).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tourism and how to manage it.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bea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crowded beach resort.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mass tourism and ecotourism.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tourism: many tourists in resorts. Ecotourism: small groups visiting nature with care for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ORIGINS AND DESTINATIONS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tourism_flow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tourist flows.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ORIGINS AND DESTINATIONS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region sends and receives most tourists?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ORIGINS AND DESTINATIONS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Europe.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RESOURCES AND ACTIVITIES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safa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Wildlife in an African park.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RESOURCES AND ACTIVITIES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natural and two human tourist resources.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RESOURCES AND ACTIVITIES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Natural: wildlife, beaches. Human: monuments, festivals.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tourism_impac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 and negative impacts.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positive and two negative impacts of tourism.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Positive: jobs, foreign currency. Negative: pollution, loss of culture.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BUTLER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butl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Butler's tourist area life cycle.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BUTLER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happen after stagnation?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BUTLER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Decline, or rejuvenation if the resort is improved.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Tourism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Tourism Activities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World (Global) Tourism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31: Tourism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travel for leisure, business or culture outside one's usual home for at least one night.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person who travels for this purpose.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responsible travel to natural areas that protects nature and helps local people.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Nature and Growth of Tourism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Mass, eco, cultural, business and religious tourism exist. Tourists can be domestic or international.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Origins and destinations: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Europe, North America and East Asia send most tourists. France, Spain, the USA and Italy receive the most.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Nature and Growth of Tourism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Factors of growth: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 incomes, paid holidays and cheap flights increased tourism. The internet and peace also help.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Nature and Growth of Tourism (3/3)</a:t>
            </a:r>
            <a:endParaRPr lang="en-US" sz="3600" dirty="0"/>
          </a:p>
        </p:txBody>
      </p:sp>
      <p:pic>
        <p:nvPicPr>
          <p:cNvPr id="13" name="Image 0" descr="/home/claude/f4/img/v2/tourism_flow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the main flows.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Impacts and Butler Model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Positive impacts: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Tourism creates jobs, foreign currency and infrastructure. It can protect nature and culture.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Negative impacts: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can cause pollution, high prices and loss of culture. Profits often leave the country.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Impacts and Butler Model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Butler model: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resort passes through exploration, involvement, development, consolidation and stagnation. It then declines or is rejuvenated.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Promotion: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Advertising, security and good infrastructure attract tourists. Training staff also improves service.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for the growth of world tourism.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 incomes and cheaper air travel.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stages of Butler's model.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Exploration, involvement, development, consolidation, stagnation, then decline or rejuvenation.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Travel to nature that protects it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largest tourist region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Butler's stage after development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Choose a tourist site in Cameroon and place it on a stage of Butler's model.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7: Tourism Development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tourisme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touriste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destination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L'hôtel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Wildlife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faune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 Activities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31: Tourism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tourism and classify its types. Describe origins, destinations and factors of growth. Explain the impacts of tourism and the Butler model.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world tourism, its impacts and its evolution.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Tourism, Tourist, Ecotourism; II. Nature and Growth of Tourism: Types, Origins and destinations, Factors of growth; III. Impacts and Butler Model: Positive impacts, Negative impacts, Butler model, Promotion.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Choose a tourist site in Cameroon and place it on a stage of Butler's model.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“Crowded Sunny Beach, Bulgaria” by phototouring, CC BY-NC-SA 2.0, via Flickr (https://www.flickr.com/photos/19054742@N00/1557605901)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“African Bush Elephant, Amboseli National Park, Kenya” by Ray in Manila, CC BY 2.0, via Flickr (https://www.flickr.com/photos/21186555@N07/37211779966)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2026-09-26T20:31:29Z</dcterms:created>
  <dcterms:modified xsi:type="dcterms:W3CDTF">2026-09-26T20:31:29Z</dcterms:modified>
</cp:coreProperties>
</file>