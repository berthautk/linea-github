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New Trends in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high-technology industry, multinational corporation, deindustrialisation, reindustrialisation, science park. At the end, you should be able to do this: learners are able to explain recent changes in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Industrial Inertia. The question was: Find an old industry in Cameroon that stayed in its place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Brasseries in Douala-Bassa or old factories in Akwa have stayed despite congestion, because of their buildings, workers, suppliers and nearness to the port and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high-technology industries. Number 2: explain multinational corporations. Number 3: explain deindustrialisation and reindustrialisation.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Manufacturing moved to Asia. Old industrial regions lost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phone in a learner's pocket was designed in the USA, assembled in China by a company with factories in many countries, and sold in Cameroon. Meanwhile, old factories in Europe have closed.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Manufacturing has become global and high-tech.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company with factories in many countries?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multinational corporation.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closing of old factories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new industries through education and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modern world of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high-tech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Research and skilled workers; footloose, often in science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containers carrying goods worldwide.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advantage and one disadvantage of multinationals for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jobs and investment. Disadvantage: profits leave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manufacturing jobs in the UK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deindustrialisation?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decline of manufacturing in a country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textile workers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causes of deindustrialisation in MEDCs.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Competition from cheap-labour countries and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robotic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reindustrialisation?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growth of new industries in old industrial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New Trends in Manufacturing. The main new trends are. On this slide we have High-technology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New Trends in Manufacturing. On this slide we have Multinational corporations (MNCs).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New Trends in Manufacturing. On this slide we have Deindustrialisation.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New Trends in Manufacturing. On this slide we have Reindustrialisation.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deindustrialisation and the global shift.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multinational corporation and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company in several countries; brings jobs but profits leave.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deindustrialisation.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competition from cheap-labour countries and automation.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multinational; number 2, deindustrialisation; number 3,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multinationals present in Cameroon and their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Weber's Least-Cost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NEW TRENDS IN MANUFACTURING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New Trends in Manufacturing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New Trends in Manufacturing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High-technology industry, multinational corporation, deindustrialisation, reindustrialisation, science park.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High-tech industries, multinationals, deindustrialisation and reindustrialisation: meaning, causes and consequences (briefly).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recent changes in manufacturing.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Industrial Inertia):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old industry in Cameroon that stayed in its place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Brasseries in Douala-Bassa or old factories in Akwa have stayed despite congestion, because of their buildings, workers, suppliers and nearness to the port and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high-technology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multinational corporations.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deindustrialisation and reindustrialisation.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Manufacturing moved to Asia.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industrial regions lost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phone in a learner's pocket was designed in the USA, assembled in China by a company with factories in many countries, and sold in Cameroon. Meanwhile, old factories in Europe have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 has become global and high-tech.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company with factories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multinational corporation.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closing of old factories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new industries through education and innovation.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modern world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HIGH-TECHNOLOGY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HIGH-TECHNOLOGY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high-tech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HIGH-TECHNOLOGY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 and skilled workers; footloose, often in science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MULTINATIONAL CORPORATIONS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carrying goods worldwide.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MULTINATIONAL CORPORATIONS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multinationals for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MULTINATIONAL CORPORATIONS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jobs and investment. Disadvantage: profits leave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Manufacturing jobs in the UK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decline of manufacturing in a country or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deindustrialisation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Competition from cheap-labour countries and automation.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robotic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growth of new industries in old industrial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New Trends in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new trends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High-technology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electronics, computers, medicines and aerospace products using research and skilled workers. They are footloose and cluster in science parks such as Silicon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Multinational corporations (MNCs):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firms operating in many countries, like Nestlé, Total and Samsung. They bring investment and jobs, but profits often leave the host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decline of manufacturing jobs in MEDCs, caused by competition from low-wage countries and automation. It leads to unemployment and derelict industrial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new industries, often high-tech and services, in old industrial regions. Government aid and new technology support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New Trends in Manufacturing</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deindustrialisation and the global shift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multinational corporation and 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in several countries; brings jobs but profits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Competition from cheap-labour countries and automation.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company in many countries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decline of manufacturing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High-tech firms cluster in science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multinationals present in Cameroon and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multinationale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Science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technopôle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Automation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L'automatisation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New Trends in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high-technology industries. Explain multinational corporations. Explain deindustrialisation and reindustrialisation.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recent changes in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New Trends in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multinationals present in Cameroon and their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high-tech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multinationals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2026-09-27T10:31:50Z</dcterms:created>
  <dcterms:modified xsi:type="dcterms:W3CDTF">2026-09-27T10:31:50Z</dcterms:modified>
</cp:coreProperties>
</file>