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Practical Work 3: Material Index, Location Triangles and Isodapanes.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calculate MI for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compare several sites.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discuss the critical isodapane.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discuss Minim-Martap.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discuss limits.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product 2. ton-kilometre 3. critical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UPPER SIXTH ARTS  —  ECONOMIC GEOGRAPHY  —  PRACTICAL WORK 3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Index, Location Triangles and Isodapanes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 Sixth Arts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6: Understanding and managing the dynamics of economic activities across the world in general and Cameroon in particular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Theories of Industrial Location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Theories of Industrial Location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Practical Work 3: Material Index, Location Triangles and Isodapanes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 index, location triangle, ton-kilometres, isodapane, critical isodapane.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Calculation of material index and location types; location triangles; plotting and interpreting isodapanes and least labour cost location.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calculate the material index and use isodapanes.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the material index.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least transport cost point in a triangle.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isodapanes for a labour location.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= materials ÷ product.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Isodapanes join equal extra transport costs.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investor wants to build a cement factory. It needs 1.6 t of limestone and 0.2 t of gypsum for each tonne of cement. The class must advise where to build.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class must find the best factory location.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must they calculate first?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material index.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MI here?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(1.6 + 0.2) ÷ 1 = 1.8, so near the limestone.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practical work helps us to apply Weber's model with numbers.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MATERIAL INDEX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mi_table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 index of several industries.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MATERIAL INDEX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is brewing market-oriented?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MATERIAL INDEX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 = 0.2: water is added at the market, so the product gains weight.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TON-KILOMETRES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weber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location triangle.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TON-KILOMETRES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site is 20 km from 2 t of ore and 10 km from a market for 1 t of product. Find the ton-km.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TON-KILOMETRES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× 20 + 1 × 10 = 50 ton-km.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ISODAPANES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isodapane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Isodapanes.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ISODAPANES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labour town saves 25 per tonne and lies between the +20 and +30 isodapanes. Should the firm move?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ISODAPANES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Only if the extra cost there is below 25; between +20 and +30 it depends on the exact position.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APPLICATION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lsa_bauxit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bauxite mine.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APPLICATION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Aluminium: 4 t of bauxite give 1 t of metal. Where should the refinery be?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APPLICATION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 = 4, so near the bauxite (if power is available).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INTERPRETATION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location_factor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Location factors.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INTERPRETATION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may real factories not follow the calculation?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INTERPRETATION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Power, labour, government and markets also matter.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 Index, Location Triangles and Isodapanes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Theories of Industrial Location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Theories of Industrial Location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Practical Work 3: Material Index, Location Triangles and Isodapanes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Ton-kilometre: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cost unit of moving one tonne over one kilometre.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Critical isodapane: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isodapane where extra transport cost equals labour savings.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Method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Material index: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 = total weight of localised materials ÷ weight of product. MI &gt; 1 gives a material location, and MI &lt; 1 a market location.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Location triangle: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Calculate ton-kilometres from each site to materials and market. The site with the lowest total is the least-cost point.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Method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Isodapanes: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Draw lines of equal extra cost around the least-cost point. Compare with the labour saving to find the critical isodapane.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Interpretation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Results: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Weight-losing industries locate near materials, and weight-gaining ones near markets. Cheap labour inside the critical isodapane attracts the firm.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Limits: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 costs are not linear and other factors intervene. The method gives only a guide.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Cement uses 1.6 t limestone and 0.2 t gypsum per tonne. Find MI and the location.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 = 1.8, near the limestone.</a:t>
            </a:r>
            <a:endParaRPr 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When does a firm move to a cheap-labour site?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When the site is inside the critical isodapane (savings &gt; extra costs).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 = materials ÷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Moving 1 t over 1 km is one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Savings equal to extra cost define the ______ isodapane.</a:t>
            </a:r>
            <a:endParaRPr lang="en-US" sz="3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Calculate ton-kilometres for three sites and choose the least-cost site.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24: Other Theories of Industrial Location.</a:t>
            </a:r>
            <a:endParaRPr lang="en-US" sz="4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calcul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site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Limestone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calcaire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Cement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ciment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L'économie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Isodapane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L'isodapane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Theories of Industrial Location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Practical Work 3: Material Index, Location Triangles and Isodapanes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Calculate the material index. Find the least transport cost point in a triangle. Interpret isodapanes for a labour location.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calculate the material index and use isodapanes.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Ton-kilometre, Critical isodapane; II. Method: Material index, Location triangle, Isodapanes; III. Interpretation: Results, Limits.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Calculate ton-kilometres for three sites and choose the least-cost site.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30 min | Board summary (copying) 30 min | Evaluation, remediation 10 min | Homework, logbook 9 min | Spare 5 min</a:t>
            </a:r>
            <a:endParaRPr lang="en-US" sz="2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Syllabus, Sixth Forms (Lower &amp; Upper Sixth), MINESEC/IGE/IP-SS, August 2019 — Module 6 (Economic Geography).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4: “Bauxite mine near Itea, Greece” by Jason-Morrison, CC BY-NC 2.0, via Flickr (https://www.flickr.com/photos/8998833@N07/929316608)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2026-09-26T20:31:28Z</dcterms:created>
  <dcterms:modified xsi:type="dcterms:W3CDTF">2026-09-26T20:31:28Z</dcterms:modified>
</cp:coreProperties>
</file>