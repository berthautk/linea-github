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3: Material Index, Location Triangles and Isodapanes.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Theories of Industrial Location, and the sub-topic is Theories of Industrial Location. The key notions we shall use today are: material index, location triangle, ton-kilometres, isodapane, critical isodapane. At the end, you should be able to do this: learners are able to calculate the material index and use isodapanes.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23: Weber's Least-Cost Model. The question was: Calculate the MI of two industries and state their best location.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Sugar: MI = 8 ÷ 1 = 8 → locate near the cane fields (Mbandjock). Brewing: MI = 0.2 ÷ 1 = 0.2 → locate near the market (Douala, Yaoundé).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calculate the material index. Number 2: find the least transport cost point in a triangle. Number 3: interpret isodapanes for a labour location.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MI = materials ÷ product. Isodapanes join equal extra transport costs.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An investor wants to build a cement factory. It needs 1.6 t of limestone and 0.2 t of gypsum for each tonne of cement. The class must advise where to build.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find the best factory location.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must they calculate first?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material index.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MI here?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(1.6 + 0.2) ÷ 1 = 1.8, so near the limestone.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calculate the least-cost location of an industry.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apply Weber's model with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material index of several industries.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is brewing market-oriented?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MI = 0.2: water is added at the market, so the product gains weight.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 location triangle.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A site is 20 km from 2 t of ore and 10 km from a market for 1 t of product. Find the ton-km.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2 × 20 + 1 × 10 = 50 ton-km.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isodapanes.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The labour town saves 25 per tonne and lies between the +20 and +30 isodapanes. Should the firm move?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Only if the extra cost there is below 25; between +20 and +30 it depends on the exact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bauxite mine.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Aluminium: 4 t of bauxite give 1 t of metal. Where should the refinery be?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MI = 4, so near the bauxite (if power is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location factors.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may real factories not follow the calculation?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Power, labour, government and markets also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Ton-kilometre and Isodapane.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Material Index and Location Triangles. The calculations are done as follows. On this slide we have Material index.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Material Index and Location Triangles. On this slide we have Ton-kilometres.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Material Index and Location Triangles. On this slide we have Example.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material index of industries.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Isodapanes and Least Labour Cost. Isodapanes are plotted and interpreted as follows. On this slide we have Plotting.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Isodapanes and Least Labour Cost. On this slide we have Interpretation.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Isodapanes and Least Labour Cost. On this slide we have Limits.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isodapanes.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Cement uses 1.6 t limestone and 0.2 t gypsum per tonne. Find MI and the location.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mI = 1.8, near the limestone.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When does a firm move to a cheap-labour site?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when the site is inside the critical isodapane (savings &gt; extra costs).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product; number 2, ton-kilometre; number 3, critical.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Calculate ton-kilometres for three sites and choose the least-cost site.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24: Other Theories of Industrial Location: Lösch and Smith.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PRACTICAL WORK 3: MATERIAL INDEX, LOCATION TRIANGLES AND ISODAPANES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Material Index, Location Triangles and Isodapanes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Theories of Industrial Location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Theories of Industrial Location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3: Material Index, Location Triangles and Isodapanes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Material index, location triangle, ton-kilometres, isodapane, critical isodapane.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Calculation of material index and location types; location triangles; plotting and interpreting isodapanes and least labour cost location.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calculate the material index and use isodapanes.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23: Weber's Least-Cost Model):</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MI of two industries and state their best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Sugar: MI = 8 ÷ 1 = 8 → locate near the cane fields (Mbandjock). Brewing: MI = 0.2 ÷ 1 = 0.2 → locate near the market (Douala,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material index.</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Find the least transport cost point in a triangle.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Interpret isodapanes for a labour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MI = materials ÷ product.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Isodapanes join equal extra transport costs.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investor wants to build a cement factory. It needs 1.6 t of limestone and 0.2 t of gypsum for each tonne of cement. The class must advise where to build.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find the best factory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must they calculate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material index.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MI 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(1.6 + 0.2) ÷ 1 = 1.8, so near the limestone.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least-cost location of an industry.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apply Weber's model with numbers.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MATERIAL INDEX</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mi_tab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Material index of several industries.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MATERIAL INDEX</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brewing market-oriented?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MATERIAL INDEX</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 = 0.2: water is added at the market, so the product gains weight.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LOCATION TRIANGLES: TON-KILOMETRES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web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location triangle.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LOCATION TRIANGLES: TON-KILOMETRES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site is 20 km from 2 t of ore and 10 km from a market for 1 t of product. Find the ton-km.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LOCATION TRIANGLES: TON-KILOMETRES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 × 20 + 1 × 10 = 50 ton-km.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ISODAPANES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isodapan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Isodapanes.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ISODAPANES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labour town saves 25 per tonne and lies between the +20 and +30 isodapanes. Should the firm move?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ISODAPANES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Only if the extra cost there is below 25; between +20 and +30 it depends on the exact position.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APPLICATION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bauxit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bauxite mine.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APPLICATION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Aluminium: 4 t of bauxite give 1 t of metal. Where should the refinery 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APPLICATION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 = 4, so near the bauxite (if power is available).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INTERPRETATION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ocation_facto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Location factors.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may real factories not follow the calculation?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Power, labour, government and markets also matter.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Theories of Industrial Location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Theories of Industrial Location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3: Material Index, Location Triangles and Isodapanes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Ton-kilometre: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transport of one tonne over one kilometre.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Isodapane: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line joining places of equal extra transport cost.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Material Index and Location Triangles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calculations are done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Material index: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 = weight of localised materials ÷ weight of product. Aluminium: 4 t of bauxite give 1 t of metal, so MI = 4 and the smelter locates near the raw material or cheap power.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Material Index and Location Triangles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Ton-kilometres: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each possible site, multiply each weight by its distance and add the results. The site with the lowest total is the least-cost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Material Index and Location Triangles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site 20 km from 2 t of ore and 10 km from a market for 1 t of product: 2 × 20 + 1 × 10 = 50 ton-km. The site with the lowest total is chosen.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Material Index and Location Triangles</a:t>
            </a:r>
            <a:endParaRPr lang="en-US" sz="3600" dirty="0"/>
          </a:p>
        </p:txBody>
      </p:sp>
      <p:pic>
        <p:nvPicPr>
          <p:cNvPr id="4" name="Image 0" descr="/home/claude/f4/img/v2/mi_tab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material index of industries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Isodapanes and Least Labour Cost</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Isodapanes are plotted and interpreted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Plotting: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lines of equal extra transport cost around the least-cost point. Each line shows how much more it costs to locate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Isodapanes and Least Labour Cost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Interpretation: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If a cheap-labour town lies inside the critical isodapane (where extra cost = labour saving), the firm moves there. A saving of 25 inside the +20 line makes the move profitable.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Isodapanes and Least Labour Cost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Limits: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Real firms consider markets, government, power and personal choice. So factories may not follow the calculation.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Isodapanes and Least Labour Cost</a:t>
            </a:r>
            <a:endParaRPr lang="en-US" sz="3600" dirty="0"/>
          </a:p>
        </p:txBody>
      </p:sp>
      <p:pic>
        <p:nvPicPr>
          <p:cNvPr id="4" name="Image 0" descr="/home/claude/f4/img/v2/isodapan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isodapanes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Cement uses 1.6 t limestone and 0.2 t gypsum per tonne. Find MI and the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 = 1.8, near the limestone.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does a firm move to a cheap-labour site?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the site is inside the critical isodapane (savings &gt; extra costs).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MI = materials ÷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Moving 1 t over 1 km is one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Savings equal to extra cost define the ______ isodapane.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ton-kilometres for three sites and choose the least-cost site.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24: Other Theories of Industrial Location: Lösch and Smith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Calculation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calcul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Limestone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calcaire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ciment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Saving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L'économie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Isodapane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L'isodapane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Theories of Industrial Location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3: Material Index, Location Triangles and Isodapanes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Calculate the material index. Find the least transport cost point in a triangle. Interpret isodapanes for a labour location.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calculate the material index and use isodapanes.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Material Index and Location Triangles; Isodapanes and Least Labour Cost.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Calculate ton-kilometres for three sites and choose the least-cost site.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calculate MI for each.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several sites.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the critical isodapane.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Minim-Martap.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limits.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“Bauxite mine near Itea, Greece” by Jason-Morrison, CC BY-NC 2.0, via Flickr (https://www.flickr.com/photos/8998833@N07/929316608)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2026-09-27T10:08:15Z</dcterms:created>
  <dcterms:modified xsi:type="dcterms:W3CDTF">2026-09-27T10:08:15Z</dcterms:modified>
</cp:coreProperties>
</file>