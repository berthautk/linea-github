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What is Agriculture?.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Agricultural Systems, and the sub-topic is Meaning of Agriculture. The key notions we shall use today are: agriculture, arable farming, pastoral farming, mixed farming, agricultural landscape. At the end, you should be able to do this: learners are able to define agriculture, explain its importance and describe agricultural landscapes.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Natural Resources. The question was: List five resources of your region and say whether each is renewable or not.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in the North: the Benue river (renewable), savanna grass and cattle (renewable), fertile soils (renewable if protected), sunshine (renewable), limestone at Figuil (non-renewable).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agriculture and its branches. Number 2: explain the importance of agriculture. Number 3: describe the agricultural landscape.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Most Cameroonians in villages are farmers. Soils and climate affect crops.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Cameroon, agriculture employs more than half of the workers and gives food, cocoa, coffee, cotton and bananas for export. Yet many young people leave farms for towns.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Agriculture is important but young people leave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agriculture give Cameroon?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Food, jobs and export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two branches of agriculture.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Crop farming (arable) and animal rearing (pastoral).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value agriculture as the backbone of our economy and modernise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introduces agriculture, the main economic activity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farm in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agriculture?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growing of crops and rearing of animals for food, raw materials or sale.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cattle rearing.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Distinguish arable, pastoral and mixed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Arable: crops. Pastoral: animals. Mixed: both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food in a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three importances of agriculture.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Food, jobs, export money (also raw materials for industry).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farmer drying cocoa beans.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cash crops important for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bring foreign currency and income for farmers.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farmed hillside.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agriculture change the landscape?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creates fields, terraces, hedges, farm buildings and plantations.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Agriculture. Agriculture can be understood as follows. On this slide we have Agriculture.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Agriculture. On this slide we have Branches.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of Agriculture. Agriculture is important in the following ways. On this slide we have Food and employment.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of Agriculture. On this slide we have Raw materials and exports.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of Agriculture. On this slide we have Development.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Agricultural Landscape. Agriculture shapes the landscape as follows. On this slide we have Field patterns and land use.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Agricultural Landscape. On this slide we have Modifications of the environment.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agriculture and give its branches.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growing crops and rearing animals; arable, pastoral and mixed farming.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importances of agriculture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food, jobs and export money (also raw materials).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arable; number 2, pastoral; number 3, cash.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Describe the agricultural landscape around your village or town.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Influences on Agriculture.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 WHAT IS AGRICULTURE?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What is Agriculture?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Agricultural 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What is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Agriculture, arable farming, pastoral farming, mixed farming, agricultural landscape.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importance of agriculture; the agricultural landscape.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define agriculture, explain its importance and describe agricultural landscapes.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Natural Resources):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resources of your region and say whether each is renewable or not.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in the North: the Benue river (renewable), savanna grass and cattle (renewable), fertile soils (renewable if protected), sunshine (renewable), limestone at Figuil (non-renewable).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agriculture and its branches.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importance of agriculture.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agricultural landscape.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Most Cameroonians in villages are farmers.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Soils and climate affect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Cameroon, agriculture employs more than half of the workers and gives food, cocoa, coffee, cotton and bananas for export. Yet many young people leave farms for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Agriculture is important but young people leave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agriculture give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jobs and export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branches of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Crop farming (arable) and animal rearing (pastoral).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Value agriculture as the backbone of our economy and modernise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introduces agriculture, the main economic activity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cmr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farm in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growing of crops and rearing of animals for food, raw materials or sale.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BRANCHES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cattl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Cattle rearing.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BRANCHES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arable, pastoral and mixed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BRANCHES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Arable: crops. Pastoral: animals. Mixed: both together.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IMPORTANCE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Food in a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importances of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jobs, export money (also raw materials for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IMPORTANCE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coco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farmer drying cocoa beans.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cash crops important for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bring foreign currency and income for farmers.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AGRICULTURAL LANDSCAPE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terrac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farmed hillside.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AGRICULTURAL LANDSCAPE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agriculture change the landscape?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AGRICULTURAL LANDSCAPE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creates fields, terraces, hedges, farm buildings and plantations.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Agricultural Systems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Meaning of Agriculture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What is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Agriculture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Agriculture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Agriculture: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cultivation of crops and the rearing of animals for food, raw materials and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Agriculture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Branches: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Arable farming is the growing of crops, pastoral farming is the rearing of animals, and mixed farming combines both. Fish farming and forestry are related branches.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Importance of Agriculture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Agriculture is important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and employment: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feeds the population and employs about 60 % of the active population of Cameroon. It is the main source of income in rural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Importance of Agriculture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Raw materials and exports: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supplies raw materials to industries such as cotton for CICAM and cocoa for chocolate factories. Cocoa, coffee, bananas and cotton earn foreign currency.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Importance of Agriculture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provides markets for industrial goods and taxes for the state. It supports trade and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Agricultural Landscape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Agriculture shapes the landscape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Field patterns and land 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Farms create patterns of fields, fallows, pastures and plantations. The size and shape of fields show the type of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Agricultural Landscape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Modifications of the 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clear forests, build terraces, dig irrigation canals and plant hedges. Large plantations replace natural vegetation with one crop.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agriculture and give its branches.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Growing crops and rearing animals; arable, pastoral and mixed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importances of agriculture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jobs and export money (also raw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Growing crops is ______ farming.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Rearing animals is ______ farming.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Cocoa is a ______ crop.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agricultural landscape around your village or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Influences on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Agriculture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L'agriculture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Crop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Livestock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bétail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Cash crop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culture de rente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Food crop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culture vivrière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Field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champ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Agricultural 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What is Agriculture?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agriculture and its branches. Explain the importance of agriculture. Describe the agricultural landscape.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define agriculture, explain its importance and describe agricultural landscapes.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Agriculture; Importance of Agriculture; The Agricultural Landscape.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agricultural landscape around your village or town.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crops grown near the school.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give examples of each.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uses of crops.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name cash crops.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a farmed landscape.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“Cameroon - UN Women's Gender Road Project” by UN Women Gallery, CC BY-NC-ND 2.0, via Flickr (https://www.flickr.com/photos/51431730@N04/46914753474)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“Fulani cattle breed of West Africa” by International Livestock Research Institute, CC BY-NC-SA 2.0, via Flickr (https://www.flickr.com/photos/7155605@N03/48125675226)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“Farmer sun drying cocoa beans” by IITA Image Library, CC BY-NC 2.0, via Flickr (https://www.flickr.com/photos/45796762@N03/4598613756)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“Terraced Hillside” by AdamCohn, CC BY-NC-ND 2.0, via Flickr (https://www.flickr.com/photos/96142515@N00/6311042523)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2026-09-29T12:18:54Z</dcterms:created>
  <dcterms:modified xsi:type="dcterms:W3CDTF">2026-09-29T12:18:54Z</dcterms:modified>
</cp:coreProperties>
</file>