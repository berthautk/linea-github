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What is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Agricultural Systems, and the sub-topic is Meaning of Agriculture. The key notions we shall use today are: agriculture, arable farming, pastoral farming, mixed farming, agricultural landscape. At the end, you should be able to do this: learners are able to define agriculture, explain its importance and describe agricultural landscapes.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Natural Resources. The question was: List five resources of your region and say whether each is renewable or not.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in the North: the Benue river (renewable), savanna grass and cattle (renewable), fertile soils (renewable if protected), sunshine (renewable), limestone at Figuil (non-renewable).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agriculture and its branches. Number 2: explain the importance of agriculture. Number 3: describe the agricultural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Cameroonians in villages are farmers. Soils and climate affect crops.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Cameroon, agriculture employs more than half of the workers and gives food, cocoa, coffee, cotton and bananas for export. Yet many young people leave farms for towns.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Agriculture is important but young people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agriculture give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jobs and export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branches of agriculture.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Crop farming (arable) and animal rearing (pastoral).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agriculture as the backbone of our economy and modernise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agriculture, the main economic activity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farm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growing of crops and rearing of animals for food, raw materials or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cattle rearing.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arable, pastoral and mixed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Arable: crops. Pastoral: animals. Mixed: both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food in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importances of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jobs, export money (also raw materials for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farmer drying cocoa beans.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cash crops important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bring foreign currency and income for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farmed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agriculture change the landscape?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creates fields, terraces, hedges, farm buildings and plantations.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Agriculture. Agriculture can be understood as follows. On this slide we have Agriculture.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Agriculture. On this slide we have Branches.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Agriculture. Agriculture is important in the following ways. On this slide we have Food and employment.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Agriculture. On this slide we have Raw materials and exports.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Agriculture. On this slide we have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Agricultural Landscape. Agriculture shapes the landscape as follows. On this slide we have Field patterns and land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Agricultural Landscape. On this slide we have Modifications of the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agriculture and give its branches.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growing crops and rearing animals; arable, pastoral and mixed farming.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importances of agriculture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food, jobs and export money (also raw materials).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arable; number 2, pastoral; number 3,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agricultural landscape around your village or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Influences on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WHAT IS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What is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What is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arable farming, pastoral farming, mixed farming, agricultural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importance of agriculture; the agricultural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agriculture, explain its importance and describe agricultural landscapes.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Natural Resources):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resources of your region and say whether each is renewable or 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in the North: the Benue river (renewable), savanna grass and cattle (renewable), fertile soils (renewable if protected), sunshine (renewable), limestone at Figuil (non-renewable).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agriculture and its branches.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agricultural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Cameroonians in villages are farmers.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Soils and climate affect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agriculture employs more than half of the workers and gives food, cocoa, coffee, cotton and bananas for export. Yet many young people leave farms for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Agriculture is important but young people leave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agriculture give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jobs and export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branches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 farming (arable) and animal rearing (pastoral).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agriculture as the backbone of our economy and modernise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agriculture, the main economic activity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cmr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of crops and rearing of animals for food, raw materials 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BRANCHES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rearing.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BRANCHES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arable, pastoral and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BRANCHES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Arable: crops. Pastoral: animals. Mixed: both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Food in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jobs, export money (also raw materials for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oco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drying cocoa beans.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cash crops important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bring foreign currency and income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AGRICULTURAL LANDSCAPE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farmed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AGRICULTURAL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agriculture change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AGRICULTURAL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fields, terraces, hedges, farm buildings and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Agricultural 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Meaning of Agriculture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What is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Agriculture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cultivation of crops and the rearing of animals for food, raw materials and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Branches: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Arable farming is the growing of crops, pastoral farming is the rearing of animals, and mixed farming combines both. Fish farming and forestry are related branches.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Agriculture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is important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and 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feeds the population and employs about 60 % of the active population of Cameroon. It is the main source of income in rural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materials and 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raw materials to industries such as cotton for CICAM and cocoa for chocolate factories. Cocoa, coffee, bananas and cotton earn foreign currency.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markets for industrial goods and taxes for the state. It supports trade and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Agricultural Landscape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shapes the landscape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Field patterns and 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create patterns of fields, fallows, pastures and plantations. The size and shape of fields show the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Agricultural Landscape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Modifications of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clear forests, build terraces, dig irrigation canals and plant hedges. Large plantations replace natural vegetation with one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agriculture and give its branches.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crops and rearing animals; arable, pastoral and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importances of agriculture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jobs and export money (also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crops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Rearing animals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Cocoa is a ______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agricultural landscape around your village or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Influences 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Cash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vivrière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What is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agriculture and its branches. Explain the importance of agriculture. Describe the agricultural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agriculture, explain its importance and describe agricultural landscapes.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Agriculture; Importance of Agriculture; The Agricultural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agricultural landscape around your village or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crops grown near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 of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uses of crops.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cash crops.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farmed landscape.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(https://www.flickr.com/photos/51431730@N04/46914753474)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2026-09-27T10:31:47Z</dcterms:created>
  <dcterms:modified xsi:type="dcterms:W3CDTF">2026-09-27T10:31:47Z</dcterms:modified>
</cp:coreProperties>
</file>