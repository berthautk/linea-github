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5: Measuring Transport Network Efficiency.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count and divide.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fill the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add the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simplify a road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nodes 2. Shimbel 3. topological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PRACTICAL WORK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Transport Network Efficiency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 Efficiency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5: Measuring Transport Network Efficiency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 index, accessibility matrix, Shimbel index, König number, topological map.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Connectivity (beta index); centrality with the accessibility matrix (König number, Shimbel index); techniques of mapping transport networks.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connectivity and accessibility indices and map a network.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beta index.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accessibility matrix and find Shimbel and König values.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topological map of a network.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has nodes and links.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shows how well nodes are joined.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Regional Delegation of Public Works wants to know which town in a small road network is the most accessible, to build a market there. The class receives a simple map of four towns and five roads.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find the most accessible town.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index shows connectivity?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beta index.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index shows accessibility?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Shimbel index (and König number).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measure network efficiency with simple indices.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BETA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network_term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network of 6 nodes and 7 links.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BETA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beta index.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BETA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links ÷ nodes = 7 ÷ 6 = 1.17.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et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Beta scale.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β = 1.17 mean?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INTERPRETATION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than 1: the network has circuits and is fairly well connected.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ACCESSIBILITY MATRIX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shimbe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Accessibility matrix of four towns.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ACCESSIBILITY MATRIX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each cell of the matrix filled?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ACCESSIBILITY MATRIX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the number of links on the shortest path between the two towns.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SHIMBEL AND KÖNIG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himbe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Shimbel and König values.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SHIMBEL AND KÖNIG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towns are the most accessible, and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SHIMBEL AND KÖNIG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 and D: they have the lowest Shimbel total (3) and König number (1).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mr_transpor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 routes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topological map?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MAPPING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simplified map that shows only nodes and links, not true distances or shapes.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Measuring Transport Network Efficiency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Transport Network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Transport Network Efficiency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5: Measuring Transport Network Efficiency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Beta index: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links divided by the number of nodes.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Shimbel index: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total number of links on the shortest paths from one node to all others.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König number: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largest number of links from one node to the farthest node.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Beta index: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e ÷ v, with e links and v nodes. Below 1 is branching, 1 is one circuit and above 1 is well connected.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Matrix: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the nodes in rows and columns and enter the shortest path in links. Add each row to get the Shimbel index.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König number: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 the largest value in each row. The lowest König and Shimbel values show the most central node.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Method (3/3)</a:t>
            </a:r>
            <a:endParaRPr lang="en-US" sz="3600" dirty="0"/>
          </a:p>
        </p:txBody>
      </p:sp>
      <p:pic>
        <p:nvPicPr>
          <p:cNvPr id="13" name="Image 0" descr="/home/claude/f4/img/v2/shimbe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matrix.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Mapping and Limits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Mapping: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topological map with dots for nodes and straight lines for links. Flow lines can show traffic volume.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Limits: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indices ignore distance, road quality and traffic. They measure structure, not real travel time.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network has 8 nodes and 6 links. Find β and interpret it.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6 ÷ 8 = 0.75: a branching, poorly connected network.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matrix, why is A less accessible than B?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has a higher Shimbel total (4) than B (3).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links ÷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sum of a row of the matrix is the ______ index.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map with only nodes and links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topological map of five towns in your region and calculate its beta index and accessibility matrix.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30: The Taaffe, Morrill and Gould Model.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matrice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Accessibility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L'accessibilité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Shortest path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plus court chemin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ligne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colonne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5: Measuring Transport Network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the beta index. Build an accessibility matrix and find Shimbel and König values. Draw a topological map of a network.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connectivity and accessibility indices and map a network.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Beta index, Shimbel index, König number; II. Method: Beta index, Matrix, König number; III. Mapping and Limits: Mapping, Limits.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topological map of five towns in your region and calculate its beta index and accessibility matrix.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2026-09-26T20:31:29Z</dcterms:created>
  <dcterms:modified xsi:type="dcterms:W3CDTF">2026-09-26T20:31:29Z</dcterms:modified>
</cp:coreProperties>
</file>