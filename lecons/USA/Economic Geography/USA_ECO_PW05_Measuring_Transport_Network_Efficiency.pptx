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Measuring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beta index, accessibility matrix, Shimbel index, König number, topological map. At the end, you should be able to do this: learners are able to calculate connectivity and accessibility indices and map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Transport Network Efficiency. The question was: Measure the straight-line and road distances between two towns and find the detour index.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Detour index = (road distance ÷ straight-line distance) × 100. Example: road 150 km, straight line 100 km → 150 %; the extra 50 % is due to relief or passing through towns.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beta index. Number 2: build an accessibility matrix and find Shimbel and König values. Number 3: draw a topological map of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Connectivity shows how well nodes are joined.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Delegation of Public Works wants to know which town in a small road network is the most accessible, to build a market there. The class receives a simple map of four towns and five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most accessible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index shows connectivity?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beta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shows accessibility?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Shimbel index (and König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network indices to plan where to build routes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network efficiency with simple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network of 6 nodes and 7 links.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beta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β = links ÷ nodes = 7 ÷ 6 =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β = 1.17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than 1: the network has circuits and is fairly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accessibility matrix of four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each cell of the matrix filled?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the number of links on the shortest path between the two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shimbel and König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towns are the most accessible,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 and D: they have the lowest Shimbel total (3) and König number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topological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simplified map that shows only nodes and links, not true distances or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Connectivity: the Beta Index. Connectivity is measured with the beta index as follows. On this slide we have Beta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the Beta Index.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beta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Centrality: the Accessibility Matrix. Centrality is measured with the accessibility matrix as follows. On this slide we have Accessibility matrix.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Centrality: the Accessibility Matrix. On this slide we have Shimbel index and König number.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accessibility matrix of four towns.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Techniques of Mapping Transport Networks. Networks are mapped and judged as follows. On this slide we have Topological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Techniques of Mapping Transport Networks. On this slide we have Limits of the indices.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network has 8 nodes and 6 links. Find β and interpret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β = 6 ÷ 8 = 0.75: a branching, poorly connected network.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In the matrix, why is A less accessible than 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has a higher Shimbel total (4) than B (3).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nodes; number 2, Shimbel; number 3, topological.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topological map of five towns in your region and calculate its beta index and accessibility matrix.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Taaffe, Morrill and Gould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5: MEASURING TRANSPORT NETWORK EFFICIENCY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Measuring 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Measuring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Beta index, accessibility matrix, Shimbel index, König number, topological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Connectivity (beta index); centrality with the accessibility matrix (König number, Shimbel index); techniques of mapping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Detour index = (road distance ÷ straight-line distance) × 100. Example: road 150 km, straight line 100 km → 150 %; the extra 50 % is due to relief or passing through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an accessibility matrix and find Shimbel and König values.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topological map of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Connectivity shows how well nodes are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Delegation of Public Works wants to know which town in a small road network is the most accessible, to build a market there. The class receives a simple map of four towns and five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accessibility?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Shimbel index (and König number).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network indices to plan where to build routes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network efficiency with simple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network of 6 nodes and 7 links.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links ÷ nodes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β = 1.17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1: the network has circuits and is fairly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each cell of the matrix filled?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the number of links on the shortest path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Shimbel and König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towns are the most accessible,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 and D: they have the lowest Shimbel total (3) and König number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topological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simplified map that shows only nodes and links, not true distances or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is measured with the beta index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Beta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links divided by the number of nodes: β = e ÷ v. For 7 links and 6 nodes, β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1 the network is branching and poorly connected, and at 1 it has one circuit. Above 1 the network has several circuits and is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Centrality is measured with the accessibility matrix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Accessibility matrix: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nodes in rows and columns and enter the number of links on the shortest path between each pair. The diagonal is left at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Shimbel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each row of the matrix. The node with the lowest Shimbel index is the most accessible.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König number: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value in each row, that is the number of links to the farthest node. The lowest König number shows the most central node.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Networks are mapped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Topological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nodes as dots and links as straight lines, without true distances or shapes. Flow lines of different widths can show traffic volume.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of the indices: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indices ignore distance, road quality and traffic. They measure the structure of a network, not the real travel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has 8 nodes and 6 links. Find β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6 ÷ 8 = 0.75: a branching, poorly connected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matrix, why is A less accessible than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has a higher Shimbel total (4) than B (3).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β = links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sum of a row of the matrix is the ______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only nodes and links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Accessibility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L'accessibilité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path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plus court chemin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colonne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Measuring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beta index. Build an accessibility matrix and find Shimbel and König values. Draw a topological map of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Connectivity: the Beta Index; Centrality: the Accessibility Matrix; Techniques of Mapping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topological map of five towns in your region and calculate its beta index and accessibility matrix.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count and divide.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the scale.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fill the matrix.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add the 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simplify a road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2026-09-27T10:08:17Z</dcterms:created>
  <dcterms:modified xsi:type="dcterms:W3CDTF">2026-09-27T10:08:17Z</dcterms:modified>
</cp:coreProperties>
</file>