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Practical Work 4: Calculating and Illustrating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6: Understanding and managing the dynamics of economic activities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Transport Activities and Characteristics, and the sub-topic is Transport Costs Structures. The key notions we shall use today are: terminal cost, line-haul cost, total cost, tapering, freight rate, break-of-bulk. At the end, you should be able to do this: learners are able to calculate transport costs and draw cost-distance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27: Transport. The question was: Choose the best mode to carry cattle from Ngaoundéré to Yaoundé and justify your choice.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Rail (Camrail from Ngaoundéré) is best: it carries many cattle cheaply over a long distance and avoids bad roads. Road trucks are faster and door to door but costlier; trekking on foot is cheap but the cattle lose weight.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distinguish terminal and line-haul costs. Number 2: calculate total transport cost for different modes. Number 3: draw and interpret cost-distance graphs.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Road, rail and water are modes of transport. A line graph shows how one value changes with another.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company in Garoua must send cement 300 km. The truck company, the railway and a river boat each give a price list. The class must find the cheapest mode.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class must compare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two costs make up the total?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Terminal cost and line-haul (distance)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mode is best for very long distances?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Usually water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calculate transport costs before choosing a mode of transport.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practical work helps us to calculate and compare transport costs.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diagram: cost-distance lines of three modes.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is a terminal cost?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fixed cost of loading, unloading and handling, paid whatever the distance.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worked example (hypothetical values).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Calculate the road cost for 300 km.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2,000 + (60 × 300) = 20,000 F per tonne.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where each line is lowest.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road cheapest for short distances?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has the lowest terminal cost.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tapering freight rates.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What does "tapering"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cost per kilometre falls as the distance increases.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logging truck.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do bulky or perishable goods cost more to carry?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Bulky goods need more space and perishable goods need speed or cooling.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Types of Transport Costs. Transport costs are of the following types. On this slide we have Terminal cost.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Types of Transport Costs. On this slide we have Line-haul cost and Total cost.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Relative Cost Structure of the Modes. The cost structure of each mode is calculated and drawn as follows. On this slide we have Calculation.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Relative Cost Structure of the Modes. On this slide we have Graph.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Relative Cost Structure of the Modes. On this slide we have Relative costs.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cost-distance lines of three modes.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Distance and Cost Relationships. Cost and distance are related as follows. On this slide we have Tapering.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Distance and Cost Relationships. On this slide we have Stepped freight rates.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tapering freight rates.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Transport Cost and Commodity. The nature of goods and movement affects costs as follows. On this slide we have Nature of goods.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Transport Cost and Commodity. On this slide we have Break-of-bulk.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Rail: terminal 6,000 F, line 30 F/km. Find the cost for 500 km.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6,000 + (30 × 500) = 21,000 F.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Why is water transport cheapest over long distances?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its line cost is very low, so its high terminal cost is shared over many kilometres.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terminal; number 2, tapering; number 3,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cost-distance graph for road, rail and river using the table, up to 600 km.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28: Transport Networks.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PRACTICAL WORK 4: CALCULATING AND ILLUSTRATING TRANSPORT COSTS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Practical Work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Calculating and Illustrating Transport Costs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6: Understanding and managing the dynamics of economic activities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Activities and Characteristics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Transport Costs Structures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Practical Work 4: Calculating and Illustrating Transport Costs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Terminal cost, line-haul cost, total cost, tapering, freight rate, break-of-bulk.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Types of transport costs; relative cost structure of modes; distance and cost relationships; transport cost and the nature of the commodity.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calculate transport costs and draw cost-distance graphs.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27: Transport):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Choose the best mode to carry cattle from Ngaoundéré to Yaoundé and justify your choice.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 (Camrail from Ngaoundéré) is best: it carries many cattle cheaply over a long distance and avoids bad roads. Road trucks are faster and door to door but costlier; trekking on foot is cheap but the cattle lose weight.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terminal and line-haul costs.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Calculate total transport cost for different modes.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Draw and interpret cost-distance graphs.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 rail and water are modes of transport.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 line graph shows how one value changes with another.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company in Garoua must send cement 300 km. The truck company, the railway and a river boat each give a price list. The class must find the cheapest mode.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class must compare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two costs make up the total?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Terminal cost and line-haul (distance)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mode is best for very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Usually water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transport costs before choosing a mode of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practical work helps us to calculate and compare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TRANSPORT COSTS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Cost-distance lines of three modes.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TRANSPORT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terminal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TYPES OF TRANSPORT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fixed cost of loading, unloading and handling, paid whatever the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CALCULATING TRANSPORT COSTS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pw_transport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Worked example (hypothetical values).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CALCULATING TRANSPORT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Calculate the road cost for 300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CALCULATING TRANSPORT COSTS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2,000 + (60 × 300) = 20,000 F per tonne.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RELATIVE COST STRUCTURES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Where each line is lowest.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RELATIVE COST STRUCTURES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road cheapest for short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RELATIVE COST STRUCTURES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has the lowest terminal cost.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AND COST</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taper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Tapering freight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AND COST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"tapering"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DISTANCE AND COST</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cost per kilometre falls as the distance increases.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COST AND COMMODITY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logging_truck.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logging truck.</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COST AND COMMODITY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do bulky or perishable goods cost more to carry?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COST AND COMMODITY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Bulky goods need more space and perishable goods need speed or cooling.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Transport Activities and Characteristics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Transport Costs Structures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Practical Work 4: Calculating and Illustrating Transport Costs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Transport Costs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Transport costs are of the following types: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Terminal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fixed cost of loading, unloading, handling and storing goods at the terminals. It is paid whatever the distance travelled.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Types of Transport Costs (continued)</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Line-haul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cost of moving goods along the route, such as fuel, wages and wear of vehicles. It rises with distance.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Total cost: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sum of the terminal cost and the line-haul cost. Total cost = terminal cost + (line cost × distance).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Relative Cost Structure of the Modes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cost structure of each mode is calculated and drawn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Calculation: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Apply the formula to each mode for each distance. For example, road: 2,000 + (60 × 300) = 20,000 F per tonne for 300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Relative Cost Structure of the Modes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Graph: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Plot distance on the x-axis and cost on the y-axis, then draw one line per mode. The crossing points show where the cheapest mode changes.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Relative Cost Structure of the Modes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Relative costs: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Road has low terminal costs but high line costs, so it is cheapest for short trips. Rail is cheapest for medium distances, and water, with high terminal but very low line costs, for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Relative Cost Structure of the Modes</a:t>
            </a:r>
            <a:endParaRPr lang="en-US" sz="3600" dirty="0"/>
          </a:p>
        </p:txBody>
      </p:sp>
      <p:pic>
        <p:nvPicPr>
          <p:cNvPr id="4" name="Image 0" descr="/home/claude/f4/img/v2/transport_costs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cost-distance lines of three modes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Distance and Cost Relationships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Cost and distance are related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Tapering: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cost per kilometre falls as distance increases because the terminal cost is shared over more kilometres. The total cost still rises, but more slowly.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Distance and Cost Relationships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Stepped freight rates: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Carriers often charge the same rate within distance zones. The cost then rises in steps rather than in a straight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Distance and Cost Relationships</a:t>
            </a:r>
            <a:endParaRPr lang="en-US" sz="3600" dirty="0"/>
          </a:p>
        </p:txBody>
      </p:sp>
      <p:pic>
        <p:nvPicPr>
          <p:cNvPr id="4" name="Image 0" descr="/home/claude/f4/img/v2/tapering_big.png">    </p:cNvPr>
          <p:cNvPicPr>
            <a:picLocks noChangeAspect="1"/>
          </p:cNvPicPr>
          <p:nvPr/>
        </p:nvPicPr>
        <p:blipFill>
          <a:blip r:embed="rId1"/>
          <a:stretch>
            <a:fillRect/>
          </a:stretch>
        </p:blipFill>
        <p:spPr>
          <a:xfrm>
            <a:off x="1215564" y="1783080"/>
            <a:ext cx="976056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tapering freight rates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Transport Cost and Commodity</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nature of goods and movement affects costs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Nature of goods: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Bulky, fragile, perishable or dangerous goods cost more to carry. Light and valuable goods can pay for fast air transport.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Transport Cost and Commodity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Break-of-bulk: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Changing from one mode to another adds terminal costs. Industries often locate at these break-of-bulk points, such as ports.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Rail: terminal 6,000 F, line 30 F/km. Find the cost for 500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6,000 + (30 × 500) = 21,000 F.</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water transport cheapest over long distances?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Its line cost is very low, so its high terminal cost is shared over many kilometres.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Loading and unloading make the ______ cost.</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fall in cost per km with distance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cheapest mode for short distances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cost-distance graph for road, rail and river using the table, up to 600 km.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28: Transport Networks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Cost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coût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distance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Freight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fret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Loading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chargement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Graph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graphique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Perishable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Périssable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Transport Activities and Characteristics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Practical Work 4: Calculating and Illustrating Transport Costs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Distinguish terminal and line-haul costs. Calculate total transport cost for different modes. Draw and interpret cost-distance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calculate transport costs and draw cost-distance graphs.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Types of Transport Costs; Relative Cost Structure of the Modes; Distance and Cost Relationships; Transport Cost and Commodity.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cost-distance graph for road, rail and river using the table, up to 600 km.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list terminal costs.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calculate each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find the crossing points.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explain tapering.</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compare logs and flowers.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6 (Economic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“Logging truck, Cameroon” by World Resources, CC BY-NC-SA 2.0, via Flickr (https://www.flickr.com/photos/26107309@N05/4764354366)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2026-09-27T10:08:16Z</dcterms:created>
  <dcterms:modified xsi:type="dcterms:W3CDTF">2026-09-27T10:08:16Z</dcterms:modified>
</cp:coreProperties>
</file>