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Practical Work 4: Calculating and Illustrating Transport Costs.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terminal costs.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calculate each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crossing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tapering.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logs and flowers.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terminal 2. tapering 3. road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PRACTICAL WORK 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and Illustrating Transport Costs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Activities and Characteristics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Costs Structures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4: Calculating and Illustrating Transport Costs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cost, line-haul cost, total cost, tapering, freight rate, break-of-bulk.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 of transport costs; relative cost structure of modes; distance and cost relationships; transport cost and the nature of the commodity.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transport costs and draw cost-distance graphs.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terminal and line-haul costs.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total transport cost for different modes.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and interpret cost-distance graphs.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Road, rail and water are modes of transport.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graph shows how one value changes with another.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company in Garoua must send cement 300 km. The truck company, the railway and a river boat each give a price list. The class must find the cheapest mode.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must compare transport costs.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two costs make up the total?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Terminal cost and line-haul (distance) cost.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mode is best for very long distances?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Usually water transport.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practical work helps us to calculate and compare transport costs.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 OF COSTS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transport_cos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Cost-distance lines of three modes.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 OF COSTS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terminal cost?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 OF COSTS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fixed cost of loading, unloading and handling, paid whatever the distance.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CALCULATION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pw_transpor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Worked example (hypothetical values).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CALCULATION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Calculate the road cost for 300 km.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CALCULATION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2,000 + (60 × 300) = 20,000 F per tonne.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RELATIVE COSTS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transport_cos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each line is lowest.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RELATIVE COSTS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road cheapest for short distances?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RELATIVE COSTS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the lowest terminal cost.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DISTANCE AND COST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tapering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Tapering freight rates.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DISTANCE AND COST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"tapering" mean?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DISTANCE AND COST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cost per kilometre falls as the distance increases.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NATURE OF GOODS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logging_tru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logging truck.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NATURE OF GOODS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bulky or perishable goods cost more to carry?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NATURE OF GOODS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Bulky goods need more space and perishable goods need speed or cooling.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Calculating and Illustrating Transport Costs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Transport Activities and Characteristics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Transport Costs Structures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Practical Work 4: Calculating and Illustrating Transport Costs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Terminal cost: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fixed cost of loading, unloading and handling goods.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Line-haul cost: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cost of moving goods along the route, which rises with distance.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Tapering: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fall in the cost per kilometre as distance increases.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Formula: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Total cost = terminal cost + (line cost × distance). Calculate it for each mode.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Plot distance on the x-axis and cost on the y-axis. Draw one line per mode.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Reading: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Road is cheapest for short trips, rail for medium and water for long trips. The crossing points show where the best mode changes.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 (3/3)</a:t>
            </a:r>
            <a:endParaRPr lang="en-US" sz="3600" dirty="0"/>
          </a:p>
        </p:txBody>
      </p:sp>
      <p:pic>
        <p:nvPicPr>
          <p:cNvPr id="13" name="Image 0" descr="/home/claude/f4/img/v2/transport_cos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graph.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Cost and Commodity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Nature of goods: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Bulky, fragile, perishable or dangerous goods cost more to carry. Valuable light goods can pay for air transport.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Break-of-bulk: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Changing mode adds terminal costs. Industries often locate at these break-of-bulk points.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Rail: terminal 6,000 F, line 30 F/km. Find the cost for 500 km.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6,000 + (30 × 500) = 21,000 F.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water transport cheapest over long distances?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Its line cost is very low, so its high terminal cost is shared over many kilometres.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Loading and unloading make the ______ cost.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fall in cost per km with distance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cheapest mode for short distances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cost-distance graph for road, rail and river using the table, up to 600 km.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28: Transport Networks.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coût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distance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Freight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fret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chargement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graphique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Perishable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Périssable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Activities and Characteristics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4: Calculating and Illustrating Transport Costs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Distinguish terminal and line-haul costs. Calculate total transport cost for different modes. Draw and interpret cost-distance graphs.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transport costs and draw cost-distance graphs.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Terminal cost, Line-haul cost, Tapering; II. Method: Formula, Graph, Reading; III. Cost and Commodity: Nature of goods, Break-of-bulk.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cost-distance graph for road, rail and river using the table, up to 600 km.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“Logging truck, Cameroon” by World Resources, CC BY-NC-SA 2.0, via Flickr (https://www.flickr.com/photos/26107309@N05/4764354366)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2026-09-26T20:31:28Z</dcterms:created>
  <dcterms:modified xsi:type="dcterms:W3CDTF">2026-09-26T20:31:28Z</dcterms:modified>
</cp:coreProperties>
</file>