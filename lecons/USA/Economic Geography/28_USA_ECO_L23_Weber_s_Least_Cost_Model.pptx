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23: Weber's Least-Cost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Theories of Industrial Location, and the sub-topic is Theories of Industrial Location. The key notions we shall use today are: weber, least-cost location, material index, locational triangle, isodapane, labour, agglomeration. At the end, you should be able to do this: learners are able to explain Weber's model and assess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22: New Trends in Manufacturing. The question was: Name three multinationals present in Cameroon and their products.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of multinationals in Cameroon: Nestlé (food products), Total (fuel), MTN and Orange (telecommunications), Guinness (drinks), Bolloré (transport and logistics).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aim and assumptions of Weber's model. Number 2: explain the material index and the location triangle. Number 3: explain labour and agglomeration and assess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Transport costs affect location. Some materials lose weight when processed.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sugar mill is built next to the cane fields at Mbandjock, while a soft drink factory is built in Douala. A learner asks if there is a rule for choosing the cheapest location.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Industries choose different least-cost locations.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 sugar mill near the cane?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Cane is heavy and loses weight when processed.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model explains this?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Weber's least-cost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Weber's ideas to reduce transport costs in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a classic theory of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flat plain.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assumptions of Weber's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Uniform plain; transport cost depends on weight and distance (also fixed markets and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weber's location triangle.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is the least-cost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Where total transport cost of materials and product is lowest.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material index examples.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A sugar mill uses 8 t of cane to make 1 t of sugar. Where should it be?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MI = 8 &gt; 1, so near the cane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isodapanes and cheap labour.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When will a firm move to a cheap-labour town?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When labour savings are greater than extra transport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skilled workers in a modern firm.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criticisms of Weber's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Transport costs are less important today; it ignores demand and government.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Aim and Assumptions. Weber's model (1909) can be introduced as follows. On this slide we have Aim.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Aim and Assumptions. On this slide we have Assumptions.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Principle of the Material Index. The material index guides location. On this slide we have Material index (MI).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Principle of the Material Index. On this slide we have Interpretation.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Principle of the Material Index. On this slide we have Location triangle.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weber's location triangle.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Factors, Applicability and Criticisms. Weber also considered other factors. On this slide we have Labour and agglomeration.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Factors, Applicability and Criticisms. On this slide we have Applicability.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Factors, Applicability and Criticisms. On this slide we have Criticisms.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isodapanes and labour location.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does MI &gt; 1 mean?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materials lose weight, so the factory locates near raw materials.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criticisms of Weber's model.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overstates transport cost; it ignores demand and government.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market; number 2, isodapane; number 3, least.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Calculate the MI of two industries and state their best location.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3: Material Index, Location Triangles and Isodapanes.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23: WEBER'S LEAST-COST MODEL</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Weber's Least-Cost Model</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23: Weber's Least-Cost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Weber, least-cost location, material index, locational triangle, isodapane, labour, agglomeration.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Aim and assumptions; the material index; location factors (transport, labour, agglomeration); applicability and criticisms.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Weber's model and assess 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22: New Trends in Manufacturing):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multinationals present in Cameroon and their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of multinationals in Cameroon: Nestlé (food products), Total (fuel), MTN and Orange (telecommunications), Guinness (drinks), Bolloré (transport and logistics).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aim and assumptions of Weber's model.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material index and the location triangle.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labour and agglomeration and assess the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Transport costs affect location.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materials lose weight when processed.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sugar mill is built next to the cane fields at Mbandjock, while a soft drink factory is built in Douala. A learner asks if there is a rule for choosing the cheapest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choose different least-cost locations.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sugar mill near the cane?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Cane is heavy and loses weight when processed.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model explains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Weber's least-cost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Weber's ideas to reduce transport costs in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a classic theory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AIM AND ASSUMPTIONS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flat plain.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AIM AND ASSUMPTIONS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assumptions of Weber's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AIM AND ASSUMPTIONS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Uniform plain; transport cost depends on weight and distance (also fixed markets and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LOCATION TRIANGLE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web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Weber's location triangle.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LOCATION TRIANGLE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least-cost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LOCATION TRIANGLE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total transport cost of materials and product is lowest.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PRINCIPLE OF MATERIAL INDEX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mi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Material index examples.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PRINCIPLE OF MATERIAL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sugar mill uses 8 t of cane to make 1 t of sugar. Where should it 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PRINCIPLE OF MATERIAL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 = 8 &gt; 1, so near the cane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LOCATION FACTORS: LABOUR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isodapan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Isodapanes and cheap labour.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LOCATION FACTORS: LABOUR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will a firm move to a cheap-labour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LOCATION FACTORS: LABOUR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labour savings are greater than extra transport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APPLICABILITY AND CRITICISMS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techpark.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Skilled workers in a modern firm.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APPLICABILITY AND CRITICISMS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criticisms of Weber's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APPLICABILITY AND CRITICISMS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 costs are less important today; it ignores demand and government.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Theories of Industrial Location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Theories of Industrial Location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23: Weber's Least-Cost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Aim and Assumptions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Weber's model (1909) can be introduced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Alfred Weber wanted to find the least-cost location of a factory. He believed transport cost was the most important factor.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Aim and Assumptions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Assumptions: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isolated country with uniform relief, climate and culture, fixed raw material sources and markets. Transport costs depend on weight and distance, and labour is available at fixed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Principle of the Material Index</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material index guides location: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Material index (MI):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 = total weight of localised raw materials ÷ weight of the finished product. It shows whether the industry loses or gains weight.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Principle of the Material Index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If MI &gt; 1, the industry locates near raw materials (sugar, aluminium). If MI &lt; 1, it locates near the market (brewing, soft drinks).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Principle of the Material Index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triangle: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two raw materials and one market, the least-cost location is the point in the triangle with the lowest total ton-kilometres. Weber found it by weighing the pull of each corner of the triangle.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Principle of the Material Index</a:t>
            </a:r>
            <a:endParaRPr lang="en-US" sz="3600" dirty="0"/>
          </a:p>
        </p:txBody>
      </p:sp>
      <p:pic>
        <p:nvPicPr>
          <p:cNvPr id="4" name="Image 0" descr="/home/claude/f4/img/v2/web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Weber's location triangle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Location Factors, Applicability and Criticisms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Weber also considered other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Labour and agglomeration: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firm moves to a cheap-labour site if the labour saving is greater than the extra transport cost (critical isodapane). Agglomeration savings can also attract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Location Factors, Applicability and Criticisms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Applicability: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model explains heavy industries such as steel, sugar and cement. It introduced useful tools such as the material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Location Factors, Applicability and Criticisms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Criticisms: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 costs are less important today and are not proportional to distance. The model ignores demand, government policy and human behaviour.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Location Factors, Applicability and Criticisms</a:t>
            </a:r>
            <a:endParaRPr lang="en-US" sz="3600" dirty="0"/>
          </a:p>
        </p:txBody>
      </p:sp>
      <p:pic>
        <p:nvPicPr>
          <p:cNvPr id="4" name="Image 0" descr="/home/claude/f4/img/v2/isodapan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isodapanes and labour location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MI &gt; 1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materials lose weight, so the factory locates near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criticisms of Weber's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overstates transport cost; it ignores demand and government.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MI &lt; 1 means locate near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line of equal extra transport cost is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Weber sought the ______-cost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MI of two industries and state their best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3: Material Index, Location Triangles and Isodapanes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Least cost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moindre coût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Material index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L'indice matière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Triangle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triangle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poids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Isodapane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L'isodapane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Labour cost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coût de la main-d'œuvre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Theories of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23: Weber's Least-Cost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aim and assumptions of Weber's model. Explain the material index and the location triangle. Explain labour and agglomeration and assess the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Weber's model and assess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Aim and Assumptions; Principle of the Material Index; Location Factors, Applicability and Criticisms.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the MI of two industries and state their best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assumptions.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triangle.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calculate MI.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explain the critical isodapane.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criticisms.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“Knight-Crane Convergence Lab” by Knight Foundation, CC BY-SA 2.0, via Flickr (https://www.flickr.com/photos/9133668@N08/6242015734)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2026-09-27T10:31:51Z</dcterms:created>
  <dcterms:modified xsi:type="dcterms:W3CDTF">2026-09-27T10:31:51Z</dcterms:modified>
</cp:coreProperties>
</file>