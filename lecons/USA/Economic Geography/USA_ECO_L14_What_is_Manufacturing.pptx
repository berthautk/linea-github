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14: What is Manufacturing?.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factories in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sort jobs by sector.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CICAM.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secondary 2. heavy 3. quaternary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14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Manufacturing?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of Manufacturing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of Manufacturing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What is Manufacturing?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Industry, manufacturing, primary, secondary, tertiary, quaternary, heavy industry, light industry, industrial system.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classification of industries; the industrial system.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industries and describe the industrial system.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manufacturing industry.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industries.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industrial system.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come from farms, mines and forests.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has inputs, processes and outputs.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Douala, a brewery turns maize, water and malt into beer; in Garoua, CICAM turns cotton into cloth. A learner asks what makes these activities "manufacturing".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want to define manufacturing.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the factories do?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change raw materials into finished products.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which sector do they belong?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secondary sector.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introduces industry, a key driver of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brew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bottling line in a brewery.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manufacturing?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Changing raw materials into finished goods in factories.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industry_clas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economic sectors.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which sector do farming, factories and banks belong?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Primary, secondary and tertiary.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ste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steel works.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heavy and light industry.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Heavy: bulky raw materials and products (steel). Light: small goods (clothes, electronics).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INDUSTRIAL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industrial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factory as a system.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INDUSTRIAL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inputs and two outputs of a factory.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INDUSTRIAL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Inputs: raw materials, labour. Outputs: products, waste.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INDUSTRIAL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textile_fact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textile factory.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INDUSTRIAL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feedback in an industrial system?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INDUSTRIAL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Profits are reinvested in new machines and technology.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Manufacturing?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Nature of Manufacturing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Nature of Manufacturing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14: What is Manufacturing?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Manufacturing: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processing of raw materials into finished goods.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industry: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industry using bulky raw materials to make large products.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 industry: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industry making small, light goods.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Classification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By sector: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activities extract resources, and secondary activities manufacture. Tertiary activities give services, and quaternary activities deal with research and information.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By size and weight: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industries include steel and shipbuilding. Light industries include clothing and electronics.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Classification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Other classifications: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Industries can be processing or assembly industries. They can also be raw-material, market or footloose industries.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Industrial System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materials, labour, capital, power and land enter the factory. Technology and management are also inputs.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Processes and outputs: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Processing, assembly and packing make products. Outputs are goods, profits, wages and waste.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Industrial System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Feedback: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Profits are reinvested in the factory. Losses can lead to closure.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Industrial System (3/3)</a:t>
            </a:r>
            <a:endParaRPr lang="en-US" sz="3600" dirty="0"/>
          </a:p>
        </p:txBody>
      </p:sp>
      <p:pic>
        <p:nvPicPr>
          <p:cNvPr id="13" name="Image 0" descr="/home/claude/f4/img/v2/industrial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industrial system.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heavy and light industry with examples.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Heavy: steel, shipbuilding. Light: clothing, electronics.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economic sectors.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Primary, secondary, tertiary and quaternary.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Manufacturing belongs to the ______ sector.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Steel making is ______ industry.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belongs to the ______ sector.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factory in your area as a system.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15: Industrial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L'industrie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L'usine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material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matière première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Finished good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produit fini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L'assemblage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of Manufacturing Industries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What is Manufacturing?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manufacturing industry. Classify industries. Describe the industrial system.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industries and describe the industrial system.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Manufacturing, Heavy industry, Light industry; II. Classification: By sector, By size and weight, Other classifications; III. The Industrial System: Inputs, Processes and outputs, Feedback.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factory in your area as a system.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“Schneider Weisse bottling line” by Bernt Rostad, CC BY 2.0, via Flickr (https://www.flickr.com/photos/67975030@N00/8434576955)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“Belval steel works, Luxembourg, May 1995” by sludgegulper, CC BY-SA 2.0, via Flickr (https://www.flickr.com/photos/28179929@N08/4991135732)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“Lowell Massachusetts - Boott Cotton Mills Museum Weave Room” by Onasill ~ Bill- 81M views, CC BY-NC-SA 2.0, via Flickr (https://www.flickr.com/photos/7156765@N05/43677799854)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2026-09-26T20:31:26Z</dcterms:created>
  <dcterms:modified xsi:type="dcterms:W3CDTF">2026-09-26T20:31:26Z</dcterms:modified>
</cp:coreProperties>
</file>