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14: What is Manufacturing?.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Nature of Manufacturing Industries, and the sub-topic is Nature of Manufacturing Industries. The key notions we shall use today are: industry, manufacturing, primary, secondary, tertiary, quaternary, heavy industry, light industry, industrial system. At the end, you should be able to do this: learners are able to classify industries and describe the industrial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4: Management of Water Resources in Cameroon. The question was: Describe how water is used in your area.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In Garoua, water from the Benue and boreholes is used for drinking, washing, watering gardens, brick-making, fishing and irrigating rice around Lagdo.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manufacturing industry. Number 2: classify industries. Number 3: describe the industrial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Raw materials come from farms, mines and forests. A system has inputs, processes and outputs.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Douala, a brewery turns maize, water and malt into beer; in Garoua, CICAM turns cotton into cloth. A learner asks what makes these activities "manufacturing".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want to define manufacturing.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 the factories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change raw materials into finished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To which sector do they belong?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secondary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promote local processing of raw materials to create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introduces industry, a key driver of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bottling line in a brewery.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manufacturing?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Changing raw materials into finished goods in factories.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four economic sectors.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To which sector do farming, factories and banks belong?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Primary, secondary and tertiary.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steel works.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Distinguish heavy and light industry.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Heavy: bulky raw materials and products (steel). Light: small goods (clothes, electronics).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factory as a 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two inputs and two outputs of a factory.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Inputs: raw materials, labour. Outputs: products,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textile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the feedback in an industrial 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Profits are reinvested in new machines and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Classification of Manufacturing. Manufacturing can be understood as follows. On this slide we have Manufacturing.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Classification of Manufacturing. On this slide we have Classification by sector.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Classification of Manufacturing. On this slide we have Other classifications.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classification of industries.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Industrial (Manufacturing) System. A factory works as a system. On this slide we have Inputs.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Industrial (Manufacturing) System. On this slide we have Processes and outputs and Feedback.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industrial 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heavy and light industry with examples.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heavy: steel, shipbuilding. Light: clothing, electronics.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four economic sectors.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primary, secondary, tertiary and quaternary.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secondary; number 2, heavy; number 3, quaternary.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factory in your area as a system.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15: Industrial Location.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14: WHAT IS MANUFACTURING?</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14: What is Manufacturing?</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What is Manufacturing?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Nature of Manufacturing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Nature of Manufacturing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14: What is Manufacturing?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Industry, manufacturing, primary, secondary, tertiary, quaternary, heavy industry, light industry, industrial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classification of industries; the industrial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industries and describe the industrial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4: Management of Water Resources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how water is used in your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Garoua, water from the Benue and boreholes is used for drinking, washing, watering gardens, brick-making, fishing and irrigating rice around Lagdo.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manufacturing industry.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industries.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industrial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Raw materials come from farms, mines and forests.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system has inputs, processes and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Douala, a brewery turns maize, water and malt into beer; in Garoua, CICAM turns cotton into cloth. A learner asks what makes these activities "manufacturing".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want to define manufacturing.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the factories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change raw materials into finished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which sector do they belong?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secondary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Promote local processing of raw materials to create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introduces industry, a key driver of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brewe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bottling line in a brewery.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manufacturing?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Changing raw materials into finished goods in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industry_clas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economic sectors.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which sector do farming, factories and banks belong?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Primary, secondary and tertiary.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steel.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steel works.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heavy and light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bulky raw materials and products (steel). Light: small goods (clothes, electronics).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INDUSTRIAL SYSTEM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industrial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factory as a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INDUSTRIAL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inputs and two outputs of a factory.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INDUSTRIAL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Inputs: raw materials, labour. Outputs: products,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INDUSTRIAL SYSTEM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extile_facto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textile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INDUSTRIAL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feedback in an industrial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INDUSTRIAL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Profits are reinvested in new machines and technology.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Nature of Manufacturing Industries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Nature of Manufacturing Industries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What is Manufacturing?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Classification of Manufacturing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Manufacturing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Manufacturing: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transformation of raw materials or parts into finished goods, usually in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Classification of Manufacturing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Classification by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Primary industries extract resources, secondary industries manufacture goods, tertiary industries give services and quaternary industries deal with research and information.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Classification of Manufacturing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Other classifications: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industries use bulky raw materials and produce bulky goods (steel, ships); light industries produce small goods (clothes, electronics). Industries can also be classed as raw-material, market or footloose.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Classification of Manufacturing</a:t>
            </a:r>
            <a:endParaRPr lang="en-US" sz="3600" dirty="0"/>
          </a:p>
        </p:txBody>
      </p:sp>
      <p:pic>
        <p:nvPicPr>
          <p:cNvPr id="4" name="Image 0" descr="/home/claude/f4/img/v2/industry_clas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classification of industries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Industrial (Manufacturing) System</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factory works as a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Raw materials, energy, labour, capital, land and transport enter the factory. Knowledge and management are also inputs.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Industrial (Manufacturing) System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Processes and outputs: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Processing, assembling, packaging and storing are the processes. Outputs are finished products, profits, wages and waste.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Feedback: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Profits are reinvested in new machines and research. Losses may lead to closure.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Industrial (Manufacturing) System</a:t>
            </a:r>
            <a:endParaRPr lang="en-US" sz="3600" dirty="0"/>
          </a:p>
        </p:txBody>
      </p:sp>
      <p:pic>
        <p:nvPicPr>
          <p:cNvPr id="4" name="Image 0" descr="/home/claude/f4/img/v2/industrial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industrial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heavy and light industry with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steel, shipbuilding. Light: clothing, electronics.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economic sectors.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Primary, secondary, tertiary and quaternary.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Manufacturing belongs to the ______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Steel making is ______ industry.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Research belongs to the ______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factory in your area as a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Industry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L'industrie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Factory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L'usine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Raw material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matière première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Finished good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produit fini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Assembly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L'assemblage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Nature of Manufacturing Industries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14: What is Manufacturing?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manufacturing industry. Classify industries. Describe the industrial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industries and describe the industrial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Classification of Manufacturing; The Industrial (Manufacturing)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factory in your area as a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factories in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sort jobs by sector.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give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the system.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CICAM.</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“Schneider Weisse bottling line” by Bernt Rostad, CC BY 2.0, via Flickr (https://www.flickr.com/photos/67975030@N00/8434576955)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“Belval steel works, Luxembourg, May 1995” by sludgegulper, CC BY-SA 2.0, via Flickr (https://www.flickr.com/photos/28179929@N08/4991135732)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“Lowell Massachusetts - Boott Cotton Mills Museum Weave Room” by Onasill ~ Bill- 81M views, CC BY-NC-SA 2.0, via Flickr (https://www.flickr.com/photos/7156765@N05/43677799854)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2026-09-27T09:50:11Z</dcterms:created>
  <dcterms:modified xsi:type="dcterms:W3CDTF">2026-09-27T09:50:11Z</dcterms:modified>
</cp:coreProperties>
</file>