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24: Other Theories of Industrial Location: Lösch and Smith.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hexagons.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Christaller.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curves.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choices.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make a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revenue 2. margins 3. cost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Theories of Industrial Location: Lösch and Smith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Theories of Industrial Location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Theories of Industrial Location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24: Other Theories of Industrial Location: Lösch and Smith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Lösch, market area, maximum revenue, D. M. Smith, space-cost curve, spatial margins of profitability.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Lösch's market area theory; D. M. Smith's space-cost theory.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and compare Lösch's and Smith's theories.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Lösch's market area theory.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Smith's spatial margins of profitability.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them with Weber.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Weber sought the least-cost location.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Christaller used hexagons.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Two bakeries sell bread in a town. One is in the centre where many customers pass; the other on the edge where rent is cheap. Both make a profit. A learner asks if there is only one best location.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Firms can make profit in several places.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theory says profit is possible in a zone?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Smith's spatial margins of profitability.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theory focuses on sales?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Lösch's market area theory.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see industrial location from the side of demand and profit.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LÖSCH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osc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Lösch's market areas.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LÖSCH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did Lösch seek?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LÖSCH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location of maximum revenue (largest market).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LÖSCH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christalle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Hexagonal market areas.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LÖSCH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Lösch's market areas hexagons?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LÖSCH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Demand falls with distance and hexagons cover space with no gaps.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SMITH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smit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Spatial margins of profitability.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SMITH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are the spatial margins of profitability?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SMITH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limits of the area where revenue is greater than cost.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SMITH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tech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modern firm.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SMITH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Smith's theory explain sub-optimal locations?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SMITH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firm can make profit anywhere inside the margins, not only at the best point.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COMPARISON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webe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Weber's triangle.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COMPARISON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Weber, Lösch and Smith.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COMPARISON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Weber: least cost. Lösch: maximum revenue. Smith: profit zone between margins.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Other Theories of Industrial Location: Lösch and Smith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Theories of Industrial Location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Theories of Industrial Location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24: Other Theories of Industrial Location: Lösch and Smith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Market area: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area from which a firm draws its customers.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Spatial margin of profitability: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limit beyond which a firm cannot make a profit.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Theories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Lösch (1940):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 argued that firms seek maximum revenue, not only least cost. Demand falls with distance, so market areas become hexagons.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D. M. Smith (1966):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 drew space-cost and space-revenue curves. Profit is possible anywhere between the spatial margins.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Theories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Consequences: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Firms can choose among many profitable sites. Personal choice and government can guide the choice.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Comparison and Criticisms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Comparison: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Weber focused on costs, Lösch on revenue and Smith on both. Smith's model is the most realistic.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Criticisms: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Lösch's model is abstract and hard to test. Smith's curves are difficult to measure in practice.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Comparison and Criticisms (2/2)</a:t>
            </a:r>
            <a:endParaRPr lang="en-US" sz="3600" dirty="0"/>
          </a:p>
        </p:txBody>
      </p:sp>
      <p:pic>
        <p:nvPicPr>
          <p:cNvPr id="13" name="Image 0" descr="/home/claude/f4/img/v2/smit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spatial margins.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the approaches of Weber and Lösch.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Weber: least cost. Lösch: maximum revenue.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Smith's spatial margins of profitability.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limits of the zone where revenue exceeds cost; profit is possible anywhere inside.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Lösch sought maximum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Smith's profit zone lies between the spatial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Weber sought least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Make a table comparing Weber, Lösch and Smith.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25: Sub-optimal Industrial Location.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revenu (recette)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profit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marge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demande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area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zone de marché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théorie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Theories of Industrial Location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24: Other Theories of Industrial Location: Lösch and Smith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Lösch's market area theory. Explain Smith's spatial margins of profitability. Compare them with Weber.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and compare Lösch's and Smith's theories.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Market area, Spatial margin of profitability; II. The Theories: Lösch (1940), D. M. Smith (1966), Consequences; III. Comparison and Criticisms: Comparison, Criticisms.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a table comparing Weber, Lösch and Smith.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“Knight-Crane Convergence Lab” by Knight Foundation, CC BY-SA 2.0, via Flickr (https://www.flickr.com/photos/9133668@N08/6242015734)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2026-09-26T20:31:28Z</dcterms:created>
  <dcterms:modified xsi:type="dcterms:W3CDTF">2026-09-26T20:31:28Z</dcterms:modified>
</cp:coreProperties>
</file>