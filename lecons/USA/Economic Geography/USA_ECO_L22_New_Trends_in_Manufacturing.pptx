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Lst>
  <p:notesMasterIdLst>
    <p:notesMasterId r:id="rId5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notesMaster" Target="notesMasters/notesMaster1.xml"/><Relationship Id="rId53" Type="http://schemas.openxmlformats.org/officeDocument/2006/relationships/presProps" Target="presProps.xml"/><Relationship Id="rId54" Type="http://schemas.openxmlformats.org/officeDocument/2006/relationships/viewProps" Target="viewProps.xml"/><Relationship Id="rId55" Type="http://schemas.openxmlformats.org/officeDocument/2006/relationships/theme" Target="theme/theme1.xml"/><Relationship Id="rId5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22: New Trends in Manufacturing.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6: Understanding and managing the dynamics of economic activities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Industrial Structure and Changes, and the sub-topic is Industrial Structure and Changes. The key notions we shall use today are: high-technology industry, multinational corporation, deindustrialisation, reindustrialisation, science park. At the end, you should be able to do this: learners are able to explain recent changes in manufacturing.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21: Industrial Inertia. The question was: Find an old industry in Cameroon that stayed in its place and explain why.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Example: the Brasseries in Douala-Bassa or old factories in Akwa have stayed despite congestion, because of their buildings, workers, suppliers and nearness to the port and market.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explain high-technology industries. Number 2: explain multinational corporations. Number 3: explain deindustrialisation and reindustrialisation.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Manufacturing moved to Asia. Old industrial regions lost jobs.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The phone in a learner's pocket was designed in the USA, assembled in China by a company with factories in many countries, and sold in Cameroon. Meanwhile, old factories in Europe have closed.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Manufacturing has become global and high-tech.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is a company with factories in many countries?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 multinational corporation.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is the closing of old factories called?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Deindustrialisation.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prepare for new industries through education and innovation.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the modern world of industry.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skilled workers in a high-tech firm.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Give two characteristics of high-tech industries.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Research and skilled workers; footloose, often in science parks.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containers carrying goods worldwide.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Give one advantage and one disadvantage of multinationals for LEDCs.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Advantage: jobs and investment. Disadvantage: profits leave the country.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manufacturing jobs in the UK (approximate).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What is deindustrialisation?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decline of manufacturing in a country or region.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textile workers in Asia.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Give two causes of deindustrialisation in MEDCs.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Competition from cheap-labour countries and automation.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robotic car factory.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What is reindustrialisation?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growth of new industries in old industrial regions.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New Trends in Manufacturing. The main new trends are. On this slide we have High-technology industries.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New Trends in Manufacturing. On this slide we have Multinational corporations (MNCs).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New Trends in Manufacturing. On this slide we have Deindustrialisation.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New Trends in Manufacturing. On this slide we have Reindustrialisation.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deindustrialisation and the global shift.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Define a multinational corporation and give one advantage and one disadvantage.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 company in several countries; brings jobs but profits leave.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causes of deindustrialisation.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competition from cheap-labour countries and automation.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multinational; number 2, deindustrialisation; number 3, parks.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Name three multinationals present in Cameroon and their products.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23: Weber's Least-Cost Model.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22: NEW TRENDS IN MANUFACTURING</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22</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New Trends in Manufacturing</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6: Understanding and managing the dynamics of economic activities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Industrial Structure and Changes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Industrial Structure and Changes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22: New Trends in Manufacturing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High-technology industry, multinational corporation, deindustrialisation, reindustrialisation, science park.</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High-tech industries, multinationals, deindustrialisation and reindustrialisation: meaning, causes and consequences (briefly).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recent changes in manufacturing.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21: Industrial Inertia):</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Find an old industry in Cameroon that stayed in its place and explain why.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Example: the Brasseries in Douala-Bassa or old factories in Akwa have stayed despite congestion, because of their buildings, workers, suppliers and nearness to the port and market.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high-technology industries.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multinational corporations.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deindustrialisation and reindustrialisation.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Manufacturing moved to Asia.</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Old industrial regions lost jobs.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phone in a learner's pocket was designed in the USA, assembled in China by a company with factories in many countries, and sold in Cameroon. Meanwhile, old factories in Europe have closed.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Manufacturing has become global and high-tech.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 company with factories in many countries?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multinational corporation.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closing of old factories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Deindustrialisation.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Prepare for new industries through education and innovation.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the modern world of industry.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HIGH-TECHNOLOGY INDUSTRIES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usa_techpark.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Skilled workers in a high-tech firm.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HIGH-TECHNOLOGY INDUSTRIES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characteristics of high-tech industries.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HIGH-TECHNOLOGY INDUSTRIES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Research and skilled workers; footloose, often in science parks.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MULTINATIONAL CORPORATIONS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usa_container.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Containers carrying goods worldwide.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MULTINATIONAL CORPORATIONS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advantage and one disadvantage of multinationals for LEDCs.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MULTINATIONAL CORPORATIONS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Advantage: jobs and investment. Disadvantage: profits leave the country.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DEINDUSTRIALISATION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deindust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Manufacturing jobs in the UK (approximate).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DEINDUSTRIALISATION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deindustrialisation?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DEINDUSTRIALISATION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decline of manufacturing in a country or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DEINDUSTRIALISATION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usa_textil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Textile workers in Asia.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DEINDUSTRIALISATION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causes of deindustrialisation in MEDCs.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DEINDUSTRIALISATION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Competition from cheap-labour countries and automation.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REINDUSTRIALISATION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usa_carfactory.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robotic car factory.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REINDUSTRIALISATION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reindustrialisation?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REINDUSTRIALISATION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growth of new industries in old industrial regions.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Industrial Structure and Changes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Industrial Structure and Changes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22: New Trends in Manufacturing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New Trends in Manufacturing</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main new trends are: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High-technology industries: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make electronics, computers, medicines and aerospace products using research and skilled workers. They are footloose and cluster in science parks such as Silicon Valley.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New Trends in Manufacturing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Multinational corporations (MNCs):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firms operating in many countries, like Nestlé, Total and Samsung. They bring investment and jobs, but profits often leave the host country.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New Trends in Manufacturing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Deindustrialisation: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decline of manufacturing jobs in MEDCs, caused by competition from low-wage countries and automation. It leads to unemployment and derelict industrial areas.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New Trends in Manufacturing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Reindustrialisation: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growth of new industries, often high-tech and services, in old industrial regions. Government aid and new technology support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New Trends in Manufacturing</a:t>
            </a:r>
            <a:endParaRPr lang="en-US" sz="3600" dirty="0"/>
          </a:p>
        </p:txBody>
      </p:sp>
      <p:pic>
        <p:nvPicPr>
          <p:cNvPr id="4" name="Image 0" descr="/home/claude/f4/img/v2/deindust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deindustrialisation and the global shift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a multinational corporation and give one advantage and one disadvantage.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company in several countries; brings jobs but profits leave.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causes of deindustrialisation.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Competition from cheap-labour countries and automation.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company in many countries is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decline of manufacturing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High-tech firms cluster in science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three multinationals present in Cameroon and their products.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23: Weber's Least-Cost Model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Multinational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multinationale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High technology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haute technologie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Deindustrialisation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désindustrialisation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Science park</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technopôle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Automation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L'automatisation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Investment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L'investissement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Industrial Structure and Changes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22: New Trends in Manufacturing</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Explain high-technology industries. Explain multinational corporations. Explain deindustrialisation and reindustrialisation.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recent changes in manufacturing.</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New Trends in Manufacturing.</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three multinationals present in Cameroon and their products.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list high-tech products.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name multinationals in Cameroon.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read the graph.</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list causes.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give examples.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6 (Economic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“Knight-Crane Convergence Lab” by Knight Foundation, CC BY-SA 2.0, via Flickr (https://www.flickr.com/photos/9133668@N08/6242015734)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“Container Ships @ Port of Oakland” by jdnx, CC BY 2.0, via Flickr (https://www.flickr.com/photos/21442511@N08/3464243881)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“General Photos: Turkmenistan” by Asian Development Bank, CC BY-NC-ND 2.0, via Flickr (https://www.flickr.com/photos/58037435@N08/8800569339)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“rover 200 framing line” by spencer_cooper, CC BY-ND 2.0, via Flickr (https://www.flickr.com/photos/80889122@N06/7481166880)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50</Slides>
  <Notes>50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50</vt:i4>
      </vt:variant>
    </vt:vector>
  </HeadingPairs>
  <TitlesOfParts>
    <vt:vector size="5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2026-09-27T10:08:15Z</dcterms:created>
  <dcterms:modified xsi:type="dcterms:W3CDTF">2026-09-27T10:08:15Z</dcterms:modified>
</cp:coreProperties>
</file>