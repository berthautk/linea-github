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22: New Trends in Manufacturing.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high-tech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multinationals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causes.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multinational 2. deindustrialisation 3. parks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Trends in Manufacturing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Structure and Changes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Structure and Changes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New Trends in Manufacturing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High-technology industry, multinational corporation, deindustrialisation, reindustrialisation, science park.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High-tech industries, multinationals, deindustrialisation and reindustrialisation: meaning, causes and consequences (briefly).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recent changes in manufacturing.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high-technology industries.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multinational corporations.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deindustrialisation and reindustrialisation.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moved to Asia.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industrial regions lost jobs.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phone in a learner's pocket was designed in the USA, assembled in China by a company with factories in many countries, and sold in Cameroon. Meanwhile, old factories in Europe have closed.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Manufacturing has become global and high-tech.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company with factories in many countries?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multinational corporation.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closing of old factories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Deindustrialisation.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modern world of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HIGH-TECH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tech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Skilled workers in a high-tech firm.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HIGH-TECH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characteristics of high-tech industries.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HIGH-TECH INDUSTRY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skilled workers; footloose, often in science parks.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MULTINATIONALS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Containers carrying goods worldwide.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MULTINATIONALS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multinationals for LEDCs.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MULTINATIONALS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jobs and investment. Disadvantage: profits leave the country.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deindus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Manufacturing jobs in the UK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deindustrialisation?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decline of manufacturing in a country or region.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text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Textile workers in Asia.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deindustrialisation in MEDCs.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Competition from cheap-labour countries and automation.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carfac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robotic car factory.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reindustrialisation?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REINDUSTRIALISATION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growth of new industries in old industrial regions.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Trends in Manufacturing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Industrial Structure and Changes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Industrial Structure and Changes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22: New Trends in Manufacturing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High-technology industry: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industry based on advanced research, like electronics and biotechnology.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Multinational corporation (MNC):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company with factories or offices in several countries.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Deindustrialisation: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decline of manufacturing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High-Tech Industries and MNCs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High-tech industries: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need research, skilled workers and universities. They cluster in science parks like Silicon Valley.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MNCs: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locate factories where costs are lowest and markets are large. Examples are Samsung, Nestlé and Total.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High-Tech Industries and MNCs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Effects of MNCs: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bring jobs, investment and technology. But profits often leave, and they may exploit workers and the environment.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Deindustrialisation and Reindustrialisation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Deindustrialisation: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industries closed in MEDCs because of competition, automation and exhaustion of resources. It caused unemployment and derelict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Reindustrialisation: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industries, often high-tech and services, replace old ones. Governments help with grants and enterprise zones.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a multinational corporation and give one advantage and one disadvantage.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company in several countries; brings jobs but profits leave.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deindustrialisation.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Competition from cheap-labour countries and automation.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company in many countries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decline of manufacturing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High-tech firms cluster in science ______.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multinationals present in Cameroon and their products.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23: Weber's Least-Cost Model.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Multinational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multinationale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technology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haute technologie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Deindustrialisation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désindustrialisation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Science park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technopôle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L'automatisation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L'investissement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Structure and Changes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22: New Trends in Manufacturing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high-technology industries. Explain multinational corporations. Explain deindustrialisation and reindustrialisation.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recent changes in manufacturing.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High-technology industry, Multinational corporation (MNC), Deindustrialisation; II. High-Tech Industries and MNCs: High-tech industries, MNCs, Effects of MNCs; III. Deindustrialisation and Reindustrialisation: Deindustrialisation, Reindustrialisation.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three multinationals present in Cameroon and their products.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“Knight-Crane Convergence Lab” by Knight Foundation, CC BY-SA 2.0, via Flickr (https://www.flickr.com/photos/9133668@N08/6242015734)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“General Photos: Turkmenistan” by Asian Development Bank, CC BY-NC-ND 2.0, via Flickr (https://www.flickr.com/photos/58037435@N08/8800569339)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“rover 200 framing line” by spencer_cooper, CC BY-ND 2.0, via Flickr (https://www.flickr.com/photos/80889122@N06/7481166880)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2026-09-26T20:31:27Z</dcterms:created>
  <dcterms:modified xsi:type="dcterms:W3CDTF">2026-09-26T20:31:27Z</dcterms:modified>
</cp:coreProperties>
</file>