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Government Policy and Industrial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regional inequality.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incentives.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industrial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state industries.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Kribi.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incentive 2. free 3. policy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Policy and Industrial Location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Government Policy and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intervention, incentive, free zone, tax holiday, regional policy, planning.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and why governments intervene in industrial location (planning and incentives).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and why governments influence where industries locate.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governments intervene.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forms of intervention.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from the world and Cameroon.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industries in Cameroon are in Douala.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develop unequally.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government created an industrial zone at Kribi near the new deep-sea port and offers tax breaks to firms that invest there. It wants to reduce the concentration of industry in Douala.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Industries are concentrated in one city.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government offer?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Tax breaks and an industrial zone.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spread development and jobs.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role of the state in industrial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WHY INTERVENE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Douala, the main industrial city.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WHY INTERVENE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governments intervene in industrial location?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WHY INTERVENE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reduce regional inequality, create jobs and protect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INCENTIVES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modern port.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INCENTIVES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incentives offered to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INCENTIVES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Tax holidays and cheap land (also grants, loans, free zones).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new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planned new town.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planning control industrial location?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HOW: PLANNING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zoning land and refusing permits in crowded areas.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mel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aluminium smelter.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state-led industry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ALUCAM at Edéa, CICAM at Garoua or SONARA at Limbe.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tech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Skilled workers in a high-tech firm.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special economic (free) zone?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area where firms pay low taxes and duties to attract investment.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 Policy and Industrial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Distribution of Industries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Government Policy and Industrial Location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Incentive: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advantage given to encourage a firm to invest in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area where firms pay few taxes and customs duties.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Regional policy: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government action to reduce differences between regions.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Why Governments Intervene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Regional balance: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tends to concentrate in a few cities. States want jobs in poorer regions.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Strategic and social reasons: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Governments protect key industries like energy and defence. They also reduce unemployment.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Why Governments Intervene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Environment: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Planning keeps polluting industries away from homes. It protects fragile areas.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How Governments Intervene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Incentives: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Grants, loans, tax holidays, cheap land and free zones attract firms. Infrastructure like ports and roads helps.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Controls: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Permits, zoning and environmental laws restrict location. Some countries nationalise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How Governments Intervene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state created ALUCAM, CICAM and SONARA and industrial zones at Bonabéri, Bassa and Kribi. The investment charter offers incentives.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reasons why governments intervene in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Regional balance, jobs, environment (also strategic reasons).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incentives.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Tax holidays, grants, cheap land (also free zones).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advantage given to a firm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area with low taxes is a ______ zone.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regional differences is regional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 how the government could attract industries to your region.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The Changing Nature of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Incentive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L'incitation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holiday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L'exonération fiscale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franche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L'aménagement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L'investissement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of Industries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Government Policy and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governments intervene. Describe the forms of intervention. Give examples from the world and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and why governments influence where industries locate.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Incentive, Free zone, Regional policy; II. Why Governments Intervene: Regional balance, Strategic and social reasons, Environment; III. How Governments Intervene: Incentives, Controls,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how the government could attract industries to your region.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“New Town Housing, Fullers Slade, Milton Keynes” by The JR James Archive, University of Sheffield, CC BY-NC 2.0, via Flickr (https://www.flickr.com/photos/98068999@N05/9253665547)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“20080326_03 Aluminium smelter” by Bush Philosopher - Dave Clarke, CC BY-NC-ND 2.0, via Flickr (https://www.flickr.com/photos/73115147@N00/2402063103)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“Knight-Crane Convergence Lab” by Knight Foundation, CC BY-SA 2.0, via Flickr (https://www.flickr.com/photos/9133668@N08/6242015734)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2026-09-26T20:31:27Z</dcterms:created>
  <dcterms:modified xsi:type="dcterms:W3CDTF">2026-09-26T20:31:27Z</dcterms:modified>
</cp:coreProperties>
</file>