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Government Policy and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government intervention, incentive, free zone, tax holiday, regional policy, planning. At the end, you should be able to do this: learners are able to explain how and why governments influence where industries locate.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Factors of Industrial Location. The question was: Choose the best site for a biscuit factory in Cameroon and justify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biscuit factory could be in Douala: near the port to import wheat, near the largest market, with electricity, water, labour and roads to other regions.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why governments intervene. Number 2: describe the forms of intervention. Number 3: give examples from the world and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industries in Cameroon are in Douala. Regions develop unequally.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government created an industrial zone at Kribi near the new deep-sea port and offers tax breaks to firms that invest there. It wants to reduce the concentration of industry in Douala.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are concentrated in one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government offer?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Tax breaks and an industrial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spread development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government policies that spread industries to all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role of the state in industrial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douala, the main industrial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governments intervene in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reduce regional inequality, create jobs and protect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modern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incentives offered to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Tax holidays and cheap land (also grants, loans, free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planned new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planning control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zoning land and refusing permits in crowded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example of state-led industry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ALUCAM at Edéa, CICAM at Garoua or SONARA at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special economic (free) zone?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area where firms pay low taxes and duties to attract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Government intervention.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Why Governments Intervene. Governments intervene in industrial location for the following reasons. On this slide we have Regional balance.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Why Governments Intervene. On this slide we have Strategic and environmental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How Governments Intervene. Governments influence location through. On this slide we have Incentives.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Governments Intervene. On this slide we have Planning controls.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Governments Intervene. On this slide we have State-owned industries and free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reasons why governments intervene in industrial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regional balance, jobs, environment (also strategic reasons).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incentives.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tax holidays, grants, cheap land (also free zones).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incentive; number 2, free; number 3,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how the government could attract industries to your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The Changing Nature of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17: GOVERNMENT POLICY AND INDUSTRIAL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Government Policy and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Government Policy and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Government intervention, incentive, free zone, tax holiday, regional policy,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How and why governments intervene in industrial location (planning and incentives).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and why governments influence where industries locate.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Factors of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site for a biscuit factory in Cameroon and justify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biscuit factory could be in Douala: near the port to import wheat, near the largest market, with electricity, water, labour and roads to other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governments intervene.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forms of intervention.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from the world and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industries in Cameroon are in Douala.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Regions develop unequally.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government created an industrial zone at Kribi near the new deep-sea port and offers tax breaks to firms that invest there. It wants to reduce the concentration of industry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are concentrated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government offer?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breaks and an industrial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spread development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government policies that spread industries to all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role of the state in industrial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the main industrial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governments intervene in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reduce regional inequality, create jobs and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incentives offered to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and cheap land (also grants, loans, free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planned new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planning control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zoning land and refusing permits in crowded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state-led industry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at Edéa, CICAM at Garoua or SONARA at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special economic (free)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area where firms pay low taxes and duties to attract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Government Policy and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intervention: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action of the state to influence where industries locate.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Why Governments Intervene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intervene in industrial location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want to reduce unemployment and poverty in lagging regions. Industries are spread to avoid over-concentration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Why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Strategic and environmental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protect national security and key industries. They also keep polluting industries away from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influence location through: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Incentives: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grants, cheap loans, cheap land and infrastructure attract firms. The Investment Charter of Cameroon (2013) offers such advantages.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controls: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Zoning and permits restrict industries in crowded areas. Industrial estates (e.g. Bassa, Bonabéri in Douala, MAGZI zones) organise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State-owned industries and free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creates industries such as ALUCAM, CICAM and SONARA. Special economic (free) zones such as Kribi offer low taxes to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why governments intervene in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Regional balance, jobs, environment (also strategic reasons).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incentives.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grants, cheap land (also free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advantage given to a firm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area with low taxes is a ______ zone.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Reducing regional differences is regional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how the government could attract industries to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Changing Nature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Government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Incentive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 holiday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L'exonération fiscale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Free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franche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L'aménagement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Government Policy and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governments intervene. Describe the forms of intervention. Give examples from the world and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and why governments influence where industries locate.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Why Governments Intervene; How Governments Intervene.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how the government could attract industries to your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 regional inequality.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incentives.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industrial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state 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Kribi.</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2026-09-27T10:08:14Z</dcterms:created>
  <dcterms:modified xsi:type="dcterms:W3CDTF">2026-09-27T10:08:14Z</dcterms:modified>
</cp:coreProperties>
</file>