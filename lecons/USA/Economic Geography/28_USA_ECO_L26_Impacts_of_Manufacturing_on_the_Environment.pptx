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26: Impacts of Manufacturing on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Manufacturing Industries and the Environment, and the sub-topic is Manufacturing Industries and the Environment. The key notions we shall use today are: air pollution, water pollution, acid rain, industrial waste, environmental impact assessment, clean technology. At the end, you should be able to do this: learners are able to explain the environmental impacts of industry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25: Sub-optimal Industrial Location. The question was: Find a business in your town that is not in the best location and explain why.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shop placed in a narrow back street because the owner inherited the house; it makes some profit but would earn more on the main road near the market.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impacts of industry on air, water and land. Number 2: give examples. Number 3: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Factories produce waste. Fossil fuels cause pollution.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People near an industrial zone in Douala complain of smoke, bad smells and dirty water in the drains. Fishermen say the fish have become rare in the estuary.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Industry pollutes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parts of the environment are affected?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Air, water and aquatic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one solution.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Treating waste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reduce industrial pollution in our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balance industrial growth with a healthy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impacts of industry.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effects of industry on the air.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Smoke and greenhouse gases (also acid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steel works near a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acid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 made acid by sulphur and nitrogen gases from factories.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Wouri estuary.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industry pollute rivers and seas?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releasing chemicals, oil and hot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mine scar.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impacts of industry on 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Waste dumps and mine scars (also loss of farmland).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clean energy.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solutions to industrial pollution.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Filters and treatment plants, laws and fines, clean energy and recycling.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Negative Impacts of Manufacturing. Manufacturing harms the natural environment in the following ways. On this slide we have Air pollution.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Negative Impacts of Manufacturing. On this slide we have Water pollution.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Negative Impacts of Manufacturing. On this slide we have Land pollution and degradation and Other impacts.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impacts of industry on the environment.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Industrial pollution can be reduced by. On this slide we have Technology.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On this slide we have Laws and planning.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On this slide we have Recycling and green industry.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negative impacts of industry on the environment.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air pollution, water pollution, land degradation.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solutions to industrial pollution.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filters, laws, recycling (also clean energy, zoning).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acid; number 2, assessment; number 3,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four means of transport used in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27: Transport.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26: IMPACTS OF MANUFACTURING ON THE ENVIRONMENT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Impacts of Manufacturing on the Environment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Manufacturing Industries and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Manufacturing Industries and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26: Impacts of Manufacturing on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Air pollution, water pollution, acid rain, industrial waste, environmental impact assessment, clean technology.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Negative impacts of manufacturing on the environment and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environmental impacts of industry and propose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25: Sub-optimal Industrial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business in your town that is not in the best location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shop placed in a narrow back street because the owner inherited the house; it makes some profit but would earn more on the main road near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impacts of industry on air, water and land.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Factories produce waste.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Fossil fuels cause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near an industrial zone in Douala complain of smoke, bad smells and dirty water in the drains. Fishermen say the fish have become rare in the estuary.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Industry pollutes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parts of the environment are affected?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water and aquatic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Treating waste before release.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Reduce industrial pollution in our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balance industrial growth with a healthy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nd_pol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Impacts of industry.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industry on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Smoke and greenhouse gases (also acid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steel works near a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acid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made acid by sulphur and nitrogen gases from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WATER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wour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Wouri estuary.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industry pollute rivers and seas?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releasing chemicals, oil and hot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LAND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open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mine scar.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impacts of industry on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Waste dumps and mine scars (also loss of farmland).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Clean energy.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solutions to industrial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Filters and treatment plants, laws and fines, clean energy and recycling.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Manufacturing Industries and the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Manufacturing Industries and the Environment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26: Impacts of Manufacturing on the Environment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Negative Impacts of Manufacturing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Manufacturing harms the natural environment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release smoke, dust, sulphur dioxide and carbon dioxide. This causes acid rain, smog, breathing diseases and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Negative Impacts of Manufacturing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Chemicals, oil and waste water are released into rivers and seas, as in the Wouri estuary. Fish die and drinking water is contaminated.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Negative Impacts of Manufacturing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pollution and degradation: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Waste dumps, mine scars and quarries destroy land and soils. Farmland and forests are lost to factories.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Noise, heat and loss of biodiversity also result. Industrial accidents can cause disasters.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Negative Impacts of Manufacturing</a:t>
            </a:r>
            <a:endParaRPr lang="en-US" sz="3600" dirty="0"/>
          </a:p>
        </p:txBody>
      </p:sp>
      <p:pic>
        <p:nvPicPr>
          <p:cNvPr id="4" name="Image 0" descr="/home/claude/f4/img/v2/ind_pol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impacts of industry on the environment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Solutions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Industrial pollution can be reduced by: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Technology: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Filters, scrubbers and treatment plants clean smoke and waste water. Clean energy and efficient machines reduce emissions.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Laws and 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Environmental laws, impact assessments and the "polluter pays" principle control pollution. Polluting industries should be located away from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Recycling and green industry: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waste and making eco-friendly products reduce pressure on resources. International agreements such as the Paris Agreement limit emissions.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negative impacts of industry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pollution, water pollution, land degradation.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solutions to industrial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Filters, laws, recycling (also clean energy, zoning).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made acid by factory gases is ______ rain.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study before a project is an environmental impact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principle "the polluter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means of transport used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Acid 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pluies acides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déchets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Filter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filtre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Impact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L'impact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Manufacturing Industries and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26: Impacts of Manufacturing on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impacts of industry on air, water and land. Give examples.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environmental impacts of industry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Negative Impacts of Manufacturing;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four means of transport used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four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explain acid rain.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the Wouri.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land impacts.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solutions.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“Fishing on the Wouri River” by Karlplatz, CC BY-NC-ND 2.0, via Flickr (https://www.flickr.com/photos/36973264@N00/3158348)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“2017-91-06” by Community Archives of Belleville &amp; Hastings County, CC0 1.0, via Flickr (https://www.flickr.com/photos/134017397@N03/37070933734)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2026-09-29T12:18:59Z</dcterms:created>
  <dcterms:modified xsi:type="dcterms:W3CDTF">2026-09-29T12:18:59Z</dcterms:modified>
</cp:coreProperties>
</file>