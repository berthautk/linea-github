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9: Meeting the Increasing Food Demand.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four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SEMRY.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food 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security 2. extensification 3. short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the Increasing Food Demand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Developments in Agriculture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Developments in Agriculture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Meeting the Increasing Food Demand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security, food shortage, intensification, extensification, food aid, distribution.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food supply and demand; solutions: improving farming, industrialisation and new foods, distribution, rural development, demographic control.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food problem and propose solutions.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world food situation.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ways of increasing food supply.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other solutions (distribution, rural development, population).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population is growing.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Green Revolution raised yields.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world produces enough food for everyone, yet about 700 million people are hungry, many in Africa. In the Far North of Cameroon, droughts and insecurity cause food shortages.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are hungry although the world has enough food.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Poverty, poor distribution, droughts and conflicts.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solution.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Improving farming or distribution.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think about how to feed a growing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ereal_yie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Cereal yields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food a problem in Sub-Saharan Africa?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Yields are low while population grows fast.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IMPROVING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ood_solution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Ways to meet food demand.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IMPROVING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intensification and extensification.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IMPROVING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Intensification raises yields on the same land; extensification farms new land.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IMPROVING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irrig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irrigation canal.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IMPROVING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irrigation increase food supply?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IMPROVING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allows crops in the dry season and higher yields.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fooda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aid distribution.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food aid only a short-term solution?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helps in crises but can harm local farmers and create dependence.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OTHER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food market.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OTHER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other solutions to food shortage.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OTHER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Better roads and storage; family planning (also rural development).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Meeting the Increasing Food Demand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Developments in Agriculture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Developments in Agriculture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9: Meeting the Increasing Food Demand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security: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all people have enough safe food at all times.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producing more from the same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Extensification: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increasing production by farming new land.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World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Supply and demand: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World food production has grown faster than population. But about 700 million people are still hungry.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Causes of hunger: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Poverty, drought, conflicts and poor distribution cause hunger. Waste and poor storage lose much food.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Solutions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Improving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Irrigation, fertiliser, better seeds and new land increase output. Cooperatives and credit help small farmers.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Industry and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processing and fish farming create new food. Roads, storage and markets reduce losses.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Solutions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Rural development and population: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Better rural services keep young farmers on the land. Family planning reduces the growth of demand.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people hungry although the world has enough food?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Poverty, conflicts and poor distribution.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ways of meeting food demand.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Irrigation, better distribution, family planning (also new land, food processing).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Enough safe food for all is food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 new land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aid is a ______-term solution.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Suggest three measures to reduce food shortage in the Far North.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10: Agriculture and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security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sécurité alimentaire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Hunger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faim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aid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L'aide alimentaire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stockage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pénurie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demande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Developments in Agriculture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Meeting the Increasing Food Demand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world food situation. Explain ways of increasing food supply. Explain other solutions (distribution, rural development, population).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food problem and propose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Food security, Intensification, Extensification; II. The World Situation: Supply and demand, Causes of hunger; III. Solutions: Improving farming, Industry and distribution, Rural development and population.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 three measures to reduce food shortage in the Far North.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“Irrigation Canals in Farah Province Afgahnistan” by USAID_IMAGES, CC BY-NC-ND 2.0, via Flickr (https://www.flickr.com/photos/46658241@N06/14784748647)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“WFP food distribution” by UNAMID Photo, CC BY-NC-ND 2.0, via Flickr (https://www.flickr.com/photos/58538810@N03/12495227734)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“Sandga Market in Douala, Cameroon” by The Advocacy Project, CC BY-NC-SA 2.0, via Flickr (https://www.flickr.com/photos/42487558@N00/3636438732)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2026-09-26T20:31:26Z</dcterms:created>
  <dcterms:modified xsi:type="dcterms:W3CDTF">2026-09-26T20:31:26Z</dcterms:modified>
</cp:coreProperties>
</file>