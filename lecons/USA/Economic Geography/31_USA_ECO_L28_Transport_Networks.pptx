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Transport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Network Development, and the sub-topic is Transport Network Development. The key notions we shall use today are: network, node, link, route, connectivity, network evolution. At the end, you should be able to do this: learners are able to describe transport networks and explain the factors of their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4: Calculating and Illustrating Transport Costs. The question was: Draw the cost-distance graph for road, rail and river using the table, up to 600 km.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Using the table, compute each mode at 100, 200 … 600 km and plot three lines. Road is lowest at short distances, rail in the middle and river for the longest distances; the crossing points mark where the cheapest mode changes.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network, a node and a link. Number 2: identify types of networks. Number 3: explain the factors of network development and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Roads join towns. Some regions have many roads and others few.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road map of Cameroon, the class sees many roads joining the towns of the West and Littoral, but few roads in the East and the Far North. They ask why the network is so uneven.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road network is uneven.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 towns called in a network?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are the roads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Links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transport networks that serve all regions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transport networks form and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nodes and links of a network.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Count the nodes and links in the network.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 nodes and 7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branching and circuit networks.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a branching network from a circuit network.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Branching: no closed loops. Circuit: loops give more than one route between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muddy road in the rainy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relief or climate affect network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Mountains, swamps and heavy rain make roads costly to build and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busy town traffic.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dense and rich regions have dense networks?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more demand and more money to build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stages of network growth.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a network evolve over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New links are added, so connectivity increases and loops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Transport Networks. A transport network and its elements are defined as follows. On this slide we have Transport network.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Transport Networks. On this slide we have Node and Link.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Transport Networks. On this slide we have Types of networks.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nodes and links of a network.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Transport Network Development. The development of networks depends on the following factors.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Transport Network Development. On this slide we have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Transport Network Development. On this slide we have Political and historical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Transport Network Prediction. The growth of networks can be predicted as follows. On this slide we have Network evolution.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Transport Network Prediction. On this slide we have Prediction.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stages of network growth.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node and link.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node is a point such as a town; a link is a route joining two nodes.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physical and two human factors of network development.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physical: relief, climate. Human: population, capital.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node; number 2, link; number 3, circuit.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main road network of your region and count its nodes and links.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29: Transport Network Efficiency.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28: TRANSPORT NETWORKS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 Networks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Transport Networks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Network, node, link, route, connectivity, network 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transport networks (definition, nodes, links and types); general factors of network development; network prediction and evolution (increasing connectivity).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transport networks and explain the factors of their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4: Calculating and Illustrating Transport Costs):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cost-distance graph for road, rail and river using the table, up to 600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table, compute each mode at 100, 200 … 600 km and plot three lines. Road is lowest at short distances, rail in the middle and river for the longest distances; the crossing points mark where the cheapest mode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network, a node and a link.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types of networks.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network development and 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Roads join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regions have many roads and others few.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road map of Cameroon, the class sees many roads joining the towns of the West and Littoral, but few roads in the East and the Far North. They ask why the network is so uneven.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road network is uneven.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towns called in a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roads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Links (edges).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transport networks that serve all regions fairly.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transport networks form and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Nodes and links of a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the nodes and links in the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 nodes and 7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Branching and circuit networks.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branching network from a circuit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Branching: no closed loops. Circuit: loops give more than one route between nodes.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road in the rainy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relief or climate affect network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swamps and heavy rain make roads costly to build and keep.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Busy town traffic.</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dense and rich regions have dense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more demand and more money to build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PREDICTION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Stages of network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PREDICTION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network evolve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PREDICTION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links are added, so connectivity increases and loops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Transport Network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Transport Network Development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Transport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Networks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transport network and its elements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network: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system of routes that join places together. It is made of nodes and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Networks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point in a network, such as a town, a port or a road junction. Large nodes attract many routes.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route joining two nodes, such as a road, a railway or an air route. The number of links shows how well a network is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Networks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of networks: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branching (tree) network has no closed loops, while a circuit network has loops that give more than one route. Networks are also classified by mode: road, rail, water and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Networks</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nodes and links of a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Transport Network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development of networks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rivers, swamps, forests and climate affect where routes are built. Flat and dry land is cheaper to build on than mountains or swamps.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Transport Network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population and rich economic activity create demand for transport. Capital and technology decide how many routes can be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Transport Network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Political and historical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Governments build routes for national unity and defence. Colonial railways, built to export raw materials, still shape many African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Prediction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growth of networks can be predicted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Network 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growth of a network over time as new links are added. Connectivity increases and loops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Prediction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Prediction: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links usually grow towards large nodes and rich areas. Models such as that of Taaffe, Morrill and Gould describe the stages of this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Prediction</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stages of network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node and link.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node is a point such as a town; a link is a route joining two nodes.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and two human factors of network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relief, climate. Human: population,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in a network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road joining two towns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network with loops is a ______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main road network of your region and count its nodes and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Transport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Network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nœud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carrefour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L'itinéraire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Connectivity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connectivité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Network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Transport Networks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network, a node and a link. Identify types of networks. Explain the factors of network development and 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transport networks and explain the factors of their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Transport Networks; Factors of Transport Network Development; Transport Network Prediction.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main road network of your region and count its nodes and links.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simple network.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both types.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roads in your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two regions.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four boxes.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2026-09-29T12:18:59Z</dcterms:created>
  <dcterms:modified xsi:type="dcterms:W3CDTF">2026-09-29T12:18:59Z</dcterms:modified>
</cp:coreProperties>
</file>