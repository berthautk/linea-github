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The Taaffe, Morrill and Gould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Development Theories. The key notions we shall use today are: model, penetration line, feeder route, interconnection, high-priority link. At the end, you should be able to do this: learners are able to describe the stages of the Taaffe, Morrill and Gould model and apply it to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5: Measuring Transport Network Efficiency. The question was: Draw a topological map of five towns in your region and calculate its beta index and accessibility matrix.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Draw five towns as dots and the roads as straight lines. Example: 5 nodes and 6 links give β = 1.2 (well connected); fill the 5 × 5 matrix with shortest paths and add the rows: the lowest total is the most accessible town.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assumptions of the model. Number 2: describe its four stages. Number 3: apply and criticise the model using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Networks grow over time. The colonial railway joined Douala to the interior.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first modern routes in Cameroon were railways from Douala into the interior built by the Germans. Later, roads joined other towns to these lines. Today, towns are linked by many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must explain how the network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did the first routes start?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coast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came after the first lines?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Feeder roads and interconnections.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extend transport links to the interior to open up isolated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the growth of transport networks in developing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stages of the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was the model first developed?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studies of Ghana and Nigeria in West Africa (1963).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stages 1 and 2.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1: scattered small ports. Stage 2: lines of penetration join some ports to the interior.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feeder routes and interconnection.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stages 3 and 4.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3: feeder roads join the lines. Stage 4: routes interconnect and main links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main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stage fits the Douala–Ngaoundéré railway?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2: a line of penetration from the port to the interior.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criticisms of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ignores air and political factors, and not all ports grow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Model.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Line of penetration and Feeder route.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Taaffe, Morrill and Gould Model. The model can be presented as follows. On this slide we have Origin.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Taaffe, Morrill and Gould Model. On this slide we have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Four Stages of the Model. The model has four stages, each with its own factors. On this slide we have Stage 1 – Scattered ports.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2 – Lines of penetration.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3 – Feeder routes.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4 – Interconnection.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stages of the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and Evaluation. The model can be applied and judged as follows. On this slide we have Application to Cameroon.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and Evaluation. On this slide we have Strengths and Weaknesses.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four stages of the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scattered ports, penetration lines, feeder routes, interconnection.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Apply the model to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as port, railway as penetration line, roads as feeders, national roads as interconnection.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1963; number 2, penetration; number 3, feeder.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showing how the road network of your region developed.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6: Transport Development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30: THE TAAFFE, MORRILL AND GOULD MODEL</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Taaffe, Morrill and Gould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 Theories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The Taaffe, Morrill and Gould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Model, penetration line, feeder route, interconnection, high-priority link.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Taaffe, Morrill and Gould (1963) model of network development; the four stages and the factors at each stage; evaluation.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stages of the Taaffe, Morrill and Gould model and apply it to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5: Measuring Transport Network Efficiency):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map of five towns in your region and calculate its beta index and accessibility matrix.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five towns as dots and the roads as straight lines. Example: 5 nodes and 6 links give β = 1.2 (well connected); fill the 5 × 5 matrix with shortest paths and add the rows: the lowest total is the most accessible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assumptions of the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four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and criticise the model using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Networks grow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colonial railway joined Douala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first modern routes in Cameroon were railways from Douala into the interior built by the Germans. Later, roads joined other towns to these lines. Today, towns are linked by many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must explain how the network grew.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first routes start?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coast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after the first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Feeder roads and interconnections.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Extend transport links to the interior to open up isolated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the growth of transport networks in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stages of the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was the model first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studies of Ghana and Nigeria in West Africa (1963).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1 and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1: scattered small ports. Stage 2: lines of penetration join some ports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Feeder routes and interconnection.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3 and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3: feeder roads join the lines. Stage 4: routes interconnect and main links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stage fits the Douala–Ngaoundéré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2: a line of penetration from the port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air and political factors, and not all ports grow the same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Transport Network Development Theories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30: The Taaffe, Morrill and Gould Model</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simplified picture of reality used to explain and predict it. It keeps only the main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 of penetration: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main route from a port into the interior. It is built to reach mines, plantations or large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Feeder route: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route that joins a main line. It brings traffic from the surrounding area to the main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Taaffe, Morrill and Gould Model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can be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proposed in 1963 by Taaffe, Morrill and Gould from a study of Ghana and Nigeria. It explains how networks grow in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Taaffe, Morrill and Gould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network starts at the coast, where ports trade with the outside world. Routes then grow towards the interior where resources are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has four stages, each with its own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1 – Scattered 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ports along the coast trade with nearby areas only. There are few links inland because the interior is not yet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2 – Lines of penetration: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ports are joined by main routes to mines, farms or towns inland. These ports grow fast and the others decline.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3 – Feeder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Feeder routes develop along the main lines and new nodes grow at junctions. Trade and population increase along the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4 – Interconnection: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join up and high-priority main routes form between the largest nodes. The network becomes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stages of the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Application and Evaluation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can be applied and judged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Application to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was the main port, and the German railways were lines of penetration to the interior. Feeder roads and national roads later interconnected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Application and Evaluation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model is simple and fits many former colonies. It shows the role of ports and resources in network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air transport and political choices. Real networks do not always pass through the stages in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four stages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Scattered ports, penetration lines, feeder routes, interconnection.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the model to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as port, railway as penetration line, roads as feeders, national roads as interconnection.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model was built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route from a port inland is a line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Small roads joining main lines are ______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showing how the road network of your region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6: Transport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Interior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L'intérieur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Feeder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secondaire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Main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principale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The Taaffe, Morrill and Gould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assumptions of the model. Describe its four stages. Apply and criticise the model using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stages of the Taaffe, Morrill and Gould model and apply it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Taaffe, Morrill and Gould Model; The Four Stages of the Model; Application and 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showing how the road network of your region developed.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title.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first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last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it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2026-09-29T03:13:14Z</dcterms:created>
  <dcterms:modified xsi:type="dcterms:W3CDTF">2026-09-29T03:13:14Z</dcterms:modified>
</cp:coreProperties>
</file>