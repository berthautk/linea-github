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Industrial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Manufacturing Industries of Cameroon. The key notions we shall use today are: import substitution, light industry, industrial region, industrial zone, emergence. At the end, you should be able to do this: learners are able to describe the industries of Cameroon and explain their distribution and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Impacts of Manufacturing on the Environment. The question was: Identify a source of pollution in your town and suggest a solution.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smoke from a soap or brick factory near homes; solution – install a filter on the chimney, use cleaner fuel and move the factory to the industrial zone.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manufacturing in Cameroon. Number 2: describe the four industrial regions and their factors. Number 3: explain the low level of industrialisation, state efforts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industries of Cameroon are in Douala. ALUCAM, CICAM and SONARA are major industries.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cocoa beans, logs and crude oil but imports chocolate, furniture and petrol. Most factories are in Douala; the East and the South have very few.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exports raw materials and imports manufactured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most factories?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 (the coastal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industry weak?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Lack of capital, technology, energy and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industrialisation in Cameroon through local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industries of Cameroon and how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Mostly light industries and import substitution (also based on local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industrial regions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industrial regions and one industry in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(ALUCAM), Centre-South (breweries, wood), West (coffee, food), North (textiles, 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coastal region the most industrialised?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port, the largest market, power and banks are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poor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reasons for the low level of 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technology and energy (also small market, poor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state efforts and two impacts of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Efforts: industrial zones, investment charter. Impacts: jobs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Manufacturing Industries. Industry in Cameroon has the following characteristics. On this slide we have Low level and light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On this slide we have Import substitution and raw-material orientation.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Industrial Regions. Cameroon has four main industrial regions. On this slide we have Coastal region (Douala–Edéa–Limbe–Kribi).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Industrial Regions. On this slide we have Centre-South region (Yaoundé–Mbalmayo).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Industrial Regions. On this slide we have Western region (Bafoussam–Bamenda).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Industrial Regions. On this slide we have Northern region (Garoua–Maroua).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State Efforts and Impacts. Industrialisation faces problems and has impacts. On this slide we have Reasons for low industrialisation.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State Efforts and Impacts. On this slide we have Efforts by the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State Efforts and Impacts. On this slide we have Socio-economic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industrial regions of Cameroon with one industry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coastal (ALUCAM), Centre-South (breweries), West (coffee), North (CICAM).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the low level of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capital, technology and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substitution; number 2, Garoua;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 raw material exported by Cameroon and suggest a factory to process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INDUSTRIAL DEVELOPMENT AND CHANGE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Industries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Industrial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 substitution, light industry, industrial region, industrial zone,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manufacturing; the four industrial regions and their industries; location and growth factors; reasons for low industrialisation; state efforts;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industries of Cameroon and explain their distribution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Impacts of Manufacturing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 source of pollution in your town and suggest a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smoke from a soap or brick factory near homes; solution – install a filter on the chimney, use cleaner fuel and move the factory to the industrial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manufacturing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industrial regions and their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low level of industrialisation, state efforts and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industries of Cameroon are in Douala.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ALUCAM, CICAM and SONARA are major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cocoa beans, logs and crude oil but imports chocolate, furniture and petrol. Most factories are in Douala; the East and the South have very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materials and imports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(the coastal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industry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energy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industrialisation in Cameroon through local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industries of Cameroon and how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light industries and import substitution (also based on local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industrial regions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and one industry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(ALUCAM), Centre-South (breweries, wood), West (coffee, food), North (textiles,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LOCATIONAL AND GROWTH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LOCATIONAL AND GROWTH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the most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LOCATIONAL AND GROWTH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the largest market, power and banks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FOR LOW 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FOR LOW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low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FOR LOW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and energy (also small market, poor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STATE EFFORTS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STATE EFFORTS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state efforts and two impacts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STATE EFFORTS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Efforts: industrial zones, investment charter. Impacts: jobs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Industries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Industrial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level and 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Manufacturing contributes only about 15 % of GDP. Most industries are light: food, drinks, textiles, wood and soap.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 substitution and raw-material orientation: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factories make goods once imported, such as beer, soap and cement. Others process local raw materials (timber, cocoa, cotton)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four main industrial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(Douala–Edéa–Limbe–Kribi):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ALUCAM, SONARA, breweries, cement and food industries. The port, market, power and banks explain its dominance.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Centre-South region (Yaoundé–Mbalmayo):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breweries, sawmills, tobacco and food industries. The capital market and forests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region (Bafoussam–Bamenda):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processes coffee, tea and food and has small industries. Dense population and agriculture support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region (Garoua–Maroua):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textiles, cotton ginneries, oil mills and a brewery process local cotton and grain. Lagdo power and the market of Chad and Nigeria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State Efforts and Impacts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Industrialisation faces problems and has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low 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skilled labour and reliable electricity, and a small market. Poor roads, corruption and competition from imports also hinder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State Efforts and Impacts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by 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zones (MAGZI), the Investment Charter, the Kribi deep-sea port, new dams and the plan for emergence by 2035. Support is given to small and medium enterprises.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State Efforts and Impacts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creates jobs, incomes, exports and urban growth. It also causes pollution, rural exodus and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 with one industry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(ALUCAM), Centre-South (breweries), West (coffee), North (CICAM).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low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goods once imported is import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CICAM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factories are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raw material exported by Cameroon and suggest a factory to process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 substitution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substitution aux importations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Industrial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manufacturing in Cameroon. Describe the four industrial regions and their factors. Explain the low level of industrialisation, state efforts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industries of Cameroon and explain their distribution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Manufacturing Industries; Main Industrial Regions; Problems, State Efforts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 raw material exported by Cameroon and suggest a factory to process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Vision 2035.</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2026-09-27T10:31:51Z</dcterms:created>
  <dcterms:modified xsi:type="dcterms:W3CDTF">2026-09-27T10:31:51Z</dcterms:modified>
</cp:coreProperties>
</file>