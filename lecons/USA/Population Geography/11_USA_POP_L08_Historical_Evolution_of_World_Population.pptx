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Historical Evolution of World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Time (Population Growth), and the sub-topic is The World's Population. The key notions we shall use today are: population growth, Industrial Revolution, J-curve, MEDCs, LEDCs. At the end, you should be able to do this: learners are able to describe and explain the growth of world population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Dependency Ratio and Population Pyramids. The question was: Draw the pyramid of the town on graph paper and write a short report.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town pyramid has a wide base and a narrow top (expansive). The dependency ratio is high (above 80), so many children depend on workers; the town needs schools and jobs.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world population growth over time. Number 2: explain the effect of the Industrial Revolution. Number 3: compare growth in MEDCs and LEDCs.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World population is about 8 billion. Africa grows fastest today.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It took all of human history until 1800 for the world to reach 1 billion people, but only 12 years to go from 7 to 8 billion. Learners wonder what changed.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growth has become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event started the fast growth?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Industrial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is growth fastest today?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LEDCs, especially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history of population growth to prepare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and why world population grew so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world population from year 1 to today.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When did world population reach 1 billion? When did it reach 8 billion?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1800; in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steam locomotive of the industrial 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did the Industrial Revolution increase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food, better transport, jobs and later better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child being vaccinated.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did death rates fall in the 20th century?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Vaccines, medicines, clean water and better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population of MEDCs and LEDCs, 1950–2050.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Compare the growth of MEDCs and LEDCs since 1950.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MEDCs grow slowly; LEDCs grow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growth rates by continent.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Africa grow faster than Europe?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birth rates and falling death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Global Trends before the Industrial Revolution. World population grew slowly for a long time. On this slide we have Slow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Global Trends before the Industrial Revolution. On this slide we have Milestones.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growth of world population.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During and after the Industrial Revolution. Growth accelerated for the following reasons. On this slide we have Industrial Revolution.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During and after the Industrial Revolution. On this slide we have 20th century to present.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Regional Trends. Growth differs between regions. On this slide we have MEDCs.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Regional Trends. On this slide we have LEDCs.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growth of MEDCs and LEDCs.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When did the world reach 1 and 8 billion people?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about 1800 and 2022.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LEDCs grow faster than MEDCs?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birth rates stay high while death rates have fallen.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J; number 2, Industrial; number 3,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timeline of world population from 1800 to 2022.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Population Growth and its Determinants.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HISTORICAL EVOLUTION OF WORLD POPULATION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Historical Evolution of World 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Historical Evolution of World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 Industrial Revolution, J-curve, MEDCs, LEDCs.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trends before and after the Industrial Revolution; regional trends (slow in MEDCs, fast in LEDCs).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growth of world population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Dependency Ratio and Population Pyramids):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pyramid of the town on graph paper and write a short report.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pyramid has a wide base and a narrow top (expansive). The dependency ratio is high (above 80), so many children depend on workers; the town needs schools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world population growth over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the Industrial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growth in MEDCs and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World population is about 8 billion.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grows fastest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took all of human history until 1800 for the world to reach 1 billion people, but only 12 years to go from 7 to 8 billion. Learners wonder what changed.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has become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event started the fast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Industrial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growth fastest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LEDCs, especially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history of population growth to prepare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and why world population grew so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orld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from year 1 to today.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did world population reach 1 billion? When did it reach 8 billion?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1800; in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INDUSTRIAL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a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steam locomotive of the industrial 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INDUSTRIAL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the Industrial Revolution increase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INDUSTRIAL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food, better transport, jobs and later better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AFTER THE INDUSTRIAL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vacc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child being vaccinated.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AFTER THE INDUSTRIAL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death rates fall in the 20th century?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AFTER THE INDUSTRIAL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medicines, clean water and better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egional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of MEDCs and LEDCs, 1950–2050.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growth of MEDCs and LEDCs since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MEDCs grow slowly; LEDCs grow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rowth_rat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Growth rates by continent.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Africa grow faster than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birth rates and falling death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Time (Population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World's Population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Historical Evolution of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Trends before the Industrial Revolution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World population grew slowly for a long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Until about 1750, high birth and death rates kept growth very slow. Famines, wars and epidemics such as the plague reduced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Trends before the Industrial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Milestones: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reached 1 billion around 1804 and 2 billion in 1927. Growth then became faster and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Trends before the Industrial Revolution</a:t>
            </a:r>
            <a:endParaRPr lang="en-US" sz="3600" dirty="0"/>
          </a:p>
        </p:txBody>
      </p:sp>
      <p:pic>
        <p:nvPicPr>
          <p:cNvPr id="4" name="Image 0" descr="/home/claude/f4/img/v2/world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growth of world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During and after the Industrial Revolution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Growth accelerated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farming, food supply, transport and sanitation reduced death rates in Europe. Population grew quickly in the 19th century.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During and after the Industrial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20th century to present: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antibiotics and clean water spread worldwide after 1950, so death rates fell everywhere. The world reached 8 billion in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Regional Trends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Growth differs between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is slow or negative, because birth rates are low. Europe and Japan are ageing.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Regional Trends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is faster, especially in Africa, where birth rates remain high while death rates have fallen. Asia and Latin America are slowing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Regional Trends</a:t>
            </a:r>
            <a:endParaRPr lang="en-US" sz="3600" dirty="0"/>
          </a:p>
        </p:txBody>
      </p:sp>
      <p:pic>
        <p:nvPicPr>
          <p:cNvPr id="4" name="Image 0" descr="/home/claude/f4/img/v2/regional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growth of MEDCs and LEDCs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did the world reach 1 and 8 billion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1800 and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LEDCs grow faster than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rates stay high while death rates have fallen.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growth curve of world population is a ______-curve.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Fast growth began after the ______ Revolution.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Today the fastest growth is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timeline of world population from 1800 to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Population Growth and its Determinants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Billion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milliard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Vaccine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vaccin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Century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siècle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Time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Historical Evolution of World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world population growth over time. Explain the effect of the Industrial Revolution. Compare growth in MEDCs and LEDCs.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growth of world population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Trends before the Industrial Revolution; During and after the Industrial Revolution; Regional Trends.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timeline of world population from 1800 to 2022.</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J-curve.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inventions of the 1800s.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diseases now prevented.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two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birth rates.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“Lowell Massachusetts - Boston &amp; Maine Railroad - Steam Engine - Monoch” by Onasill - Bill Badzo - 149 Million Views - Thank Y, CC BY-NC-SA 2.0, via Flickr (https://www.flickr.com/photos/7156765@N05/51797580418)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2026-09-27T10:31:41Z</dcterms:created>
  <dcterms:modified xsi:type="dcterms:W3CDTF">2026-09-27T10:31:41Z</dcterms:modified>
</cp:coreProperties>
</file>