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Historical Evolution of World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The World's Population. The key notions we shall use today are: population growth, J-curve, Industrial Revolution, population explosion, MEDCs, LEDCs, pro-natalist and anti-natalist policies. At the end, you should be able to do this: learners are able to describe and explain the growth of the world population through history and the contrasts between developed and developing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3: Dependency Ratio and Population Pyramids. The question was: State the world population around 1800.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About 1 billion people (reached around 1804).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describe the growth of the world population before the Industrial Revolution. Number 2: explain the effect of the Industrial Revolution on population growth. Number 3: describe the population explosion since 1950 with its milestones. Number 4: compare population trends in MEDCs and LEDCs. Number 5: explain the factors of these regional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world population is about 8.2 billion. Birth rates are high in Cameroon. Vaccines reduce deaths.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grandfather tells you that sixty years ago Garoua was a small town around the Lamidat and Yelwa, with bush all around. Today the town stretches to Plateau, Roumdé Adjia and Djamboutou, and new houses appear every month. Your teacher adds that for thousands of years the world had very few people, and that it "exploded" in only 200 years. You ask: "Why did the world population stay small for so long and then grow so fast, and does it grow at the same speed everywhere?"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and why the world population grew through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was the population small in the past?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Many babies were born, but many people died young from diseases, famine and wars.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caused the rapid growth?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Medicine, hygiene and more food reduced deaths while births stayed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to others how better health and education change family size and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causes of the rapid growth of population, which shapes the needs of Cameroon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world population over 2,000 years.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shape of the curve of world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J-curve: very slow growth for a long time, then a sudden 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age of the steam engine.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was the Industrial Revolution a turning point?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Medicine, sanitation and farming improved, so death rates fell while birth rates stayed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billions of people.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which year did the world reach 8 billion?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lEDCs and MEDCs.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group of countries is growing faster?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less economically developed countries (LEDCs).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girls at school.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the education of women lower the birth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Educated women marry later, work and choose to have fewer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J-curve, Population explosion and MEDCs and LEDCs.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Up to the Industrial Revolution. The world population grew as follows up to and during the Industrial Revolution. Copy the point on Slow growth before 1750 on the left, then draw the diagram on the right: the growth of world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Up to the Industrial Revolution. Copy the point on A small population: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Industrial Revolution on the left, then draw the diagram on the right: the Industrial Revolution.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After the Industrial Revolution to the Present. The world population has grown as follows since the Industrial Revolution. Copy the point on The population explosion: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Milestones on the left, then draw the diagram on the right: the milestones of world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After the Industrial Revolution to the Present. Copy the point on An increasing rate of growth: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After the Industrial Revolution to the Present. Copy the point on Today: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Regional Trends of Population Change. Population changes at different rates in the following groups of countries. Copy the point on Slow change in MEDCs on the left, then draw the diagram on the right: mEDCs and LEDCs.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Regional Trends of Population Change. Copy the point on Why MEDCs grow slowly: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Fast change in LEDCs on the left, then draw the diagram on the right: regional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Regional Trends of Population Change. Copy the point on Why LEDCs grow fast: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Differences in Rates of Change. The rates of change differ between parts of the world for the following reasons. Copy the point on Economic development: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Differences in Rates of Change. Copy the point on Social and cultural norms: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Education of women on the left, then draw the diagram on the right: girls at school.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Differences in Rates of Change. Copy the point on Government policies: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did the world population grow very slowly before 1750?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high birth rates were cancelled by high death rates from famine, war and disease.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why LEDCs grow faster than MEDCs.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large families are valued, death rates have fallen, few women are educated and family planning is limited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J (J-curve); number 2, 2022; number 3, women.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the formula of population change.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Population Growth and its Determinants.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8: HISTORICAL EVOLUTION OF WORLD POPULATION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Historical Evolution of World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Historical Evolution of World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J-curve, Industrial Revolution, population explosion, MEDCs, LEDCs, pro-natalist and anti-natalist policies.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trends of population change over time (before 1750, Industrial Revolution, since 1950, milestones); regional trends in MEDCs and LEDCs; factors of regional differences.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the growth of the world population through history and the contrasts between developed and developing countries.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3: Dependency Ratio and Population Pyramids):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world population around 1800.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 billion people (reached around 1804).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growth of the world population before the Industrial Revolution.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 of the Industrial Revolution on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population explosion since 1950 with its milestones.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population trends in MEDCs and LEDCs.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these regional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world population is about 8.2 billion.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Birth rates are high in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Vaccines reduce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grandfather tells you that sixty years ago Garoua was a small town around the Lamidat and Yelwa, with bush all around.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Today the town stretches to Plateau, Roumdé Adjia and Djamboutou, and new houses appear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teacher adds that for thousands of years the world had very few people, and that it "exploded" in only 200 years.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did the world population stay small for so long and then grow so fast, and does it grow at the same speed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and why the world population grew through history.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population small in the past?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babies were born, but many people died young from diseases, famine and wars.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caused the rapid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Medicine, hygiene and more food reduced deaths while births stayed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to others how better health and education change family size and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causes of the rapid growth of population, which shapes the needs of Cameroon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over 2,000 years.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the curve of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J-curve: very slow growth for a long time, then a sudden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tea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age of the steam engine.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Industrial Revolution a turning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Medicine, sanitation and farming improved, so death rates fell while birth rates stayed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op2_milestones.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billions of people.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year did the world reach 8 billion?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2022.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egional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LEDCs and MEDCs.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group of countries is growing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less economically developed countries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gir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Girls at school.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education of women lower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Educated women marry later, work and choose to have fewer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8: Historical Evolution of World Population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in the number of people of an area over a period of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shape of the graph of world population, flat for a long time and then rising very steeply.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explosion: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very rapid growth of population since about 1950.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MEDCs and LEDCs: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more and the less economically developed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Up to the Industrial Revolution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world population grew as follows up to and during the Industrial Revolution:</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Slow growth before 1750: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For thousands of years, high birth rates were cancelled by high death rates from famine, wars and epidemics such as the Black Death. The population therefore grew very slowly.</a:t>
            </a:r>
            <a:endParaRPr lang="en-US" sz="2800" dirty="0"/>
          </a:p>
        </p:txBody>
      </p:sp>
      <p:pic>
        <p:nvPicPr>
          <p:cNvPr id="6" name="Image 0" descr="/home/claude/f4/img/v2/world_growth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growth of world population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Up to the Industrial Revolution</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small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had only about 300 million people in the year 1. It reached its first billion only around 1804.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Up to the Industrial Revolution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Industrial Revolution: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From the late 18th century in Europe and North America, vaccines, clean water, sewers and new farm machines reduced deaths. Death rates fell while birth rates stayed high, so the population began to grow rapidly.</a:t>
            </a:r>
            <a:endParaRPr lang="en-US" sz="3200" dirty="0"/>
          </a:p>
        </p:txBody>
      </p:sp>
      <p:pic>
        <p:nvPicPr>
          <p:cNvPr id="6" name="Image 0" descr="/home/claude/f4/img/v2/usa_steam.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Industrial Revolution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After the Industrial Revolution to the Present</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world population has grown as follows since the Industrial Revolution:</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population explosion: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After 1950, medicine and new farming methods reached Africa, Asia and Latin America, where populations grew very fast. The world population rose from about 2.5 billion in 1950 to about 6 billion in 1999.</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After the Industrial Revolution to the Present</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Milestones: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world reached 2 billion in 1927, 3 billion in 1960, 4 billion in 1974 and 5 billion in 1987. It then reached 6 billion in 1999, 7 billion in 2011 and 8 billion in 2022.</a:t>
            </a:r>
            <a:endParaRPr lang="en-US" sz="3600" dirty="0"/>
          </a:p>
        </p:txBody>
      </p:sp>
      <p:pic>
        <p:nvPicPr>
          <p:cNvPr id="6" name="Image 0" descr="/home/claude/f4/img/v2/pop2_milestones.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milestones of world population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B) After the Industrial Revolution to the Present</a:t>
            </a:r>
            <a:endParaRPr lang="en-US" sz="25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 increasing rate of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second billion took 123 years, but each new billion now takes only about 12 years. The graph of world population therefore has the shape of a J.</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B) After the Industrial Revolution to the Present</a:t>
            </a:r>
            <a:endParaRPr lang="en-US" sz="25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continues, but the growth rate has been falling since the 1960s as families become smaller. The population is expected to stop growing in the second half of this century.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Regional Trends of Population Change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Population changes at different rates in the following groups of countries: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Slow change in MEDCs: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In Western Europe, North America and Japan, growth is slow, zero or negative, and the population is ageing. These countries went through their fast growth in the 19th century.</a:t>
            </a:r>
            <a:endParaRPr lang="en-US" sz="3000" dirty="0"/>
          </a:p>
        </p:txBody>
      </p:sp>
      <p:pic>
        <p:nvPicPr>
          <p:cNvPr id="5" name="Image 0" descr="/home/claude/f4/img/v2/pop2_medc_ledc.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MEDCs and LEDCs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Regional Trends of Population Change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Why MEDCs grow slowly: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health care and family planning are available to all. Women study and work, so they marry late and have few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Regional Trends of Population Change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Fast change in LEDCs: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sub-Saharan Africa, such as Cameroon, Nigeria and Chad, and in South Asia, growth is rapid and the population is very young. Africa is now the fastest-growing continent.</a:t>
            </a:r>
            <a:endParaRPr lang="en-US" sz="3600" dirty="0"/>
          </a:p>
        </p:txBody>
      </p:sp>
      <p:pic>
        <p:nvPicPr>
          <p:cNvPr id="5" name="Image 0" descr="/home/claude/f4/img/v2/regional_growth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regional growth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Regional Trends of Population Change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Why LEDCs grow fast: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Deaths have fallen thanks to vaccination and malaria treatment, but births remain high. Large families are still valued, especially in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Differences in Rates of Change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rates of change differ between parts of the world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rich countries, children are expensive to raise and educate. In poor rural areas, they help on the farm and support their parents in old 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Differences in Rates of Change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and cultural norms: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many African and Asian societies, a large family is a sign of wealth and prestige. Early marriage also lengthens the period during which women have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Differences in Rates of Change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Education of women: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most important factor, because educated women marry later and have fewer children. They also know more about health and family planning.</a:t>
            </a:r>
            <a:endParaRPr lang="en-US" sz="3600" dirty="0"/>
          </a:p>
        </p:txBody>
      </p:sp>
      <p:pic>
        <p:nvPicPr>
          <p:cNvPr id="5" name="Image 0" descr="/home/claude/f4/img/v2/usa_girls.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girls at school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Differences in Rates of Change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policies: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Pro-natalist policies encourage births, as in France and Russia. Anti-natalist policies limit births, as in China between about 1980 and 2015.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world population grow very slowly before 1750?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birth rates were cancelled by high death rates from famine, war and disease.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LEDCs grow faster than MEDCs.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families are valued, death rates have fallen, few women are educated and family planning is limited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graph of world population has the shape of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world reached 8 billion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important factor of falling births is the education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population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Population Growth and its Determinants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Industrial Revolution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 industrielle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explosion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L'explosion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Developed countries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pays développés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Developing countries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pays en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Family 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planification familiale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Historical Evolution of World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growth of the world population before the Industrial Revolution. Explain the effect of the Industrial Revolution on population growth. Describe the population explosion since 1950 with its milestones. Compare population trends in MEDCs and LEDCs. Explain the factors of these regional differences.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the growth of the world population through history and the contrasts between developed and developing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Up to the Industrial Revolution; After the Industrial Revolution to the Present; Regional Trends of Population Change; Reasons for the Differences in Rates of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the formula of population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J-curve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life in the 19th century.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milestones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Cameroon and Germany.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age of marriage.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“Lowell Massachusetts - Boston &amp; Maine Railroad - Steam Engine - Monoch” by Onasill - Bill Badzo - 149 Million Views - Thank Y, CC BY-NC-SA 2.0, via Flickr (https://www.flickr.com/photos/7156765@N05/51797580418)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2026-10-06T05:44:05Z</dcterms:created>
  <dcterms:modified xsi:type="dcterms:W3CDTF">2026-10-06T05:44:05Z</dcterms:modified>
</cp:coreProperties>
</file>