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J-curve, Industrial Revolution, population explosion, MEDCs, LEDCs, pro-natalist and anti-natalist policies. At the end, you should be able to do this: learners are able to describe and explain the growth of the world population through history and the contrasts between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State the world population around 1800.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 billion people (reached around 1804).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the growth of the world population before the Industrial Revolution. Number 2: explain the effect of the Industrial Revolution on population growth. Number 3: describe the population explosion since 1950 with its milestones. Number 4: compare population trends in MEDCs and LEDCs. Number 5: explain the factors of these regional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population is about 8.2 billion. Birth rates are high in Cameroon. Vaccines reduce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grandfather tells you that sixty years ago Garoua was a small town around the Lamidat and Yelwa, with bush all around. Today the town stretches to Plateau, Roumdé Adjia and Djamboutou, and new houses appear every month. Your teacher adds that for thousands of years the world had very few people, and that it "exploded" in only 200 years. You ask: "Why did the world population stay small for so long and then grow so fast, and does it grow at the same speed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and why the world population grew through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the population small in the past?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babies were born, but many people died young from diseases, famine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 rapid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Medicine, hygiene and more food reduced deaths while births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to others how better health and education change family size 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rapid growth of population, which shapes the needs of Cameroon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2,000 years.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curve of world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J-curve: very slow growth for a long time, then a sudden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age of the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was the Industrial Revolution a turning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Medicine, sanitation and farming improved, so death rates fell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billions of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year did the world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lEDCs and MEDCs.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group of countries is growing faster?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less economically developed countries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education of women lower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to have fewer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J-curve, Population explosion and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 to the Industrial Revolution. The world population grew as follows up to and during the Industrial Revolution. Copy the point on Slow growth before 1750 on the left, then draw the diagram on the right: the growth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 to the Industrial Revolution. Copy the point on A small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Industrial Revolution on the left, then draw the diagram on the right: the Industrial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After the Industrial Revolution to the Present. The world population has grown as follows since the Industrial Revolution. Copy the point on The population explosion: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Milestones on the left, then draw the diagram on the right: the milestones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An increasing rate of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Today: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of Population Change. Population changes at different rates in the following groups of countries. Copy the point on Slow change in MEDCs on the left, then draw the diagram on the right: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MEDCs grow slowly: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Fast change in LEDCs on the left, then draw the diagram on the right: regional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LEDCs grow fast: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in Rates of Change. The rates of change differ between parts of the world for the following reasons. Copy the point on Economic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Social and cultural norms: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of women on the left, then draw the diagram on the right: girls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did the world population grow very slowly before 1750?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birth rates were cancelled by high death rates from famine, war and disease.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large families are valued, death rates have fallen, few women are educated and family planning is limited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(J-curve); number 2, 2022; number 3,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J-curve, Industrial Revolution, population explosion, MEDCs, LEDCs, pro-natalist and anti-natalist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of population change over time (before 1750, Industrial Revolution, since 1950, milestones); regional trends in MEDCs and LEDCs; factors of regional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people (reached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of the world population before the Industrial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 on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explosion since 1950 with its milestones.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population trends in MEDCs and LEDCs.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these regional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is about 8.2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rates are high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grandfather tells you that sixty years ago Garoua was a small town around the Lamidat and Yelwa, with bush all around.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the town stretches to Plateau, Roumdé Adjia and Djamboutou, and new houses appear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adds that for thousands of years the world had very few people, and that it "exploded" in only 200 years.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did the world population stay small for so long and then grow so fast, and does it grow at the same speed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and why the world population grew through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population small in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babies were born, but many people died young from diseases, famine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hygiene and more food reduced deaths while births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to others how better health and education change family size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rapid growth of population, which shapes the needs of Cameroon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2,000 years.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curve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J-curve: very slow growth for a long time, then a sudden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age of the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Industrial Revolution a turning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sanitation and farming improved, so death rates fell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milestone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billions of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year did the world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LEDCs and MEDCs.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of countries is growing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less economically developed countries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women lower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of an area over a period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graph of world population, flat for a long time and then rising very steeply.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population since about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more and the less economically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world population grew as follows up to and during the Industrial Revolution:</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Slow growth before 1750: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For thousands of years, high birth rates were cancelled by high death rates from famine, wars and epidemics such as the Black Death. The population therefore grew very slowly.</a:t>
            </a:r>
            <a:endParaRPr lang="en-US" sz="2800" dirty="0"/>
          </a:p>
        </p:txBody>
      </p:sp>
      <p:pic>
        <p:nvPicPr>
          <p:cNvPr id="6" name="Image 0" descr="/home/claude/f4/img/v2/world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small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only about 300 million people in the year 1. It reached its first billion only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Industrial Revolution: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late 18th century in Europe and North America, vaccines, clean water, sewers and new farm machines reduced deaths. Death rates fell while birth rates stayed high, so the population began to grow rapidly.</a:t>
            </a:r>
            <a:endParaRPr lang="en-US" sz="3200" dirty="0"/>
          </a:p>
        </p:txBody>
      </p:sp>
      <p:pic>
        <p:nvPicPr>
          <p:cNvPr id="6" name="Image 0" descr="/home/claude/f4/img/v2/usa_stea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Revolution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has grown as follows since the Industrial Revolution: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explosion: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1950, medicine and new farming methods reached Africa, Asia and Latin America, where populations grew very fast. The world population rose from about 2.5 billion in 1950 to about 6 billion in 1999.</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Milestones: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reached 2 billion in 1927, 3 billion in 1960, 4 billion in 1974 and 5 billion in 1987. It then reached 6 billion in 1999, 7 billion in 2011 and 8 billion in 2022.</a:t>
            </a:r>
            <a:endParaRPr lang="en-US" sz="3600" dirty="0"/>
          </a:p>
        </p:txBody>
      </p:sp>
      <p:pic>
        <p:nvPicPr>
          <p:cNvPr id="6" name="Image 0" descr="/home/claude/f4/img/v2/pop2_milestones.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milestones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increasing rate of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 billion took 123 years, but each new billion now takes only about 12 years. The graph of world population therefore has the shape of a J.</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continues, but the growth rate has been falling since the 1960s as families become smaller. The population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changes at different rates in the following groups of countries: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Slow change in MEDCs: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Western Europe, North America and Japan, growth is slow, zero or negative, and the population is ageing. These countries went through their fast growth in the 19th century.</a:t>
            </a:r>
            <a:endParaRPr lang="en-US" sz="3000" dirty="0"/>
          </a:p>
        </p:txBody>
      </p:sp>
      <p:pic>
        <p:nvPicPr>
          <p:cNvPr id="5" name="Image 0" descr="/home/claude/f4/img/v2/pop2_medc_led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MEDCs and LEDCs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MEDCs grow slowly: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health care and family planning are available to all. Women study and work, so they marry late and have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Fast change in LEDCs: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sub-Saharan Africa, such as Cameroon, Nigeria and Chad, and in South Asia, growth is rapid and the population is very young. Africa is now the fastest-growing continent.</a:t>
            </a:r>
            <a:endParaRPr lang="en-US" sz="3600" dirty="0"/>
          </a:p>
        </p:txBody>
      </p:sp>
      <p:pic>
        <p:nvPicPr>
          <p:cNvPr id="5" name="Image 0" descr="/home/claude/f4/img/v2/regional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regional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LEDCs grow fast: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have fallen thanks to vaccination and malaria treatment, but births remain high. Large families are still valued, especially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rates of change differ between parts of the world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rich countries, children are expensive to raise and educate. In poor rural areas, they help on the farm and support their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norms: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African and Asian societies, a large family is a sign of wealth and prestige. Early marriage also lengthens the period during which women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of women: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most important factor, because educated women marry later and have fewer children. They also know more about health and family planning.</a:t>
            </a:r>
            <a:endParaRPr lang="en-US" sz="3600" dirty="0"/>
          </a:p>
        </p:txBody>
      </p:sp>
      <p:pic>
        <p:nvPicPr>
          <p:cNvPr id="5" name="Image 0" descr="/home/claude/f4/img/v2/usa_girl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girls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Pro-natalist policies encourage births, as in France and Russia. Anti-natalist policies limit births, as in China between about 1980 and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world population grow very slowly before 1750?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were cancelled by high death rates from famine, war and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death rates have fallen, few women are educated and family planning is limited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graph of world population has the shape of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reached 8 billion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falling births is the education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développés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of the world population before the Industrial Revolution. Explain the effect of the Industrial Revolution on population growth. Describe the population explosion since 1950 with its milestones. Compare population trends in MEDCs and LEDCs. Explain the factors of these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Up to the Industrial Revolution; After the Industrial Revolution to the Present; Regional Trends of Population Change; Reasons for the Differences in Rates of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life in the 19th century.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milestones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Germany.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age of marriage.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2026-09-29T12:18:47Z</dcterms:created>
  <dcterms:modified xsi:type="dcterms:W3CDTF">2026-09-29T12:18:47Z</dcterms:modified>
</cp:coreProperties>
</file>