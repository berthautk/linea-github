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Historical Evolution of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The World's Population. The key notions we shall use today are: population growth, J-curve, Industrial Revolution, population explosion, MEDCs, LEDCs, pro-natalist and anti-natalist policies. At the end, you should be able to do this: learners are able to describe and explain the growth of the world population through history and the contrasts between developed and developing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Dependency Ratio and Population Pyramids. The question was: State the world population around 1800.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About 1 billion people (reached around 1804).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describe the growth of the world population before the Industrial Revolution. Number 2: explain the effect of the Industrial Revolution on population growth. Number 3: describe the population explosion since 1950 with its milestones. Number 4: compare population trends in MEDCs and LEDCs. Number 5: explain the factors of these regional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world population is about 8.2 billion. Birth rates are high in Cameroon. Vaccines reduce deaths.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grandfather tells you that sixty years ago Garoua was a small town around the Lamidat and Yelwa, with bush all around. Today the town stretches to Plateau, Roumdé Adjia and Djamboutou, and new houses appear every month. Your teacher adds that for thousands of years the world had very few people, and that it "exploded" in only 200 years. You ask: "Why did the world population stay small for so long and then grow so fast, and does it grow at the same speed everywhere?"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and why the world population grew through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was the population small in the past?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Many babies were born, but many people died young from diseases, famine and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caused the rapid growth?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Medicine, hygiene and more food reduced deaths while births stayed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to others how better health and education change family size and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causes of the rapid growth of population, which shapes the needs of Cameroon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over 2,000 years.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shape of the curve of world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J-curve: very slow growth for a long time, then a sudden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age of the steam engine.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was the Industrial Revolution a turning point?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Medicine, sanitation and farming improved, so death rates fell while birth rates stayed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billions of people.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year did the world reach 8 billion?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lEDCs and MEDCs.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group of countries is growing faster?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less economically developed countries (LEDCs).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girls at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the education of women lower the birth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Educated women marry later, work and choose to have fewer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J-curve, Population explosion and MEDCs and LEDCs.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Before 1750 and the Industrial Revolution. The growth of the world population before 1900 is presented as follows. Copy the point on Slow growth before 1750 on the left, then draw the diagram on the right: the J-curve.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Before 1750 and the Industrial Revolution. On this slide we have Small population.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Industrial Revolution on the left, then draw the diagram on the right: the Industrial Revolution.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Before 1750 and the Industrial Revolution. On this slide we have Result.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Population Explosion since 1950. The population explosion since 1950 is presented as follows. On this slide we have Doubling.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Explosion since 1950. On this slide we have Spread to developing countries and Milestones.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Explosion since 1950.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Faster and faster on the left, then draw the diagram on the right: the billions of people.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Explosion since 1950. On this slide we have Today.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Regional Trends: MEDCs and LEDCs. The population trends of MEDCs and LEDCs are the following. Copy the point on MEDCs on the left, then draw the diagram on the right: mEDCs and LEDCs.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Regional Trends: MEDCs and LEDCs. On this slide we have Why MEDCs grow slowly.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LEDCs on the left, then draw the diagram on the right: growth of LEDCs and MEDCs.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Regional Trends: MEDCs and LEDCs. On this slide we have Why LEDCs grow fast.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Regional Differences. The factors of regional differences in growth are the following. On this slide we have Economic 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Regional Differences. On this slide we have Social and cultural norms.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Education of women on the left, then draw the diagram on the right: girls at school.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Regional Differences. On this slide we have Government policies.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did the world population grow very slowly before 1750?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 birth rates were cancelled by high death rates from famine, war and disease.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LEDCs grow faster than MEDCs.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large families are valued, death rates have fallen, few women are educated and family planning is limited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J (J-curve); number 2, 2022; number 3, women.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the formula of population change.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Population Growth and its Determinants.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HISTORICAL EVOLUTION OF WORLD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Historical Evolution of World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Historical Evolution of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J-curve, Industrial Revolution, population explosion, MEDCs, LEDCs, pro-natalist and anti-natalist policies.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trends of population change over time (before 1750, Industrial Revolution, since 1950, milestones); regional trends in MEDCs and LEDCs; factors of regional differences.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growth of the world population through history and the contrasts between developed and developing countries.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Dependency Ratio and Population Pyramids):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world population around 1800.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 billion people (reached around 1804).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growth of the world population before the Industrial Revolution.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 of the Industrial Revolution on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population explosion since 1950 with its milestones.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population trends in MEDCs and LEDCs.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these regional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population is about 8.2 billion.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 rates are high in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Vaccines reduce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grandfather tells you that sixty years ago Garoua was a small town around the Lamidat and Yelwa, with bush all around.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Today the town stretches to Plateau, Roumdé Adjia and Djamboutou, and new houses appear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teacher adds that for thousands of years the world had very few people, and that it "exploded" in only 200 years.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did the world population stay small for so long and then grow so fast, and does it grow at the same speed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and why the world population grew through history.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population small in the past?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babies were born, but many people died young from diseases, famine and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 rapid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Medicine, hygiene and more food reduced deaths while births stayed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to others how better health and education change family size and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causes of the rapid growth of population, which shapes the needs of Cameroon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over 2,000 years.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curve of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J-curve: very slow growth for a long time, then a sudden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tea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age of the steam engine.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Industrial Revolution a turning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Medicine, sanitation and farming improved, so death rates fell while birth rates stayed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op2_milestones.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billions of people.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year did the world reach 8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2022.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egional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LEDCs and MEDCs.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group of countries is growing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less economically developed countries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gir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Girls at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education of women lower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Educated women marry later, work and choose to have fewer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Historical Evolution of World Population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in the number of people of an area over a period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shape of the graph of world population, flat for a long time and then rising very steeply.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explosion: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very rapid growth of population since about 1950.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MEDCs and LEDCs: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more and the less economically developed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Before 1750 and the Industrial Revolution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growth of the world population before 1900 is presented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Slow growth before 1750: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For thousands of years, high birth rates were cancelled by high death rates from famine, wars and epidemics such as the Black Death.</a:t>
            </a:r>
            <a:endParaRPr lang="en-US" sz="2800" dirty="0"/>
          </a:p>
        </p:txBody>
      </p:sp>
      <p:pic>
        <p:nvPicPr>
          <p:cNvPr id="6" name="Image 0" descr="/home/claude/f4/img/v2/world_growth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J-curve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A) Before 1750 and the Industrial Revolution</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had only about 300 million people in the year 1 and about 1 billion around 1804.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Before 1750 and the Industrial Revolution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Industrial Revolution: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From the late 18th century in Europe and North America, vaccines, clean water, sewers and new farm machines reduced deaths.</a:t>
            </a:r>
            <a:endParaRPr lang="en-US" sz="3200" dirty="0"/>
          </a:p>
        </p:txBody>
      </p:sp>
      <p:pic>
        <p:nvPicPr>
          <p:cNvPr id="6" name="Image 0" descr="/home/claude/f4/img/v2/usa_steam.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Industrial Revolution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A) Before 1750 and the Industrial Revolution</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fell while birth rates stayed high, so the population began to grow rapidly.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Population Explosion since 1950</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explosion since 1950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Doubling: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population rose from about 2.5 billion in 1950 to about 6 billion in 1999.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Population Explosion since 1950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Spread to developing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Medicine and new farming methods reached Africa, Asia and Latin America, where populations grew very fast.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Milestones: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1 billion in 1804 and 2 billion in 1927.</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B) The Population Explosion since 1950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3 billion in 1960 and 4 billion in 1974.</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5 billion in 1987 and 6 billion in 1999.</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7 billion in 2011 and 8 billion in 2022.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Population Explosion since 1950</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Faster and faster: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second billion took 123 years, but each new billion now takes only about 12 years.</a:t>
            </a:r>
            <a:endParaRPr lang="en-US" sz="3600" dirty="0"/>
          </a:p>
        </p:txBody>
      </p:sp>
      <p:pic>
        <p:nvPicPr>
          <p:cNvPr id="6" name="Image 0" descr="/home/claude/f4/img/v2/pop2_milestones.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billions of people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The Population Explosion since 1950</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continues, but the growth rate is falling as families become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Regional Trends: MEDCs and LEDCs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population trends of MEDCs and LEDCs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MEDCs: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Western Europe, North America and Japan, growth is slow, zero or negative, and the population is ageing.</a:t>
            </a:r>
            <a:endParaRPr lang="en-US" sz="3200" dirty="0"/>
          </a:p>
        </p:txBody>
      </p:sp>
      <p:pic>
        <p:nvPicPr>
          <p:cNvPr id="5" name="Image 0" descr="/home/claude/f4/img/v2/pop2_medc_ledc.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MEDCs and LEDCs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Regional Trends: MEDCs and LEDCs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Why MEDCs grow slowly: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health care and family planning, and women who study and work, lead to late marriages and few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Regional Trends: MEDCs and LEDCs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LEDCs: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sub-Saharan Africa (Cameroon, Nigeria, Chad) and South Asia, growth is rapid and the population is very young.</a:t>
            </a:r>
            <a:endParaRPr lang="en-US" sz="3600" dirty="0"/>
          </a:p>
        </p:txBody>
      </p:sp>
      <p:pic>
        <p:nvPicPr>
          <p:cNvPr id="5" name="Image 0" descr="/home/claude/f4/img/v2/regional_growth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growth of LEDCs and MEDCs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Regional Trends: MEDCs and LEDCs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Why LEDCs grow fast: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families are valued, and deaths have fallen thanks to vaccination and malaria treatment.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Regional Differences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factors of regional differences in growth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rich countries children are expensive, while in poor rural areas they help on the farm and support parents in old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Regional Differences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and cultural norms: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many African and Asian societies, a large family is a sign of wealth and prestige.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Regional Differences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Education of women: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most important factor: educated women marry later and have fewer children.</a:t>
            </a:r>
            <a:endParaRPr lang="en-US" sz="3600" dirty="0"/>
          </a:p>
        </p:txBody>
      </p:sp>
      <p:pic>
        <p:nvPicPr>
          <p:cNvPr id="5" name="Image 0" descr="/home/claude/f4/img/v2/usa_girl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girls at school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Regional Differences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policies: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Pro-natalist policies encourage births, as in France and Russia.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Anti-natalist policies limit births, as in China between about 1980 and 2015.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world population grow very slowly before 1750?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birth rates were cancelled by high death rates from famine, war and disease.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LEDCs grow faster than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families are valued, death rates have fallen, few women are educated and family planning is limited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graph of world population has the shape of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world reached 8 billion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important factor of falling births is the education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Population Growth and its Determinants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 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explosion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L'explosion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Developed countries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pays développés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Developing countries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pays en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Family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planification familiale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Historical Evolution of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growth of the world population before the Industrial Revolution. Explain the effect of the Industrial Revolution on population growth. Describe the population explosion since 1950 with its milestones. Compare population trends in MEDCs and LEDCs. Explain the factors of these regional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growth of the world population through history and the contrasts between developed and developing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Before 1750 and the Industrial Revolution; The Population Explosion since 1950; Regional Trends: MEDCs and LEDCs; Factors of Regional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the formula of population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J-curve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life in the 19th century.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milestones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Cameroon and Germany.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age of marriage.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“Lowell Massachusetts - Boston &amp; Maine Railroad - Steam Engine - Monoch” by Onasill - Bill Badzo - 149 Million Views - Thank Y, CC BY-NC-SA 2.0, via Flickr (https://www.flickr.com/photos/7156765@N05/51797580418)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2026-09-28T21:55:13Z</dcterms:created>
  <dcterms:modified xsi:type="dcterms:W3CDTF">2026-09-28T21:55:13Z</dcterms:modified>
</cp:coreProperties>
</file>