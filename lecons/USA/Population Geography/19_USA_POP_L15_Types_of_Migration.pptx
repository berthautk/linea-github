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rural exodus, counter-urbanisation, commuting, economic migrant, refugee, internally displaced person (IDP), remittance. At the end, you should be able to do this: learners are able to classify migrations with examples and analyse their consequences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Define an internally displaced person.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internally displaced person (IDP) is someone forced to flee their home who stays inside their own country.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voluntary and forced migration. Number 2: describe the types of internal migration with examples. Number 3: describe economic and political international migration. Number 4: distinguish refugees and IDPs. Number 5: analyse the consequences of migration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selective. Push factors drive people out of villages. Complementarity creates flows between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your quarter of Garoua, a trader came from Bafoussam to expand his business; the young man who helps him came from a village near Tcholliré to earn money for his family; and a family from the Far North, who lost their home because of insecurity, rents the house opposite yours. You also hear of young Cameroonians who risk everything to reach Europe. You ask: "All these people are migrants, but what types of migration are these, and what are their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cannot classify the types of migration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the young man from Tcholliré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Far North family different from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forced to flee (forced migration), while he chose to move (voluntary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displaced people and refugees with respect, and support development projects that give young people opportunities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in Cameroon and to face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fleeing a flood voluntary or forced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Forced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types of internal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migration is a daily trip from a suburb to the town centre for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herders and their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herders move south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pasture and water: rural-rural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of emigration for the country of origin.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Remittances sent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iDP or refugee?.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an IDP and a refugee?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IDP stays in his country; a refugee crosses an international border.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Voluntary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Forced migration and Refugee.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Internally displaced person (IDP) and Remittances.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and Forced Migration. Voluntary and forced migration are presented as follows. Copy the point on Voluntary migration on the left, then draw the diagram on the right: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Forced migration on the left, then draw the diagram on the right: forced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Rural-Urban and Rural-Rural Migration. Rural-urban and rural-rural migration are presented as follows. Copy the point on Rural-urban migration (rural exodus) on the left, then draw the diagram on the right: types of internal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On this slide we have Causes and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Rural-rural migration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and Rural-Rural Migration. On this slide we have Its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Internal Movements. The other types of internal migration are the following. On this slide we have Urban-rural migration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Internal Movements. On this slide we have Inter-urban migration and Intra-urban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Internal Movements. On this slide we have Commuting.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Interregional movements on the left, then draw the diagram on the right: migration flows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takes the following forms. Copy the point on Economic migrants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Consequences of economic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Political migrants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On this slide we have Consequences of political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Forced Migration: Refugees and IDPs. Refugees and internally displaced persons are presented as follows. Copy the point on Refugees on the left, then draw the diagram on the right: iDP or refugee.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Forced Migration: Refugees and IDPs. On this slide we have Internally displaced persons and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rural-urban migration and commuting.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is a permanent move from village to town; commuting is a daily return trip without change of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consequence of rural exodus for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remittances; negative: loss of young workers and fall in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IDP (internally displaced person);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carrying capacity.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rural exodus, counter-urbanisation, commuting, economic migrant, refugee, internally displaced person (IDP), remittance.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migration; internal migration (rural-urban, rural-rural, urban-rural, inter-urban, intra-urban, commuting, interregional); international migration (economic and political migrants); refugees and IDPs;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internally displaced person (IDP) is someone forced to flee their home who stays inside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voluntary and forced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internal migration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economic and political international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consequences of migration at the origin and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selective.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of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Complementarity creates flows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your quarter of Garoua, a trader came from Bafoussam to expand his business; the young man who helps him came from a village near Tcholliré to earn money for his family; and a family from the Far North, who lost their home because of insecurity, rents the house opposite yours.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hear of young Cameroonians who risk everything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"All these people are migrants, but what types of migration are these, and what are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cannot classify the types of migration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the young man from Tcholliré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Far North family different from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forced to flee (forced migration), while he chose to move (voluntary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displaced people and refugees with respect, and support development projects that give young people opportunities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in Cameroon and to face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fleeing a flood voluntary or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internal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internal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migration is a daily trip from a suburb to the town centre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and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pasture and water: rural-rural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Remittances sent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idp_refuge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IDP or refugee?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an IDP and a refugee?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IDP stays in his country; a refugee crosses an international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freely chosen by the migrant, usually for economic or social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imposed by violence, conflict, disasters or persecution.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Refugee: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crosses an international border and is protected by international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 (IDP):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remains inside his or her own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and Forced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Voluntary and forced migration are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Cameroonian computer scientist who accepts a well-paid job in Germany migrates by choice.</a:t>
            </a:r>
            <a:endParaRPr lang="en-US" sz="3400" dirty="0"/>
          </a:p>
        </p:txBody>
      </p:sp>
      <p:pic>
        <p:nvPicPr>
          <p:cNvPr id="5" name="Image 0" descr="/home/claude/f4/img/v2/migration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and Forced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family that flees its village because of fighting or a flood has no real choice.</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forced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Rural-urban and rural-rural migration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Rural-urban migration (rural exodus):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the mass movement from villages to towns, e.g. from the Adamawa to Douala, or from northern Nigeria to Lagos.</a:t>
            </a:r>
            <a:endParaRPr lang="en-US" sz="2800" dirty="0"/>
          </a:p>
        </p:txBody>
      </p:sp>
      <p:pic>
        <p:nvPicPr>
          <p:cNvPr id="6" name="Image 0" descr="/home/claude/f4/img/v2/pop2_internal_types.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internal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jobs and services, while towns offer jobs, higher wages, schools and the "bright lights".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lose young workers and food production falls, but receive remittances.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Rural-Urban and Rural-Rural Migration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get slums, unemployment and crime, but also cheap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Rural-rural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move from the dry plains near Kousseri to pastures further south, and farmers move to fertile land.</a:t>
            </a:r>
            <a:endParaRPr lang="en-US" sz="3600" dirty="0"/>
          </a:p>
        </p:txBody>
      </p:sp>
      <p:pic>
        <p:nvPicPr>
          <p:cNvPr id="6"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Rural-Urban and Rural-Rural Migration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Its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increases in the new areas, but farmer-herder conflicts and deforestation may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Internal Movements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The other types of internal migration are the following:</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Urban-rural migration (counter-urbanisation):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 retired civil servant leaves Yaoundé for his village; he brings money and ideas but may raise land prices.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Other Internal Movements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bank employee is transferred from Bafoussam to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Intra-urban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family moves from a rented flat in central Garoua to its own house in a new suburb.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Other Internal Movements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every day between home and work without changing residence, as a teacher from a suburb of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Other Internal Movements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Interregional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Since 2016, many people have left the North-West and South-West for the Littoral and the Centre because of the crisis.</a:t>
            </a:r>
            <a:endParaRPr lang="en-US" sz="36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 flows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International migration takes the following forms: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Economic migrants: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cross borders for work and better living conditions, like Filipino nurses in the UK or Malian and Senegalese workers in France.</a:t>
            </a:r>
            <a:endParaRPr lang="en-US" sz="3200" dirty="0"/>
          </a:p>
        </p:txBody>
      </p:sp>
      <p:pic>
        <p:nvPicPr>
          <p:cNvPr id="5" name="Image 0" descr="/home/claude/f4/img/v2/usa_boat.jpg">    </p:cNvPr>
          <p:cNvPicPr>
            <a:picLocks noChangeAspect="1"/>
          </p:cNvPicPr>
          <p:nvPr/>
        </p:nvPicPr>
        <p:blipFill>
          <a:blip r:embed="rId1"/>
          <a:stretch>
            <a:fillRect/>
          </a:stretch>
        </p:blipFill>
        <p:spPr>
          <a:xfrm>
            <a:off x="5349240" y="2069478"/>
            <a:ext cx="6659575" cy="3697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of economic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country of origin loses skilled workers but receives remittances.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host country fills labour shortages but may face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Political migrants: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flee war and persecution, like Syrians in Turkey and Europe, or Central Africans in eastern Cameroon.</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International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of political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collapses economically, while host countries bear high costs but receive humanitarian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Refugees and internally displaced persons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Refugees: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Nigerians who fled Boko Haram live in the Minawao camp in the Far North of Cameroon.</a:t>
            </a:r>
            <a:endParaRPr lang="en-US" sz="3600" dirty="0"/>
          </a:p>
        </p:txBody>
      </p:sp>
      <p:pic>
        <p:nvPicPr>
          <p:cNvPr id="5" name="Image 0" descr="/home/claude/f4/img/v2/pop2_idp_refuge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IDP or refugee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Villagers of Mayo-Sava who fled to Mora for safety are IDPs because they have not left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are protected by the UNHCR and international law, while IDPs depend mainly on their own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rural-urban migration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is a permanent move from village to town; commuting is a daily return trip without change of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rural exodus for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negative: loss of young workers and fall in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flees but stays in his country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Internally 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migrations pendulaires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voluntary and forced migration. Describe the types of internal migration with examples. Describe economic and political international migration. Distinguish refugees and IDPs. Analyse the consequences of migration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and Forced Migration; Rural-Urban and Rural-Rural Migration; Other Internal Movements; International Migration; Forced Migration: Refugees and IDPs.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branches.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they come to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transhumance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migrants to Europe.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border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(Forced migration):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2026-09-28T21:55:14Z</dcterms:created>
  <dcterms:modified xsi:type="dcterms:W3CDTF">2026-09-28T21:55:14Z</dcterms:modified>
</cp:coreProperties>
</file>