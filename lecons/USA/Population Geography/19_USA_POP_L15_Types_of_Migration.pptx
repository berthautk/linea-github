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Types of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Types. The key notions we shall use today are: voluntary migration, forced migration, internal migration, international migration, refugee, IDP, commuting, push and pull factors. At the end, you should be able to do this: learners are able to classify migrations and explain their causes and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Spatial Interaction. The question was: List goods that come to your town from other regions and say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onions and cattle come from the North; plantains, palm oil and kola nuts from the South and West; manufactured goods from Douala. This is due to complementarity between regions.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classify migration by cause and distance. Number 2: explain push and pull factors. Number 3: explain the consequences of migration at source and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is a change of residence. Most migrants move short distances.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young man from a village near Bafoussam moves to Douala to find work. His cousin crossed the Mediterranean to Europe. In the North-West, thousands of families fled insecurity to other regions.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migrate for different reasons and to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move is forced?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Fleeing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move is international?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who went to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migration so that it benefits both source and destination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many forms of migration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internal and international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Internal is within a country; international crosses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pull factors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better services (schools, hospitals,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migrants rescued in the Mediterranean.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positive and one negative consequence for the source country.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money sent home (remittances). Negative: loss of young workers (brain drain).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refugees in a camp in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Distinguish a refugee and an internally displaced person.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refugee crosses a border; an IDP stays inside his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main migration flows in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consequence of migration for destination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Rapid growth, slums and pressure on services (also more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Push factors and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Voluntary Internal Migration. The main types of internal migration are. On this slide we have Rural–urban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Voluntary Internal Migration. On this slide we have Rural–rural and urban–rural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Voluntary Internal Migration. On this slide we have Intra-urban, inter-urban migration and commuting.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International and Forced Migration. Other forms of migration are. On this slide we have Economic migrants.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and Forced Migration. On this slide we have Political migrants and refugees.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and Forced Migration. On this slide we have Internally displaced persons (IDPs).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Migration. Migration has consequences for source and destination areas. On this slide we have At the 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Migration. On this slide we have At the destination.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push and two pull factors of rural-urban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push: poverty, lack of services. Pull: jobs, schools and hospitals.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refugees and IDPs.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refugees cross a border; IDPs remain in their own country.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pull; number 2, remittances; number 3, commuting.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of push and pull factors for a migrant from your village to a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Carrying Capacity.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TYPES OF MIGRATION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Types of Migration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Types of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migration, forced migration, internal migration, international migration, refugee, IDP, commuting,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and forced; internal (rural-urban, rural-rural, urban-rural, intra-urban, inter-urban, commuting); international; refugees and IDPs; push and pull factors;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migrations and explain their causes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Spatial Interaction):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goods that come to your town from other regions and say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onions and cattle come from the North; plantains, palm oil and kola nuts from the South and West; manufactured goods from Douala. This is due to complementarity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migration by cause and distance.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push and pull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migration at source and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a change of residence.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migrants move short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man from a village near Bafoussam moves to Douala to find work. His cousin crossed the Mediterranean to Europe. In the North-West, thousands of families fled insecurity to other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migrate for different reasons and to different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 is forced?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Fleeing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 is international?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who went to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migration so that it benefits both source and destination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many forms of migration and their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internal and international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is within a country; international crosses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pull factors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better services (schools, hospitals,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rescued in the Mediterranean.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consequence for the source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money sent home (remittances). Negative: loss of young workers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FORCED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Refugees in a camp in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FORCED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refugee and an internally displaced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FORCED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refugee crosses a border; an IDP stays inside his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migration flows in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migration for destination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slums and pressure on services (also more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Types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negative conditions that make people leave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attractive conditions that draw people to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Internal Migration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internal migration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villages to towns, pushed by poverty and poor services and pulled by jobs and schools. It is the main type in Cameroon (to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Internal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Rural–rural and urban–rural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move to new farmland, as in the Mungo or around Lagdo. Retired people and some workers return to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Internal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Intra-urban, inter-urban migration and commuting: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within or between towns for housing and jobs. Commuting is a daily movement between home and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International and Forced Migration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forms of migration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migrants: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abroad for jobs and higher incomes, for example from Cameroon to Europe or Gabon. They send money (remittances)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International and Forced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migrants and refugees: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Refugees flee persecution or war across borders, like those from the Central African Republic in eastern Cameroon. They live in camps such as Gado.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International and Forced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Internally displaced persons (IDPs):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flee violence but remain inside their country. The crises in the Far North and the North-West and South-West regions displaced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International and Forced Migration</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Migration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has consequences for source and destination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remittances and less pressure on land. Negative: loss of young workers, ageing villages and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the destination: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labour and skills for the economy. Negative: overcrowding, slums, unemployment and pressure 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Migration</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push and two pull factors of rural-urban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Push: poverty, lack of services. Pull: jobs,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refugees and IDPs.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Refugees cross a border; IDPs remain in their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Something that attracts migrants is a ______ factor.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sent home by migrants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Daily travel to work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of push and pull factors for a migrant from your village to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Push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répulsif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Pull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attractif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déplacé interne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Remittances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transferts de fonds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Types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migration by cause and distance. Explain push and pull factors. Explain the consequences of migration at source and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migrations and explain their causes and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Voluntary Internal Migration; International and Forced Migration; Consequences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of push and pull factors for a migrant from your village to a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push factors in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remittances.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IDPs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new quarters in towns.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2026-09-27T10:31:42Z</dcterms:created>
  <dcterms:modified xsi:type="dcterms:W3CDTF">2026-09-27T10:31:42Z</dcterms:modified>
</cp:coreProperties>
</file>