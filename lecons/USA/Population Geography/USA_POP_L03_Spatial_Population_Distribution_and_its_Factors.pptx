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Spatial Population Distribution and its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Numbers, and the sub-topic is Population Density and Distribution. The key notions we shall use today are: ecumene, anecumene, habitable space, densely populated, sparsely populated, physical factors, human factors. At the end, you should be able to do this: learners are able to describe world population distribution and explain its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1: Techniques of Mapping Population Distribution and Density. The question was: Using the density figures of the ten regions, draw a choropleth map of Cameroon with four classes.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Classes (example): below 25, 25–50, 50–100, over 100 people/km². Littoral, West, North-West and Far North are darkest; East, South and Adamawa are lightest.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dense and sparse regions of the world. Number 2: explain the physical factors of distribution. Number 3: explain the human factors of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Density is people per km². Climate and relief vary across the world.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Most of Egypt's 110 million people live on less than 5 % of its land, along the Nile. In Cameroon, the cool Western Highlands are more crowded than the hot, wet southern forest.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People crowd into some places and avoid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do Egyptians live along the Nile?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gives water and fertile soil in a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are the Western Highlands crowded?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Cool climate, fertile volcanic soils and fewer diseases.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explain the uneven distribution of population and plan balanced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explain why people live where they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dense and sparse areas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three densely populated regions of the world.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East Asia, South Asia and Europe (also NE USA, West Africa, Nile valley).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cold, empty tundra.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are cold regions sparsely populated?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Long winters, frozen soils and short growing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rice fields on a fertile plain.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river plains and deltas often crowded?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Flat land, fertile soils and water for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douala, a port and industrial 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economic reasons why people crowd into Douala.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Jobs in the port and factories, and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farms on cool, fertile highlands.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relief not always a barrier to settlement in the tropics?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Highlands are cooler, healthier and fertile, so they attract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Habitable space (ecumene) and Uninhabitable space (anecumene).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Variations at Different Spatial Scales. Population is unevenly distributed at all scales. On this slide we have Densely populated regions.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Variations at Different Spatial Scales. On this slide we have Sparsely populated regions.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world population density.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Physical (Environmental) Factors. Physical factors of population distribution include. On this slide we have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Physical (Environmental) Factors. On this slide we have Relief.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Physical (Environmental) Factors. On this slide we have Water, soils and resources.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Economic, Social and Political Factors. Human factors of population distribution include. On this slide we have Economic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Economic, Social and Political Factors. On this slide we have Historical and political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Economic, Social and Political Factors. On this slide we have Social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two dense and two sparse regions of the world.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dense: East Asia, Europe. Sparse: Sahara, Siberia.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can highlands be crowded in the tropics?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are cooler, healthier and often fertile.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ecumene; number 2, East; number 3, 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Explain why the Far North plains are crowded while the East Region is sparse.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2: Population Distribution and Altitude.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3: SPATIAL POPULATION DISTRIBUTION AND ITS FACTORS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Spatial Population Distribution and its Factors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Numbers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Density and 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Spatial Population Distribution and its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Ecumene, anecumene, habitable space, densely populated, sparsely populated, physical factors, human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Variations at different scales; habitable and uninhabitable space; dense and sparse regions; physical, economic, social, historical and political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world population distribution and explain its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1: Techniques of Mapping Population Distribution and Density):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Using the density figures of the ten regions, draw a choropleth map of Cameroon with four classes.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Classes (example): below 25, 25–50, 50–100, over 100 people/km². Littoral, West, North-West and Far North are darkest; East, South and Adamawa are lightest.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dense and sparse regions of the world.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physical factors of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human factors of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Density is people per km².</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Climate and relief vary across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of Egypt's 110 million people live on less than 5 % of its land, along the Nile. In Cameroon, the cool Western Highlands are more crowded than the hot, wet southern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crowd into some places and avoid others.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Egyptians live along the Nile?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water and fertile soil in a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Western Highlands crowded?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Cool climate, fertile volcanic soils and fewer diseases.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uneven distribution of population and plan balanced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explain why people live where they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VARIATIONS AT DIFFERENT SCALES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world_density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Dense and sparse areas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VARIATIONS AT DIFFERENT SCALES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densely populated regions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VARIATIONS AT DIFFERENT SCALES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East Asia, South Asia and Europe (also NE USA, West Africa, Nile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FACTORS: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tundra.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cold, empty tundra.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FACTORS: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cold regions sparsely populated?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FACTORS: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Long winters, frozen soils and short growing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FACTORS: WATER AND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rice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Rice fields on a fertile plain.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FACTORS: WATER AND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river plains and deltas often crowded?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FACTORS: WATER AND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Flat land, fertile soils and water for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ECONOMIC AND SOCIAL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 a port and industrial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ECONOMIC AND SOCIAL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economic reasons why people crowd into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ECONOMIC AND SOCIAL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Jobs in the port and factories, and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 AND LATITUDE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ea_highlands.jpg">    </p:cNvPr>
          <p:cNvPicPr>
            <a:picLocks noChangeAspect="1"/>
          </p:cNvPicPr>
          <p:nvPr/>
        </p:nvPicPr>
        <p:blipFill>
          <a:blip r:embed="rId1"/>
          <a:stretch>
            <a:fillRect/>
          </a:stretch>
        </p:blipFill>
        <p:spPr>
          <a:xfrm>
            <a:off x="1248027" y="1783080"/>
            <a:ext cx="96956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Farms on cool, fertile highlands.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 AND LATITUDE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relief not always a barrier to settlement in the tropics?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 AND LATITUDE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Highlands are cooler, healthier and fertile, so they attract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Numbers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Population Density and Distribution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Spatial Population Distribution and its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Habitable space (ecumene):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part of the Earth where people live permanently.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Uninhabitable space (anecumene):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part where permanent settlement is very difficult, such as ice caps and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Variations at Different Spatial Scales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Population is unevenly distributed at all scales: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Densely populated regions: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South and East Asia, Western Europe, north-eastern USA and the Nile valley are crowded. In Cameroon, the West, Littoral and Far North plains are dense.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Variations at Different Spatial Scales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Sparsely populated regions: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Deserts, polar lands, high mountains and dense forests have few people. The Sahara, Siberia and the Amazon are examples; in Cameroon the East is sparse.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Variations at Different Spatial Scales</a:t>
            </a:r>
            <a:endParaRPr lang="en-US" sz="3600" dirty="0"/>
          </a:p>
        </p:txBody>
      </p:sp>
      <p:pic>
        <p:nvPicPr>
          <p:cNvPr id="4" name="Image 0" descr="/home/claude/f4/img/v2/world_density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world population density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Physical (Environmental) Factors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Physical factors of population distribution include: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Moderate, well-watered climates attract people, while very cold or dry areas repel them. Yet some extreme areas are dense, such as the Nile valley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Physical (Environmental) Factors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Lowlands attract people in temperate lands, but in the tropics cool highlands are often crowded. The Western Highlands of Cameroon and the Ethiopian Highlands are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Physical (Environmental) Factors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soils and 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fertile soils and minerals attract settlement. River plains and deltas such as the Ganges are very dense.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Economic, Social and Political Factors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Human factors of population distribution include: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Industry, mining, ports and services create jobs and attract people. Douala grows because of its port and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Economic, Social and Political Factors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Historical and political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kingdoms, colonial plantations and railways concentrated people. Government policies, capital cities and conflicts also change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Economic, Social and Political Factors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Social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Cultural attachment to ancestral land and family ties keep people in some areas. Access to schools and hospitals attracts others.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dense and two sparse regions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Dense: East Asia, Europe. Sparse: Sahara, Siberia.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can highlands be crowded in the tropics?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cooler, healthier and often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inhabited part of the Earth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least dense region of Cameroon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Most people live below ______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the Far North plains are crowded while the East Region is sparse.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Population Distribution and Altitude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Inhabited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Habité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Empty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facteur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Delta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delta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Highlands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hautes terres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Numbers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Spatial Population Distribution and its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dense and sparse regions of the world. Explain the physical factors of distribution. Explain the human factors of distribution.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world population distribution and explain its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Variations at Different Spatial Scales; Physical (Environmental) Factors; Economic, Social and Political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why the Far North plains are crowded while the East Region is sparse.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find them on an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harsh environments.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mention the Nile and the Ganges.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jobs in towns.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Bamenda and the southern forest.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“Fall Tundra Landscape” by Andrea Pokrzywinski, CC BY 2.0, via Flickr (https://www.flickr.com/photos/65781065@N00/2891717078)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 woman harvesting rice, Barotse floodplain, Zambia. Photo by Georgina” by WorldFish, CC BY-NC-ND 2.0, via Flickr (https://www.flickr.com/photos/61545321@N06/7848727138)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“Carlo in the tea” by luigig, CC BY 2.0, via Flickr (https://www.flickr.com/photos/51035803402@N01/3175986747)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2026-09-27T10:08:05Z</dcterms:created>
  <dcterms:modified xsi:type="dcterms:W3CDTF">2026-09-27T10:08:05Z</dcterms:modified>
</cp:coreProperties>
</file>