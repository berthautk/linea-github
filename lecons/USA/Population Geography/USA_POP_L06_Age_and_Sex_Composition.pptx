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6: Age and Sex Composition.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count pupils per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jobs for the youth.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needs of old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youthful 2. ageing 3. expectancy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POPULATION GEOGRAPHY  —  LESSON 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and Sex Composition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4: Understanding and managing population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Structure and Composition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Age-Sex Composition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Age and Sex Composition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Youthful population, ageing population, sex ratio, life expectancy, dependency.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global patterns; youthful and ageing populations and their socio-economic consequences.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compare youthful and ageing populations and explain their consequences.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global patterns of age and sex composition.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consequences of a youthful population.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consequences of an ageing population.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structure includes age and sex.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has many children.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Cameroon, classrooms are overcrowded and young people look for jobs. In Japan, schools close for lack of children and the government brings robots into homes for old people.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two countries have opposite age structures.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type of population does Cameroon have?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youthful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type does Japan have?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ageing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challenges of young and old populations.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GLOBAL PATTERNS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youth_ageing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 of children and old people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GLOBAL PATTERNS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Cameroon and Japan.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GLOBAL PATTERNS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Cameroon: 42 % under 15, 3 % over 65. Japan: 12 % under 15, 29 % over 65.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YOUTHFUL POPULATION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childr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school children.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YOUTHFUL POPULATION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problems of a youthful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YOUTHFUL POPULATION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Overcrowded schools and too few jobs for young people.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YOUTHFUL POPULATION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class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classroom.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YOUTHFUL POPULATION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of a youthful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YOUTHFUL POPULATION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large future workforce (demographic dividend).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AGEING POPULATION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pyramid_japa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60" y="1691640"/>
            <a:ext cx="998903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pyramid of Japan.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AGEING POPULATION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problem does this pyramid show?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AGEING POPULATION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old people and few young workers to support them.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AGEING POPULATION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doct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doctor at work.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AGEING POPULATION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must ageing countries spend more on health?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AGEING POPULATION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Old people need more medical care and pensions.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 and Sex Composition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Population Structure and Composition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Age-Sex Composition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6: Age and Sex Composition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Youthful population: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population with a large share of children under 15.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Ageing population: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population with a growing share of people over 65.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Life expectancy: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average number of years a person is expected to live.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Global Patterns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LEDCs: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have youthful populations, like Niger and Cameroon. High birth rates give many children.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MEDCs: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have ageing populations, like Japan and Germany. Low birth rates and long lives give many old people.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Global Patterns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Sex composition: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Slightly more boys are born, but women live longer. Migration can change the sex ratio of towns and villages.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Consequences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Youthful populations: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need many schools, health centres and jobs. They can bring growth if young people are educated and employed.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Ageing populations: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Fewer workers must support more pensioners. Health costs rise and labour shortages appear.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Consequences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Solutions: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Youthful countries invest in education and jobs. Ageing countries raise the retirement age and accept immigrant workers.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youthful and ageing populations.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Youthful: many children under 15. Ageing: many people over 65.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consequences of an ageing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Rising health and pension costs; labour shortages.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has a ______ population.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Japan has an ______ population.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Average years of life is life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three needs of young people and three needs of old people in your town.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7: Population Pyramids.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Youthful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Jeune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Vieillissant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retraite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 expectancy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L'espérance de vie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Workforce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main-d'œuvre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Elderly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personnes âgées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Structure and Composition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Age and Sex Composition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global patterns of age and sex composition. Explain the consequences of a youthful population. Explain the consequences of an ageing population.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compare youthful and ageing populations and explain their consequences.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Youthful population, Ageing population, Life expectancy; II. Global Patterns: LEDCs, MEDCs, Sex composition; III. Consequences: Youthful populations, Ageing populations,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three needs of young people and three needs of old people in your town.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4 (Population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“African school children” by World Resources, CC BY-NC-SA 2.0, via Flickr (https://www.flickr.com/photos/26107309@N05/2658469563)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“Class” by WABC Certified Business Coach • Counselor, CC BY 2.0, via Flickr (https://www.flickr.com/photos/43919827@N00/3617014360)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“Medical Readiness and Training Exercise 15-3” by US Army Africa, CC BY 2.0, via Flickr (https://www.flickr.com/photos/36281822@N08/16958932197)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2026-09-26T18:49:33Z</dcterms:created>
  <dcterms:modified xsi:type="dcterms:W3CDTF">2026-09-26T18:49:33Z</dcterms:modified>
</cp:coreProperties>
</file>