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Age and Sex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Age-Sex Composition. The key notions we shall use today are: youthful population, ageing population, sex ratio, life expectancy, dependency. At the end, you should be able to do this: learners are able to compare youthful and ageing populations and explain their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Population Structure. The question was: Make a table of your family members by age, sex and occupation.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Table columns: name, age, sex, occupation (e.g. father – 45 – M – farmer; mother – 40 – F – trader; children – students).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global patterns of age and sex composition. Number 2: explain the consequences of a youthful population. Number 3: explain the consequences of an ageing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structure includes age and sex. Cameroon has many children.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Cameroon, classrooms are overcrowded and young people look for jobs. In Japan, schools close for lack of children and the government brings robots into homes for old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countries have opposite age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of population does Cameroon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youthful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type does Japan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ageing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for the needs of both young and old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challenges of young and old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share of children and old people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Compare Cameroon and Japan.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Cameroon: 42 % under 15, 3 % over 65. Japan: 12 % under 15, 29 % over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many school children.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problems of a youthful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Overcrowded schools and too few jobs for young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advantage of a youthful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 future workforce (demographic dividend).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population pyramid of Japan.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problem does this pyramid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old people and few young workers to support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doctor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must ageing countries spend more on health?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Old people need more medical care and pensions.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Global Patterns. Age and sex composition can be understood as follows. On this slide we have Age and sex composition.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Patterns. On this slide we have Global patterns.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youthful and ageing populations.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Youthful Population. A youthful population has the following consequences.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Youthful Population. On this slide we have 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Ageing Population. An ageing population has the following consequences.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Ageing Population. On this slide we have Advantages and responses.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youthful and ageing populations.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youthful: many children under 15. Ageing: many people over 65.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consequences of an ageing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rising health and pension costs; labour shortages.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youthful; number 2, ageing; number 3, expectancy.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needs of young people and three needs of old people in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Population Pyramids.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AGE AND SEX COMPOSITION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Age and Sex Composition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Age and Sex Composition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Age-Sex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Age and Sex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Youthful population, ageing population, sex ratio, life expectancy, dependency.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global patterns; youthful and ageing populations and their socio-economic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youthful and ageing populations and explain their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Population Structure):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of your family members by age, sex and occupation.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Table columns: name, age, sex, occupation (e.g. father – 45 – M – farmer; mother – 40 – F – trader; children – students).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global patterns of age and sex composition.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of an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structure includes age and sex.</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classrooms are overcrowded and young people look for jobs. In Japan, schools close for lack of children and the government brings robots into homes for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countries have opposite age structures.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population does Cameroon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does Japan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for the needs of both young and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challenges of young and old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GLOBAL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Share of children and old people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GLOBAL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Cameroon and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GLOBAL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42 % under 15, 3 % over 65. Japan: 12 % under 15, 29 % over 65.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YOUTHFUL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Many school children.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Overcrowded schools and too few jobs for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YOUTHFUL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lassroo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YOUTHFUL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future workforce (demographic dividend).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AGEING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pyramid of Japan.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does this pyramid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old people and few young workers to support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AGEING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oc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doctor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ageing countries spend more on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AGEING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people need more medical care and pensions.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Age-Sex Composition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Age and Sex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Patterns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Age and sex composition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 and sex 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or percentage of males and females in each age group of a population. The sex ratio is the number of males per 100 females.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Patterns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LEDCs such as Cameroon and Niger have youthful populations, with over 40 % under 15. MEDCs such as Japan and Italy have ageing populations, with over 20 % over 65.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Patterns</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youthful and ageing populations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Youthful Population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youthful population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many schools, health centres and jobs, and dependency is high. Unemployment of young people can cause social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Youthful 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a large future workforce and a dynamic market. If educated and employed, youth can give a demographic dividend.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Ageing Population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ageing population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fewer workers to pay taxes and pensions, and health costs rise. Schools close and labour shortages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Ageing Population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and responses: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people have experience and savings and do voluntary work. Countries raise the retirement age and encourage immigration.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youthful and ageing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Youthful: many children under 15. Ageing: many people over 65.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 of an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health and pension costs; labour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 ______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has an ______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Average years of life is life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needs of young people and three needs of old people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Youthful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Jeune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Vieillissant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retraite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Life expectancy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L'espérance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Workforce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Elderly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personnes âgées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Age and Sex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global patterns of age and sex composition. Explain the consequences of a youthful population. Explain the consequences of an ageing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youthful and ageing populations and explain their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Global Patterns; Youthful Population; Ageing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needs of young people and three needs of old people in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count pupils per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jobs for the youth.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shape.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needs of old people.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“Class” by WABC Certified Business Coach • Counselor, CC BY 2.0, via Flickr (https://www.flickr.com/photos/43919827@N00/3617014360)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“Medical Readiness and Training Exercise 15-3” by US Army Africa, CC BY 2.0, via Flickr (https://www.flickr.com/photos/36281822@N08/16958932197)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2026-09-27T09:41:48Z</dcterms:created>
  <dcterms:modified xsi:type="dcterms:W3CDTF">2026-09-27T09:41:48Z</dcterms:modified>
</cp:coreProperties>
</file>