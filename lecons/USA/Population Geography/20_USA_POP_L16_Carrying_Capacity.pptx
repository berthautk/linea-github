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S-curve (logistic growth), J-curve, overshoot, oscillation, instantaneous adjustment, overpopulation, sustainable and underpopulation regimes. At the end, you should be able to do this: learners are able to explain carrying capacity and the ways populations adjust to it, and apply them to overgrazing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Define carrying capacity.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Carrying capacity is the maximum number of people (or animals) an environment can support for a long time without being damaged.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carrying capacity. Number 2: describe the S-curve of progressive adjustment. Number 3: describe the J-curve of overshoot and oscillation. Number 4: describe instantaneous adjustment. Number 5: describe the three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Rural-rural migration moves herders to new pastures. Overgrazing destroys grass. Resources are limited.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Fulani herdsman near Garoua has pasture for 50 cattle. In the rainy season the grass is plentiful and his animals are fat, so he buys 50 more. Soon the grass is eaten down to the bare soil, the ground becomes hard and dusty, and his 100 animals become thin and weak. His son asks: "Why did the herd suffer when it became bigger, and how many animals can the land really feed?"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herdsman exceeded the number of animals the land can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degraded: bare, hard and dusty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herds and farming within the carrying capacity of the land, and rotate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the environment and the need to balance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too many animals on a pasture.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the number of cattle exceeds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grass disappears, the soil is eroded and the animals become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ways of adjusting.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growth on an S-curve near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slows down and the population becomes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S-curve and the J-curve.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after the J-curve overshoots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crashes, then may oscillate.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regime are resources not fully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drought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parts of the Sahel said to be overpopulated?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and animals for the land lead to desertification and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Carrying capacity (K).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Overshoot and Oscillation.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is presented as follows. Copy the point on Limit on the left, then draw the diagram on the right: too many animals.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On this slide we have Example and Human populations.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to Carrying Capacity. Populations adjust to carrying capacity in the following ways. Copy the point on Progressive adjustment (S-curve) on the left, then draw the diagram on the right: three ways of adjusting.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Overshoot and oscillation (J-curve) on the left, then draw the diagram on the right: the S-curve and the J-curve.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On this slide we have Boom and bust and Instantaneous adjustment.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 Regimes. The population-resource regimes are the following. Copy the point on Overpopulation regime on the left, then draw the diagram on the right: three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Sustainable regime on the left, then draw the diagram on the right: drought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On this slide we have Underpopulation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S-curve and the J-curve.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 the S-curve growth slows and stabilises at the carrying capacity; on the J-curve growth overshoots it and then crashes.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curve is more stable,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S-curve, because the population adjusts to its resources without destroying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carrying; number 2, S;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indicator of overpopulation.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S-curve (logistic growth), J-curve, overshoot, oscillation, instantaneous adjustment, overpopulation, sustainable and underpopulation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carrying capacity; ways of adjusting to it (S-curve, J-curve, instantaneous adjustment); population-resource regimes (overpopulation, sustainable,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capacity is the maximum number of people (or animals)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S-curve of progressive adjustment.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J-curve of overshoot and oscillation.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instantaneous adjustment.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Rural-rural migration moves herders to new pastures.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destroys grass.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are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Fulani herdsman near Garoua has pasture for 50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the grass is plentiful and his animals are fat, so he buys 50 more.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Soon the grass is eaten down to the bare soil, the ground becomes hard and dusty, and his 100 animals become thin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did the herd suffer when it became bigger, and how many animals can the land really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herdsman exceeded the number of animals the land can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degraded: bare, hard and dusty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herds and farming within the carrying capacity of the land, and rotate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the environment and the need to balance population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Too many animals on a pasture.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number of cattle exceeds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disappears, the soil is eroded and the animals become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curv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ways of adjusting.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growth on an S-curve near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slows down and the population becomes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S-curve and the J-curve.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after the J-curve overshoots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crashes, then may oscillate.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regimes3.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 are resources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parts of the Sahel said to be overpopulated?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and animals for the land lead to desertification and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individuals that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 population grows beyond the carrying capacity.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Oscillation: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repeated rise and fall of a population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Carrying capacity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Limit: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depends on the food, water and space available.</a:t>
            </a:r>
            <a:endParaRPr lang="en-US" sz="3600" dirty="0"/>
          </a:p>
        </p:txBody>
      </p:sp>
      <p:pic>
        <p:nvPicPr>
          <p:cNvPr id="5" name="Image 0" descr="/home/claude/f4/img/v2/overgraz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too many animals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pasture near Garoua that can feed 50 cattle is destroyed if 100 graze on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populations: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trade can raise the carrying capacity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Populations adjust to carrying capacity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Progressive adjustment (S-curve):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Growth is slow, then fast, then slows down near the carrying capacity and stabilises, like fish introduced into a large lake.</a:t>
            </a:r>
            <a:endParaRPr lang="en-US" sz="2800" dirty="0"/>
          </a:p>
        </p:txBody>
      </p:sp>
      <p:pic>
        <p:nvPicPr>
          <p:cNvPr id="5" name="Image 0" descr="/home/claude/f4/img/v2/pop2_curv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ways of adjusting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Overshoot and oscillation (J-curve):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Growth is exponential, passes the carrying capacity, then crashes through starvation or disease, like insects or algae after a favourable season.</a:t>
            </a:r>
            <a:endParaRPr lang="en-US" sz="3200" dirty="0"/>
          </a:p>
        </p:txBody>
      </p:sp>
      <p:pic>
        <p:nvPicPr>
          <p:cNvPr id="5" name="Image 0" descr="/home/claude/f4/img/v2/carrying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S-curve and the J-curve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Boom and bust: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crash, the population may recover and repeat the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Instantaneous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stops abruptly at the carrying capacity; this is rare, for example after a volcanic eruption destroys the food of island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population-resource regimes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Overpopulation regime: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Population exceeds carrying capacity, causing deforestation, overgrazing, water shortages and poverty, as in parts of the Sahel.</a:t>
            </a:r>
            <a:endParaRPr lang="en-US" sz="3200" dirty="0"/>
          </a:p>
        </p:txBody>
      </p:sp>
      <p:pic>
        <p:nvPicPr>
          <p:cNvPr id="5" name="Image 0" descr="/home/claude/f4/img/v2/pop2_regimes3.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regimes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Sustainable regime: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Population is at or below carrying capacity and resources are managed carefully, as in Norway and Sweden.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is far below carrying capacity, with rich resources, labour shortages and small markets, as in northern Canada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S-curve and the J-curve.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S-curve growth slows and stabilises at the carrying capacity; on the J-curve growth overshoots it and then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curve is more stable,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S-curve, because the population adjusts to its resources without destroying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population an environment can support is its ______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Logistic growth has the shape of the letter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Norway is an example of a ______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Describe the S-curve of progressive adjustment. Describe the J-curve of overshoot and oscillation. Describe instantaneous adjustment. Describe the three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Carrying Capacity; Ways of Adjusting to Carrying Capacity;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indicator of overpopulation.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an overgrazed pasture.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J-curve and the crash.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three regimes.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Sahel.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2026-09-28T21:55:15Z</dcterms:created>
  <dcterms:modified xsi:type="dcterms:W3CDTF">2026-09-28T21:55:15Z</dcterms:modified>
</cp:coreProperties>
</file>