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Carrying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Growth and Resources, and the sub-topic is Population and Resource Relationships. The key notions we shall use today are: carrying capacity, S-curve (logistic growth), J-curve, overshoot, oscillation, instantaneous adjustment, overpopulation, sustainable and underpopulation regimes. At the end, you should be able to do this: learners are able to explain carrying capacity and the ways populations adjust to it, and apply them to overgrazing around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Types of Migration. The question was: Define carrying capacity.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Carrying capacity is the maximum number of people (or animals) an environment can support for a long time without being damaged.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carrying capacity. Number 2: describe the S-curve of progressive adjustment. Number 3: describe the J-curve of overshoot and oscillation. Number 4: describe instantaneous adjustment. Number 5: describe the three population-resource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Rural-rural migration moves herders to new pastures. Overgrazing destroys grass. Resources are limited.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Fulani herdsman near Garoua has pasture for 50 cattle. In the rainy season the grass is plentiful and his animals are fat, so he buys 50 more. Soon the grass is eaten down to the bare soil, the ground becomes hard and dusty, and his 100 animals become thin and weak. His son asks: "Why did the herd suffer when it became bigger, and how many animals can the land really feed?"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herdsman exceeded the number of animals the land can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limit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carrying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to the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was degraded: bare, hard and dusty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herds and farming within the carrying capacity of the land, and rotate pastures.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limits of the environment and the need to balance population and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too many animals on a pasture.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the number of cattle exceeds the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grass disappears, the soil is eroded and the animals become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three ways of adjusting.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to growth on an S-curve near the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slows down and the population becomes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S-curve and the J-curve.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after the J-curve overshoots the carrying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population crashes, then may oscillate.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three population-resource regimes.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regime are resources not fully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Underpopulation.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drought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parts of the Sahel said to be overpopulated?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Too many people and animals for the land lead to desertification and food shortages.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Carrying capacity (K).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Overshoot and Oscillation.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Population-resource regime.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Carrying Capacity. Carrying capacity is explained as follows. Copy the point on A limit on the left, then draw the diagram on the right: overgrazing.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Carrying Capacity. Copy the point on Example: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Carrying Capacity. Copy the point on Human populations: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Adjusting to Carrying Capacity. Populations adjust to carrying capacity in the following ways. Copy the point on Progressive adjustment (S-curve) on the left, then draw the diagram on the right: growth curves.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Overshoot and oscillation (J-curve) on the left, then draw the diagram on the right: carrying capacity.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Adjusting to Carrying Capacity. Copy the point on Boom and bust: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Adjusting to Carrying Capacity. Copy the point on Instantaneous adjustment: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Population-Resource Regimes. The relationship between population and resources gives the following regimes. Copy the point on Overpopulation regime on the left, then draw the diagram on the right: population-resource regimes.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Population-Resource Regimes. Copy the point on Sustainable (optimum) regime: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Population-Resource Regimes. Copy the point on Underpopulation regime: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the S-curve and the J-curve.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on the S-curve growth slows and stabilises at the carrying capacity; on the J-curve growth overshoots it and then crashes.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curve is more stable, and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S-curve, because the population adjusts to its resources without destroying them.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carrying; number 2, S; number 3,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one indicator of overpopulation.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Overpopulation, Underpopulation and Optimum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CARRYING CAPACITY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Carrying Capacity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Resource Relationships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Carrying Capacity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Carrying capacity, S-curve (logistic growth), J-curve, overshoot, oscillation, instantaneous adjustment, overpopulation, sustainable and underpopulation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carrying capacity; ways of adjusting to it (S-curve, J-curve, instantaneous adjustment); population-resource regimes (overpopulation, sustainable, underpopulation).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carrying capacity and the ways populations adjust to it, and apply them to overgrazing around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Types of Migration):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Carrying capacity is the maximum number of people (or animals) an environment can support for a long time without being damaged.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carrying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S-curve of progressive adjustment.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J-curve of overshoot and oscillation.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instantaneous adjustment.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population-resource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Rural-rural migration moves herders to new pastures.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Overgrazing destroys grass.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Resources are limited.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Fulani herdsman near Garoua has pasture for 50 cattle.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the grass is plentiful and his animals are fat, so he buys 50 more.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Soon the grass is eaten down to the bare soil, the ground becomes hard and dusty, and his 100 animals become thin and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son asks: "Why did the herd suffer when it became bigger, and how many animals can the land really feed?"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herdsman exceeded the number of animals the land can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limit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degraded: bare, hard and dusty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herds and farming within the carrying capacity of the land, and rotate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limits of the environment and the need to balance population and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vergraz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Too many animals on a pasture.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the number of cattle exceeds 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disappears, the soil is eroded and the animals become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curv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ways of adjusting.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growth on an S-curve near 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slows down and the population becomes 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J-CURVE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arry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S-curve and the J-curve.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J-CURVE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after the J-curve overshoots 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J-CURVE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crashes, then may oscillate.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op2_regimes3.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population-resource regimes.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regime are resources not fully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Drought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parts of the Sahel said to be overpopulated?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people and animals for the land lead to desertification and food shortages.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Growth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and Resource Relationships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Carrying capacity (K):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number of individuals that an environment can support for a long time without being damaged.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Overshoot: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situation where a population grows beyond the carrying capacity.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Oscillation: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repeated rise and fall of a population around 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Population-resource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type of relationship between the size of a population and its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Carrying capacity is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 limit: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Carrying capacity is the largest population that an area can feed and support without being damaged. It depends on the food, water and space available.</a:t>
            </a:r>
            <a:endParaRPr lang="en-US" sz="3600" dirty="0"/>
          </a:p>
        </p:txBody>
      </p:sp>
      <p:pic>
        <p:nvPicPr>
          <p:cNvPr id="5" name="Image 0" descr="/home/claude/f4/img/v2/overgrazing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overgrazing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pasture near Garoua that can feed 50 cattle is destroyed if 100 graze on it. The grass disappears and the soil is eroded.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Carrying Capacity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populations: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people, carrying capacity is not fixed. Technology, such as irrigation and fertilisers, and trade can raise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to Carrying Capacity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Populations adjust to carrying capacity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Progressive adjustment (S-curve):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Growth is slow at first, then fast, then slows down near the carrying capacity and stabilises. Fish introduced into a large lake grow in this way.</a:t>
            </a:r>
            <a:endParaRPr lang="en-US" sz="3200" dirty="0"/>
          </a:p>
        </p:txBody>
      </p:sp>
      <p:pic>
        <p:nvPicPr>
          <p:cNvPr id="5" name="Image 0" descr="/home/claude/f4/img/v2/pop2_curve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growth curves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to Carrying Capacity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Overshoot and oscillation (J-curve):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Growth is exponential and passes the carrying capacity, then the population crashes through starvation or disease. Insects and algae behave in this way after a favourable season.</a:t>
            </a:r>
            <a:endParaRPr lang="en-US" sz="3400" dirty="0"/>
          </a:p>
        </p:txBody>
      </p:sp>
      <p:pic>
        <p:nvPicPr>
          <p:cNvPr id="5" name="Image 0" descr="/home/claude/f4/img/v2/carrying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carrying capacity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to Carrying Capacity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Boom and bust: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crash, the population may recover and grow again. It then repeats the cycle of rises and falls around the carrying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Ways of Adjusting to Carrying Capacity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Instantaneous adjustment: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stops abruptly at the carrying capacity without passing it. This is rare, for example when a volcanic eruption suddenly destroys the food of island birds.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 Regimes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relationship between population and resources gives the following regimes: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Overpopulation regime: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population exceeds the carrying capacity, causing deforestation, overgrazing, water shortages and poverty. Parts of the Sahel are in this situation.</a:t>
            </a:r>
            <a:endParaRPr lang="en-US" sz="3200" dirty="0"/>
          </a:p>
        </p:txBody>
      </p:sp>
      <p:pic>
        <p:nvPicPr>
          <p:cNvPr id="5" name="Image 0" descr="/home/claude/f4/img/v2/pop2_regimes3.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population-resource regimes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(optimum)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at or below the carrying capacity, and resources are managed carefully. Norway and Sweden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Population-Resource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Underpopulation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far below the carrying capacity, with rich resources, labour shortages and small markets. Northern Canada and Siberia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the S-curve and the J-curve.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S-curve growth slows and stabilises at the carrying capacity; on the J-curve growth overshoots it and then crashes.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curve is more stable,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S-curve, because the population adjusts to its resources without destroying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maximum population an environment can support is its ______ capacity.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Logistic growth has the shape of the letter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Norway is an example of a ______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indicator of overpopulation.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Overpopulation, Underpopulation and Optimum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Carrying capacity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capacité de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Underpopulation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sous-population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Carrying Capacity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carrying capacity. Describe the S-curve of progressive adjustment. Describe the J-curve of overshoot and oscillation. Describe instantaneous adjustment. Describe the three population-resource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carrying capacity and the ways populations adjust to it, and apply them to overgrazing around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Carrying Capacity; Ways of Adjusting to Carrying Capacity; Population-Resource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one indicator of overpopulation.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an overgrazed pasture.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S-curve.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J-curve and the crash.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three regimes.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Sahel.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2026-09-29T11:38:38Z</dcterms:created>
  <dcterms:modified xsi:type="dcterms:W3CDTF">2026-09-29T11:38:38Z</dcterms:modified>
</cp:coreProperties>
</file>