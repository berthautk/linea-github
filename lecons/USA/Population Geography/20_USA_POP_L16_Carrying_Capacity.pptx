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Lst>
  <p:notesMasterIdLst>
    <p:notesMasterId r:id="rId5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notesMaster" Target="notesMasters/notesMaster1.xml"/><Relationship Id="rId60" Type="http://schemas.openxmlformats.org/officeDocument/2006/relationships/presProps" Target="presProps.xml"/><Relationship Id="rId61" Type="http://schemas.openxmlformats.org/officeDocument/2006/relationships/viewProps" Target="viewProps.xml"/><Relationship Id="rId62" Type="http://schemas.openxmlformats.org/officeDocument/2006/relationships/theme" Target="theme/theme1.xml"/><Relationship Id="rId6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16: Carrying Capacity.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4: Understanding and managing population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Population Growth and Resources, and the sub-topic is Population and Resource Relationships. The key notions we shall use today are: carrying capacity, S-curve (logistic growth), J-curve, overshoot, oscillation, instantaneous adjustment, overpopulation, sustainable and underpopulation regimes. At the end, you should be able to do this: learners are able to explain carrying capacity and the ways populations adjust to it, and apply them to overgrazing around Garoua.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15: Types of Migration. The question was: Define carrying capacity.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Carrying capacity is the maximum number of people (or animals) an environment can support for a long time without being damaged.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five things. Number 1: define carrying capacity. Number 2: describe the S-curve of progressive adjustment. Number 3: describe the J-curve of overshoot and oscillation. Number 4: describe instantaneous adjustment. Number 5: describe the three population-resource regimes.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Rural-rural migration moves herders to new pastures. Overgrazing destroys grass. Resources are limited.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Fulani herdsman near Garoua has pasture for 50 cattle. In the rainy season the grass is plentiful and his animals are fat, so he buys 50 more. Soon the grass is eaten down to the bare soil, the ground becomes hard and dusty, and his 100 animals become thin and weak. His son asks: "Why did the herd suffer when it became bigger, and how many animals can the land really feed?"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herdsman exceeded the number of animals the land can support.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this limit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carrying capacity.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happened to the land?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was degraded: bare, hard and dusty soil.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keep herds and farming within the carrying capacity of the land, and rotate pastures.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limits of the environment and the need to balance population and resources.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too many animals on a pasture.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happens when the number of cattle exceeds the carrying capacity?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grass disappears, the soil is eroded and the animals become weak.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three ways of adjusting.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happens to growth on an S-curve near the carrying capacity?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slows down and the population becomes stable.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the S-curve and the J-curve.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happens after the J-curve overshoots the carrying capacity?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population crashes, then may oscillate.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three population-resource regimes.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In which regime are resources not fully used?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Underpopulation.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drought in the Sahel.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are parts of the Sahel said to be overpopulated?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Too many people and animals for the land lead to desertification and food shortages.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Carrying capacity (K).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Overshoot and Oscillation.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Carrying Capacity. Carrying capacity is presented as follows. Copy the point on Limit on the left, then draw the diagram on the right: too many animals.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of Carrying Capacity. On this slide we have Example and Human populations.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Ways of Adjusting to Carrying Capacity. Populations adjust to carrying capacity in the following ways. Copy the point on Progressive adjustment (S-curve) on the left, then draw the diagram on the right: three ways of adjusting.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Overshoot and oscillation (J-curve) on the left, then draw the diagram on the right: the S-curve and the J-curve.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Ways of Adjusting to Carrying Capacity. On this slide we have Boom and bust and Instantaneous adjustment.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Population-Resource Regimes. The population-resource regimes are the following. Copy the point on Overpopulation regime on the left, then draw the diagram on the right: three regimes.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Sustainable regime on the left, then draw the diagram on the right: drought in the Sahel.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Population-Resource Regimes. On this slide we have Underpopulation regime.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between the S-curve and the J-curve.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on the S-curve growth slows and stabilises at the carrying capacity; on the J-curve growth overshoots it and then crashes.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Which curve is more stable, and why?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S-curve, because the population adjusts to its resources without destroying them.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carrying; number 2, S; number 3, sustainable.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Give one indicator of overpopulation.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17: Overpopulation, Underpopulation and Optimum Population.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16: CARRYING CAPACITY</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16</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Carrying Capacity</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4: Understanding and managing population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Growth and Resources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and Resource Relationships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16: Carrying Capacity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Carrying capacity, S-curve (logistic growth), J-curve, overshoot, oscillation, instantaneous adjustment, overpopulation, sustainable and underpopulation regimes.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of carrying capacity; ways of adjusting to it (S-curve, J-curve, instantaneous adjustment); population-resource regimes (overpopulation, sustainable, underpopulation).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carrying capacity and the ways populations adjust to it, and apply them to overgrazing around Garoua.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15: Types of Migration):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carrying capacity.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Carrying capacity is the maximum number of people (or animals) an environment can support for a long time without being damaged.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carrying capacity.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S-curve of progressive adjustment.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J-curve of overshoot and oscillation.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instantaneous adjustment.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three population-resource regimes.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Rural-rural migration moves herders to new pastures.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Overgrazing destroys grass.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Resources are limited.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Fulani herdsman near Garoua has pasture for 50 cattle.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rainy season the grass is plentiful and his animals are fat, so he buys 50 more.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Soon the grass is eaten down to the bare soil, the ground becomes hard and dusty, and his 100 animals become thin and weak.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His son asks: "Why did the herd suffer when it became bigger, and how many animals can the land really feed?"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herdsman exceeded the number of animals the land can support.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this limit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carrying capacity.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happened to the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was degraded: bare, hard and dusty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Keep herds and farming within the carrying capacity of the land, and rotate pastures.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limits of the environment and the need to balance population and resources.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overgrazing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Too many animals on a pasture.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when the number of cattle exceeds the carrying capacity?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grass disappears, the soil is eroded and the animals become weak.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S-CURVE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pop2_curves.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Three ways of adjusting.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S-CURVE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growth on an S-curve near the carrying capacity?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S-CURVE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slows down and the population becomes stable.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J-CURVE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carrying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S-curve and the J-curve.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J-CURVE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after the J-curve overshoots the carrying capacity?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J-CURVE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population crashes, then may oscillate.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REGIMES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pop2_regimes3.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Three population-resource regimes.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REGIMES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regime are resources not fully used?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REGIMES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Underpopulation.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REGIMES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drough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Drought in the Sahel.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REGIMES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parts of the Sahel said to be overpopulated?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REGIMES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Too many people and animals for the land lead to desertification and food shortages.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Population Growth and Resources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Population and Resource Relationships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16: Carrying Capacity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Carrying capacity (K):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maximum number of individuals that an environment can support for a long time without being damaged.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Overshoot: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situation where a population grows beyond the carrying capacity.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Oscillation: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repeated rise and fall of a population around the carrying capacity.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Carrying Capacity</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Carrying capacity is presented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Limit: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depends on the food, water and space available.</a:t>
            </a:r>
            <a:endParaRPr lang="en-US" sz="3600" dirty="0"/>
          </a:p>
        </p:txBody>
      </p:sp>
      <p:pic>
        <p:nvPicPr>
          <p:cNvPr id="5" name="Image 0" descr="/home/claude/f4/img/v2/overgrazing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too many animals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Carrying Capacity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pasture near Garoua that can feed 50 cattle is destroyed if 100 graze on it.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Human populations: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Technology and trade can raise the carrying capacity of an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Ways of Adjusting to Carrying Capacity</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Populations adjust to carrying capacity in the following ways: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Progressive adjustment (S-curve):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Growth is slow, then fast, then slows down near the carrying capacity and stabilises, like fish introduced into a large lake.</a:t>
            </a:r>
            <a:endParaRPr lang="en-US" sz="2800" dirty="0"/>
          </a:p>
        </p:txBody>
      </p:sp>
      <p:pic>
        <p:nvPicPr>
          <p:cNvPr id="5" name="Image 0" descr="/home/claude/f4/img/v2/pop2_curves.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three ways of adjusting</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Ways of Adjusting to Carrying Capacity</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Overshoot and oscillation (J-curve):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Growth is exponential, passes the carrying capacity, then crashes through starvation or disease, like insects or algae after a favourable season.</a:t>
            </a:r>
            <a:endParaRPr lang="en-US" sz="3200" dirty="0"/>
          </a:p>
        </p:txBody>
      </p:sp>
      <p:pic>
        <p:nvPicPr>
          <p:cNvPr id="5" name="Image 0" descr="/home/claude/f4/img/v2/carrying_big.png">    </p:cNvPr>
          <p:cNvPicPr>
            <a:picLocks noChangeAspect="1"/>
          </p:cNvPicPr>
          <p:nvPr/>
        </p:nvPicPr>
        <p:blipFill>
          <a:blip r:embed="rId1"/>
          <a:stretch>
            <a:fillRect/>
          </a:stretch>
        </p:blipFill>
        <p:spPr>
          <a:xfrm>
            <a:off x="5349240" y="2461422"/>
            <a:ext cx="6659575" cy="29135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S-curve and the J-curve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Ways of Adjusting to Carrying Capacity</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Boom and bust: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After a crash, the population may recover and repeat the cycle.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Instantaneous adjustment: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population stops abruptly at the carrying capacity; this is rare, for example after a volcanic eruption destroys the food of island birds.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Population-Resource Regimes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population-resource regimes are the following:</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Overpopulation regime: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Population exceeds carrying capacity, causing deforestation, overgrazing, water shortages and poverty, as in parts of the Sahel.</a:t>
            </a:r>
            <a:endParaRPr lang="en-US" sz="3200" dirty="0"/>
          </a:p>
        </p:txBody>
      </p:sp>
      <p:pic>
        <p:nvPicPr>
          <p:cNvPr id="5" name="Image 0" descr="/home/claude/f4/img/v2/pop2_regimes3.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three regimes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Population-Resource Regimes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Sustainable regime: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Population is at or below carrying capacity and resources are managed carefully, as in Norway and Sweden.</a:t>
            </a:r>
            <a:endParaRPr lang="en-US" sz="3600" dirty="0"/>
          </a:p>
        </p:txBody>
      </p:sp>
      <p:pic>
        <p:nvPicPr>
          <p:cNvPr id="5" name="Image 0" descr="/home/claude/f4/img/v2/f2t_drought.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drought in the Sahel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Population-Resource Regimes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Underpopulation regime: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Population is far below carrying capacity, with rich resources, labour shortages and small markets, as in northern Canada and Siberia.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between the S-curve and the J-curve.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the S-curve growth slows and stabilises at the carrying capacity; on the J-curve growth overshoots it and then crashes.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curve is more stable, and 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S-curve, because the population adjusts to its resources without destroying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maximum population an environment can support is its ______ capacity.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Logistic growth has the shape of the letter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Norway is an example of a ______ regime.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indicator of overpopulation.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17: Overpopulation, Underpopulation and Optimum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Carrying capacity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capacité de charge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Overpopulation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surpopulation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Sustainable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Durable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ressources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Underpopulation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sous-population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Overgrazing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surpâturage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Population Growth and Resources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16: Carrying Capacity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carrying capacity. Describe the S-curve of progressive adjustment. Describe the J-curve of overshoot and oscillation. Describe instantaneous adjustment. Describe the three population-resource regimes.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carrying capacity and the ways populations adjust to it, and apply them to overgrazing around Garoua.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Meaning of Carrying Capacity; Ways of Adjusting to Carrying Capacity; Population-Resource Regimes.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Give one indicator of overpopulation.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an overgrazed pasture.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S-curve.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the J-curve and the crash.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write the three regimes.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the Sahel.</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4 (Population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Population Geography (USA),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United Nations, World Population Prospects 2024.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“Imagine a world without trees” by aloshbennett, CC BY 2.0, via Flickr (https://www.flickr.com/photos/13203757@N00/3480223314)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57</Slides>
  <Notes>57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57</vt:i4>
      </vt:variant>
    </vt:vector>
  </HeadingPairs>
  <TitlesOfParts>
    <vt:vector size="6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2026-09-29T03:13:02Z</dcterms:created>
  <dcterms:modified xsi:type="dcterms:W3CDTF">2026-09-29T03:13:02Z</dcterms:modified>
</cp:coreProperties>
</file>