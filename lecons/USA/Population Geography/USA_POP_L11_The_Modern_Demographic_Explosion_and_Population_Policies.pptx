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anti-natal policy, pro-natal policy, one-child policy, migration law. At the end, you should be able to do this: learners are able to explain the demographic explosion and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Compare the number of children in your grandparents' and parents' families and explain the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Grandparents often had 8–10 children, parents 4–6. The change is due to education, the cost of schooling and life in town, better health care (fewer child deaths) and family planning.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consequences of the demographic explosion. Number 2: describe anti-natal and pro-natal policies with examples. Number 3: describe restrictive and open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grew very fast after 1950. Education of women lowers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told most families to have only one child. Today it encourages families to have three. Meanwhile France pays families to have more children, and Canada invites skilled immigrants.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Governments try to control population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China's policy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 (anti-natal).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France encourage births?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population is ageing (pro-natal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debate and manage population growth through appropriate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rapid population growth and how governments try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caused the demographic explosion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fast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consequences of rapid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pressure on schools, housing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poster for China's one-child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problem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slower growth. Problem: ageing and too many boys.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immigrants at Ellis Island, New York (about 1909).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Canada's migration policy different from the USA's?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Canada invites skilled workers with a points system; the USA uses quotas and border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would a country adopt a pro-natal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an ageing and declining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Population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 demographic explosion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Population Growth. Countries manage growth with the following policies. On this slide we have Pro-natal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Anti-natal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Migration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was the one-child policy? Give one consequence.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Chinese anti-natal policy (1979–2015); consequence: ageing and more boys than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restrictive and open migration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restrictive laws limit immigrants (USA); open laws attract them (Canada).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anti-natal; number 2, one-child; number 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population policy? Write a paragraph with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 The Modern Demographic Explosion and Population Policies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anti-natal policy, pro-natal policy, one-child policy, migration law.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the demographic explosion; managing growth: pro-natal and anti-natal policies (China); migration laws (USA, Canada).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number of children in your grandparents' and parents' families and explain the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Grandparents often had 8–10 children, parents 4–6. The change is due to education, the cost of schooling and life in town, better health care (fewer child deaths) and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anti-natal and pro-natal policies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grew very fast after 1950.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of women lowers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told most families to have only one child. Today it encourages families to have three. Meanwhile France pays families to have more children, and Canada invites skilled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try to control population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China's policy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 (anti-natal).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encourage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ageing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Debate and manage population growth through appropriate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rapid population growth and how governments try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demographic explosion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fast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pressure on schools, housing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poster for China's one-child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slower growth. Problem: ageing and too many boys.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at Ellis Island, New York (about 1909).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Canada's migration policy different from the USA's?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invites skilled workers with a points system; the USA uses quotas and border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a country adopt a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an ageing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world population after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measures taken by a government to influence population growth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quickly thanks to vaccines, antibiotics and clean water, while birth rates stayed high. Improved food supply also helped.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increases pressure on land, food, water, schools and jobs. It can cause unemployment, urban slums and environmental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manage growth with the following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encourage births with family allowances, tax cuts and parental leave. France and Russia use them because of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births through family planning and incentives. China's one-child policy (1979–2015) slowed growth but caused ageing and a male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has restrictive laws with quotas and border controls. Canada has relaxed laws with a points system to attract skilled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 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Chinese anti-natal policy (1979–2015); consequence: ageing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Restrictive laws limit immigrants (USA); open laws attract them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to reduce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policy was the ______ policy.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uses a ______ system for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travailleur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consequences of the demographic explosion. Describe anti-natal and pro-natal policies with examples. Describe restrictive and open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Managing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population policy? Write a paragraph with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to the steep part of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problems in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USA and Canada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2026-09-27T09:41:50Z</dcterms:created>
  <dcterms:modified xsi:type="dcterms:W3CDTF">2026-09-27T09:41:50Z</dcterms:modified>
</cp:coreProperties>
</file>