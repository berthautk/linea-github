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11: The Modern Demographic Explosion and Population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point to the steep part of the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problems in big towns.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USA and Canada on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copy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anti-natal 2. one-child 3.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Demographic Explosion and Population Policies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The Modern Demographic Explosion and Population Policies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explosion, anti-natal policy, pro-natal policy, one-child policy, migration law.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Causes and consequences of the demographic explosion; managing growth: pro-natal and anti-natal policies (China); migration laws (USA, Canada).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demographic explosion and evaluate population policies.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and consequences of the demographic explosion.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anti-natal and pro-natal policies with examples.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restrictive and open migration laws.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population grew very fast after 1950.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of women lowers birth rates.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1979 China told most families to have only one child. Today it encourages families to have three. Meanwhile France pays families to have more children, and Canada invites skilled immigrants.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Governments try to control population in different ways.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China's policy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one-child policy (anti-natal).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France encourage births?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Its population is ageing (pro-natal policy).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rapid population growth and how governments try to manage it.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EXPLOSION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world_growt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population growth.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EXPLOSION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caused the demographic explosion after 1950?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EXPLOSION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Death rates fell fast while birth rates stayed high.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CONSEQUENCES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row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crowded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CONSEQUENCES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consequences of rapid population growth.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CONSEQUENCES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 and pressure on schools, housing and land.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ANTI-NATAL POLICY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onech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poster for China's one-child policy.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ANTI-NATAL POLICY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success and one problem of the one-child policy.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ANTI-NATAL POLICY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Success: slower growth. Problem: ageing and too many boys.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ell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Immigrants at Ellis Island, New York (about 1909).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Canada's migration policy different from the USA's?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Canada invites skilled workers with a points system; the USA uses quotas and border control.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POLICIES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polici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population policy.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POLICIES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would a country adopt a pro-natal policy?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POLICIES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stop an ageing and declining 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Modern Demographic Explosion and Population Policies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Change over Time (Population Growth)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Growth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11: The Modern Demographic Explosion and Population Policies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explosion: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rapid increase in population.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Anti-natal policy: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policy that tries to reduce births.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Pro-natal policy: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policy that tries to increase births.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 and Consequences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Medicine, vaccines and food cut death rates after 1950. Birth rates stayed high in LEDCs.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Consequences: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Unemployment, slums, food shortages and pressure on the environment increased. Governments struggle to provide schools and health care.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 and Consequences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Opportunities: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young workforce can boost development. It needs education and jobs.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Managing Growth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Anti-natal (China):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1979 to 2015 most families could have only one child. Growth slowed, but the population aged and there are more boys than girls.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Pro-natal: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France and Russia give money, leave and services to families with children. Results are modest.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Managing Growth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Migration laws: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USA restricts immigration with quotas and border control. Canada attracts skilled migrants with a points system.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the one-child policy? Give one consequence.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Chinese anti-natal policy (1979–2015); consequence: ageing and more boys than girls.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restrictive and open migration laws.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Restrictive laws limit immigrants (USA); open laws attract them (Canada).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policy to reduce births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China's policy was the ______ policy.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Canada uses a ______ system for immigrants.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Should Cameroon adopt a population policy? Write a paragraph with two arguments.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12: The Demographic Transition Model.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politique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L'explosion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One-child policy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politique de l'enfant unique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quota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Skilled worker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travailleur qualifié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chômage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The Modern Demographic Explosion and Population Policies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causes and consequences of the demographic explosion. Describe anti-natal and pro-natal policies with examples. Describe restrictive and open migration laws.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demographic explosion and evaluate population policies.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Demographic explosion, Anti-natal policy, Pro-natal policy; II. Causes and Consequences: Causes, Consequences, Opportunities; III. Managing Growth: Anti-natal (China), Pro-natal, Migration laws.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Cameroon adopt a population policy? Write a paragraph with two arguments.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“Wax market” by zouzouwizman, CC BY 2.0, via Flickr (https://www.flickr.com/photos/61111202@N00/12129001)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“propaganda posters, one child policy” by kattebelletje, CC BY-NC 2.0, via Flickr (https://www.flickr.com/photos/97249369@N00/3349125321)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“No Known Restrictions: Ellis Island Immigrants by National Photo Co., ” by pingnews.com, Public domain 1.0, via Flickr (https://www.flickr.com/photos/39735679@N00/434439223)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2026-09-26T18:49:33Z</dcterms:created>
  <dcterms:modified xsi:type="dcterms:W3CDTF">2026-09-26T18:49:33Z</dcterms:modified>
</cp:coreProperties>
</file>