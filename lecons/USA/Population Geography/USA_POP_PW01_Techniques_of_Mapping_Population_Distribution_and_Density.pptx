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Techniques of Mapping Population Distribution and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Density and Distribution. The key notions we shall use today are: dot map, choropleth map, Lorenz curve, density lapse rate. At the end, you should be able to do this: learners are able to map population distribution and density and assess each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Population Distribution and Density. The question was: Find the population and area of your region and calculate its density.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North Region (example): population about 2.5 million, area about 66,000 km², density ≈ 2,500,000 ÷ 66,000 ≈ 38 people per km².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draw and read dot and choropleth maps. Number 2: draw and interpret a Lorenz curve. Number 3: interpret a density lapse graph and assess the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Density = people ÷ area. The Littoral is the most crowded region.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Regional Delegate of Planning wants a single page that shows where people live in Cameroon. The class must choose the best way to map the data.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choose a way to map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mapping methods.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Dot map and choropleth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graph shows how unequal the distribution 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Lorenz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map population data to show where people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show population data clearly on maps and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dot map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each dot represent? Where are dots closest together?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fixed number of people; in the West, Littoral and Far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choropleth map of density.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is a choropleth map made?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Each area is shaded according to its density class; darker means denser.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Lorenz curve.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 curve far from the diagonal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very unequal distribution of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density falls with distance from a city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happens to density as we move away from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falls quickly, then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advantages and disadvantages of each method.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weakness of a choropleth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hides differences inside each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Dot map and Choropleth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Lorenz curve.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Mapping Population. Distribution and density can be mapped as follows. On this slide we have Dot maps.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Mapping Population. On this slide we have Choropleth maps.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dot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Lorenz Curve and Density Lapse Rate. Uneven distribution can be measured as follows. On this slide we have Lorenz curve.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Lorenz Curve and Density Lapse Rate. On this slide we have Density lapse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Lorenz curve.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Assessment of these Methods. Each method has advantages and disadvantages. On this slide we have Dot maps.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Assessment of these Methods. On this slide we have Choropleth maps and Lorenz curve.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comparison of methods.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does a Lorenz curve close to the diagonal show?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even distribution of population.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a dot map.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shows the real pattern. Disadvantage: hard to count dots.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choropleth; number 2, Lorenz; number 3,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Using the density figures of the ten regions, draw a choropleth map of Cameroon with four classes.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Spatial Population Distribution and its Factors.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1: TECHNIQUES OF MAPPING POPULATION DISTRIBUTION AND DENSITY</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Techniques of Mapping Population Distribution and Density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and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Techniques of Mapping Population Distribution and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Dot map, choropleth map, Lorenz curve, density lapse rate.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Dot and choropleth maps; the Lorenz curve; population density lapse rates; advantages and disadvantages.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map population distribution and density and assess each method.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Population Distribution and Density):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population and area of your region and calculate its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Region (example): population about 2.5 million, area about 66,000 km², density ≈ 2,500,000 ÷ 66,000 ≈ 38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read dot and choropleth maps.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interpret a Lorenz curve.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a density lapse graph and assess the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Density = people ÷ area.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Littoral is the most crowded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Regional Delegate of Planning wants a single page that shows where people live in Cameroon. The class must choose the best way to map the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choose a way to map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mapping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Dot map and choropleth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shows how unequal the distribution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Lorenz curve.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 population data to show where people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show population data clearly on maps and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DOT MAPS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ot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dot map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DOT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each dot represent? Where are dots closest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DOT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fixed number of people; in the West, Littoral and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MAPS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choropleth map of density.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a choropleth map made?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area is shaded according to its density class; darker means denser.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LORENZ CURVE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orenz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Lorenz curve.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LORENZ 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curve far from the diagonal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LORENZ 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unequal distribution of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 DENSITY LAPSE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density_laps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Density falls with distance from a city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 DENSITY LAPSE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density as we move away from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 DENSITY LAPSE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 quickly, then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ASSESSMENT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apping_metho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Advantages and disadvantages of each method.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ASSESSMENT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weakness of a choropleth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ASSESSMENT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hides differences inside each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Numbers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Density and Distribution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Techniques of Mapping Population Distribution and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Dot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map where each dot represents a fixed number of people.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Choropleth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map where areas are shaded according to their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Lorenz curve: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that shows how unevenly a population is distributed.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Methods of Mapping Population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Distribution and density can be mapped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Dot maps: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value for each dot (e.g. 1 dot = 10,000 people) and place the dots where people live. They show distribution clearly.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Methods of Mapping Population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Choropleth maps: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density for each area, choose classes and shade darker for higher densities. They show density by administrative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Methods of Mapping Population</a:t>
            </a:r>
            <a:endParaRPr lang="en-US" sz="3600" dirty="0"/>
          </a:p>
        </p:txBody>
      </p:sp>
      <p:pic>
        <p:nvPicPr>
          <p:cNvPr id="4" name="Image 0" descr="/home/claude/f4/img/v2/dot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dot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Lorenz Curve and Density Lapse Rate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Uneven distribution can be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Lorenz curve: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the areas, then plot the cumulative % of area against the cumulative % of population. The further the curve is from the diagonal, the more unequal the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Lorenz Curve and Density Lapse Rate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Density lapse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town, density usually decreases from the centre to the edge. A graph of density against distance shows this lapse.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Lorenz Curve and Density Lapse Rate</a:t>
            </a:r>
            <a:endParaRPr lang="en-US" sz="3600" dirty="0"/>
          </a:p>
        </p:txBody>
      </p:sp>
      <p:pic>
        <p:nvPicPr>
          <p:cNvPr id="4" name="Image 0" descr="/home/claude/f4/img/v2/lorenz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Lorenz curve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Assessment of these Methods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Each method has advantages and disadvantages: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Dot maps: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show real distribution, but dots are hard to count and to place accurately. Very dense areas become black.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Assessment of these Methods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Choropleth maps: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easy to read and compare, but they suggest sudden changes at boundaries. They hide differences inside each area.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Lorenz curve: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measures inequality precisely, but it does not show where people live. It needs accurate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Assessment of these Methods</a:t>
            </a:r>
            <a:endParaRPr lang="en-US" sz="3600" dirty="0"/>
          </a:p>
        </p:txBody>
      </p:sp>
      <p:pic>
        <p:nvPicPr>
          <p:cNvPr id="4" name="Image 0" descr="/home/claude/f4/img/v2/mapping_metho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comparison of methods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Lorenz curve close to the diagonal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even distribution of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a dot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shows the real pattern. Disadvantage: hard to count dots.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map with shaded areas is a ______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Inequality is shown by a ______ curve.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Density usually ______ away from a city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density figures of the ten regions, draw a choropleth map of Cameroon with four classes.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Spatial Population Distribution and its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Cumulative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Cumulé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courbe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classe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Techniques of Mapping Population Distribution and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and read dot and choropleth maps. Draw and interpret a Lorenz curve. Interpret a density lapse graph and assess the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map population distribution and density and assess each method.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Methods of Mapping Population; The Lorenz Curve and Density Lapse Rate; Assessment of these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Using the density figures of the ten regions, draw a choropleth map of Cameroon with four classes.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place dots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choose four shades.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plot cumulative percentages.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the centre of Douala and its edges.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copy the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2026-09-27T10:08:05Z</dcterms:created>
  <dcterms:modified xsi:type="dcterms:W3CDTF">2026-09-27T10:08:05Z</dcterms:modified>
</cp:coreProperties>
</file>