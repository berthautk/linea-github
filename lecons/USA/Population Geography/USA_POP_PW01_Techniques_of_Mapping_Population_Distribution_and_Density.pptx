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Practical Work 1: Techniques of Mapping Population Distribution and Density.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place dots on a sketch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choose four shades.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plot cumulative percentages.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the centre of Douala and its edges.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copy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choropleth 2. Lorenz 3. falls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POPULATION GEOGRAPHY  —  PRACTICAL WORK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of Mapping Population Distribution and Density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4: Understanding and managing population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Numbers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Density and Distribution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1: Techniques of Mapping Population Distribution and Density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Dot map, choropleth map, Lorenz curve, density lapse rate.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Dot and choropleth maps; the Lorenz curve; population density lapse rates; advantages and disadvantages.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map population distribution and density and assess each method.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and read dot and choropleth maps.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and interpret a Lorenz curve.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a density lapse graph and assess the methods.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= people ÷ area.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Littoral is the most crowded region.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Regional Delegate of Planning wants a single page that shows where people live in Cameroon. The class must choose the best way to map the data.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must choose a way to map population.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mapping methods.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Dot map and choropleth map.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graph shows how unequal the distribution is?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Lorenz curve.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practical work helps us to show population data clearly on maps and graphs.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DOT MAP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dot_map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dot map of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DOT MAP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each dot represent? Where are dots closest together?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DOT MAP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fixed number of people; in the West, Littoral and Far North.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CHOROPLETH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horoplet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choropleth map of density.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CHOROPLETH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is a choropleth map made?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CHOROPLETH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Each area is shaded according to its density class; darker means denser.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LORENZ CURVE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orenz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60" y="1691640"/>
            <a:ext cx="9989032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Lorenz curve.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LORENZ CURVE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 curve far from the diagonal show?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LORENZ CURVE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very unequal distribution of population.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DENSITY LAPSE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density_laps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Density falls with distance from a city centre.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DENSITY LAPSE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density as we move away from the centre?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DENSITY LAPSE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falls quickly, then slowly.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ASSESSMENT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mapping_method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Advantages and disadvantages of each method.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ASSESSMENT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weakness of a choropleth map.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ASSESSMENT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hides differences inside each area.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Techniques of Mapping Population Distribution and Density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Population Numbers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Population Density and Distribution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Practical Work 1: Techniques of Mapping Population Distribution and Density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Dot map: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map where each dot stands for a fixed number of people.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Choropleth map: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map where areas are shaded by density classes.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Lorenz curve: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graph that shows how unequally population is spread over area.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Dot map: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Choose a value per dot and place dots where people live. It shows the real pattern.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Choropleth: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Calculate density for each area, make classes and shade from light to dark. It is easy to compare areas.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Lorenz curve: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 areas by density and plot cumulative % of area against cumulative % of people. The further the curve from the diagonal, the more unequal the distribution.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Density lapse 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Plot density against distance from a city centre. Density usually falls outward.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Assessment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Advantages: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Dot maps show real patterns and choropleths are easy to read. Lorenz curves measure inequality.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Disadvantages: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Dots are hard to count, and choropleths hide differences within areas. Graphs need good data.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 Lorenz curve close to the diagonal show?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even distribution of population.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advantage and one disadvantage of a dot map.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Advantage: shows the real pattern. Disadvantage: hard to count dots.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map with shaded areas is a ______ map.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Inequality is shown by a ______ curve.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Density usually ______ away from a city centre.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Using the density figures of the ten regions, draw a choropleth map of Cameroon with four classes.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3: Spatial Population Distribution.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point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Shading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trame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Cumulative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courbe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classe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Numbers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1: Techniques of Mapping Population Distribution and Density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and read dot and choropleth maps. Draw and interpret a Lorenz curve. Interpret a density lapse graph and assess the methods.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map population distribution and density and assess each method.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Dot map, Choropleth map, Lorenz curve; II. Methods: Dot map, Choropleth, Lorenz curve, Density lapse graph; III. Assessment: Advantages, Disadvantages.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Using the density figures of the ten regions, draw a choropleth map of Cameroon with four classes.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4 (Population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2026-09-26T18:49:32Z</dcterms:created>
  <dcterms:modified xsi:type="dcterms:W3CDTF">2026-09-26T18:49:32Z</dcterms:modified>
</cp:coreProperties>
</file>