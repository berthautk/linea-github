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Calculating Demographic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Population Growth. The key notions we shall use today are: crude birth rate, crude death rate, fertility rate, fecundity, growth rate, doubling time, projection, net migration. At the end, you should be able to do this: learners are able to calculate and interpret the main demographic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Population Growth and its Determinants. The question was: Draw the population change system for your village or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Village system: inputs – births and people coming back from town; outputs – deaths and young people leaving for towns; store – the village population.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CBR, CDR and natural increase. Number 2: calculate doubling time and make a simple projection. Number 3: calculate net migration and interpret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Change = births − deaths + net migration. Rates are often given per 1,000 people.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region has 1,000,000 people. In one year there were 36,000 births and 9,000 deaths. The planning office asks the class to calculate the growth rate and when the population will double.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calculate demographic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first index to calculate?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crude birth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we find the doubling time?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70 ÷ growth rate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demographic indices to describe population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numbers to understand population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demographic indices.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birth and death rates given per 1,000?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compare places with different population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natural increase in percent.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(36 − 9) ÷ 10 = 2.7 %.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projection at 2.7 % per year.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how many years will the population double?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70 ÷ 2.7 ≈ 26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travellers at a bus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 town receives 5,000 migrants and loses 2,000. What is its net migration?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countries at different stages.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 country has CBR 12 and CDR 10. Is it growing fast or slowly?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Slowly (0.2 % per year), like a stage 4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Fertility and Fecundity.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Formulas of Demographic Indices. The main indices are calculated as follows. On this slide we have Crude birth rate (CBR).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Formulas of Demographic Indices. On this slide we have Crude death rate (CDR) and Growth rate.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formulas of demographic indices.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Projections, Doubling Time and Migration. Other calculations include. On this slide we have Doubling time.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Projections, Doubling Time and Migration. On this slide we have Population projection and Net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 projection and doubling time.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town of 50,000 has 1,500 births. Find the CBR.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1,500 ÷ 50,000 × 1,000 = 30 ‰.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 population grows at 3.5 %. Find its doubling time.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70 ÷ 3.5 = 20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1,000; number 2, 70; number 3,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Cameroon's birth and death rates and calculate its natural increase and doubling time.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Factors of Population Growth.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4: CALCULATING DEMOGRAPHIC INDICES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Calculating Demographic Indices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Calculating Demographic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Crude birth rate, crude death rate, fertility rate, fecundity, growth rate, doubling time, projection, net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Calculate fertility, birth rate, mortality, growth rate, doubling time, projections and net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main demographic indices.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Population Growth and its Determinants):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population change system for your village or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system: inputs – births and people coming back from town; outputs – deaths and young people leaving for towns; store – the village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CBR, CDR and natural increase.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doubling time and make a simple projection.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net migration and interpret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Change = births − deaths + net migration.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Rates are often given per 1,000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1,000,000 people. In one year there were 36,000 births and 9,000 deaths. The planning office asks the class to calculate the growth rate and when the population will double.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calculate demographic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first index to calculate?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crude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find the doubling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70 ÷ growth rate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demographic indices to describe population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numbers to understand population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demographic indices.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birth and death rates given per 1,000?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compare places with different population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natural increase in percent.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(36 − 9) ÷ 10 = 2.7 %.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PROJECTIONS AND DOUBLING TIME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oje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projection at 2.7 % per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PROJECTIONS AND DOUBLING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how many years will the population double?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POPULATION PROJECTIONS AND DOUBLING TIME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70 ÷ 2.7 ≈ 26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NET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at a bus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NET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receives 5,000 migrants and loses 2,000. What is its net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NET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dtm_countr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Countries at different stages.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has CBR 12 and CDR 10. Is it growing fast or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Slowly (0.2 % per year), like a stage 4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Calculating Demographic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actual number of children born to women.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Fecundity: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biological ability of a woman to have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 of Demographic Indices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indices are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Crude birth rate (CBR):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CBR = births in a year ÷ total population × 1,000. It is given per 1,000 people to compare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 of Demographic Indices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Crude death rate (CDR):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CDR = deaths in a year ÷ total population × 1,000. Infant mortality rate = deaths under 1 year ÷ live births × 1,000.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increase (%) = (CBR − CDR) ÷ 10. For example, (35 − 9) ÷ 10 = 2.6 %.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Formulas of Demographic Indices</a:t>
            </a:r>
            <a:endParaRPr lang="en-US" sz="3600" dirty="0"/>
          </a:p>
        </p:txBody>
      </p:sp>
      <p:pic>
        <p:nvPicPr>
          <p:cNvPr id="4" name="Image 0" descr="/home/claude/f4/img/v2/ind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formulas of demographic indices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Projections, Doubling Time and Migration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calculations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Doubling time: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Doubling time ≈ 70 ÷ growth rate (%). At 2.6 %, a population doubles in about 27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Projections, Doubling Time and Migration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projection: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Future population = present population × (1 + r)ⁿ, where r is the growth rate and n the number of years. It helps to plan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Net migration = immigrants − emigrants. A town receiving 5,000 and losing 2,000 has a net gain of 3,000.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Projections, Doubling Time and Migration</a:t>
            </a:r>
            <a:endParaRPr lang="en-US" sz="3600" dirty="0"/>
          </a:p>
        </p:txBody>
      </p:sp>
      <p:pic>
        <p:nvPicPr>
          <p:cNvPr id="4" name="Image 0" descr="/home/claude/f4/img/v2/proje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 projection and doubling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50,000 has 1,500 births. Find the CBR.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1,500 ÷ 50,000 × 1,000 = 30 ‰.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population grows at 3.5 %. Find its doubling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70 ÷ 3.5 = 20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Birth rate is given per ______ people.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Doubling time ≈ ______ ÷ growth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Natural increase = (CBR − CDR)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Cameroon's birth and death rates and calculate its natural increase and doubling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Factors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 thousand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Pour mille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Doubling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 de doublement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Projection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projection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 de fécondité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Calculating Demographic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CBR, CDR and natural increase. Calculate doubling time and make a simple projection. Calculate net migration and interpret results.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main demographic indices.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Formulas of Demographic Indices; Projections, Doubling Time and Migration.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Cameroon's birth and death rates and calculate its natural increase and doubling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formulas.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each step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the rule of 70.</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do the subtraction.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the region.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2026-09-27T10:31:41Z</dcterms:created>
  <dcterms:modified xsi:type="dcterms:W3CDTF">2026-09-27T10:31:41Z</dcterms:modified>
</cp:coreProperties>
</file>