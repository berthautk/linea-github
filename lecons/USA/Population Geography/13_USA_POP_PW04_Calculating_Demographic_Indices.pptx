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fecundity, fertility, crude birth rate, crude death rate, rate of natural increase, net migration rate, growth rate, doubling time, rule of 70. At the end, you should be able to do this: learners are able to calculate and interpret the main demographic indices and use them to project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Population Growth and its Determinants. The question was: Define the crude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crude birth rate is the number of live births per 1,000 people in a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fecundity from fertility. Number 2: calculate the crude birth rate and the crude death rate. Number 3: calculate the rate of natural increase and the growth rate. Number 4: calculate the doubling time with the rule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change = (births − deaths) + (immigrants − emigrants). The crude birth rate is given per 1,000 people.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town council of a city of 400,000 people recorded 16,000 births and 4,000 deaths last year. The Mayor wants to know how many schools and health centres will be needed in ten or twenty years. His assistant has the figures but does not know what to do with them. She asks: "How do we calculate the birth rate, the death rate, the growth rate and the time the population will take to double?"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assistant does not know how to calculate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data does she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(400,000), the births (16,000) and the deaths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Mayor need the doubling time?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plan schools, health centres and housing for the future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the formula, the working and the unit (‰, % or years) in every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gives us the numerical tools used by planners and in examinations to measure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Our class of 50 is a village where 3 babies are born in a year.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 ÷ 50 × 1,000 = 60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CDR of the town (4,000 deaths, 400,000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4,000 ÷ 400,000 × 1,000 = 10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of a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With a CBR of 40 ‰ and a CDR of 10 ‰, what is the RNI?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population doubling.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will a population growing at 3 % take to double?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70 ÷ 3 ≈ 23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solutions of the exercises.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town of 50,000 has 850 births.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850 ÷ 50,000 × 1,000 = 17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Fecundity and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Crude birth rate (CBR), Crude death rate (CDR) and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Fertility and Mortality. Fertility and mortality are measured as follows. On this slide we have Fecundity and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CBR formula on the left, then draw the diagram on the right: the main formulas.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CBR example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Fertility and Mortality. On this slide we have CDR formula and CDR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Population Change. Population change is calculated as follows. On this slide we have Rate of natural increase (RNI) and RNI example.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On this slide we have Net migration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Projecting Future Population. The future population is projected as follows. Copy the point on Rule of 70 on the left, then draw the diagram on the right: a population doubling.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Projecting Future Population. On this slide we have Example and Use for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Exercises with Solutions. The solutions of the practical exercises are the following. Copy the point on Exercise 1 (CBR) on the left, then draw the diagram on the right: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On this slide we have Exercise 2 (CDR) and Exercise 3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On this slide we have Exercise 4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of 25,000 people has 1,000 births and 200 deaths. Calculate its CBR, CDR and RNI.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cBR = 40 ‰; CDR = 8 ‰; RNI = (40 − 8) ÷ 10 = 3.2 %.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doubling time of a population growing at 2 % a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70 ÷ 2 = 35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1,000; number 2, 10; number 3,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non-demographic factors of population growth.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Factors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CALCULATING DEMOGRAPHIC INDICES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Fecundity, fertility, crude birth rate, crude death rate, rate of natural increase, net migration rate, growth rate, doubling time, rule of 70.</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fertility (fecundity and fertility, CBR); measures of mortality (CDR); rate of natural increase and net migration rate; doubling time; practical exercises.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Population Growth and its Determinants):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 is the number of live births per 1,000 people in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fecundity from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crude birth rate and the crude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rate of natural increase and the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doubling time with the rule of 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crude birth rate is given per 1,000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council of a city of 400,000 people recorded 16,000 births and 4,000 deaths last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wants to know how many schools and health centres will be needed in ten or twenty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assistant has the figures but does not know what to do with them.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"How do we calculate the birth rate, the death rate, the growth rate and the time the population will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assistant does not know how to calculate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data does she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(400,000), the births (16,000) and the deaths (4,000).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Mayor need the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health centres and housing for the future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the formula, the working and the unit (‰, % or years) in every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gives us the numerical tools used by planners and in examinations to measure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class of 50 is a village where 3 babies are born in a year.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50 × 1,000 = 60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aroua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CDR of the town (4,000 deaths, 400,000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 and a CDR of 10 ‰, what is the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doubling.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will a population growing at 3 %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exerci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of the exercises.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850 births.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850 ÷ 50,000 × 1,000 = 17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of a woman or a couple to have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number of live births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birth rate (CBR):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live births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death rate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years a population needs to double at a constant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and mortality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woman can be fecund (able to have children) but not fertile (having no live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CBR 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CBR = births ÷ total population × 1,000.</a:t>
            </a:r>
            <a:endParaRPr lang="en-US" sz="3600" dirty="0"/>
          </a:p>
        </p:txBody>
      </p:sp>
      <p:pic>
        <p:nvPicPr>
          <p:cNvPr id="5" name="Image 0" descr="/home/claude/f4/img/v2/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formulas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CBR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16,000 births in a town of 400,000: 16,000 ÷ 400,000 × 1,000 = 40 per 1,000.</a:t>
            </a:r>
            <a:endParaRPr lang="en-US" sz="3600" dirty="0"/>
          </a:p>
        </p:txBody>
      </p:sp>
      <p:pic>
        <p:nvPicPr>
          <p:cNvPr id="5" name="Image 0" descr="/home/claude/f4/img/v2/pop2_garoua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CDR 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CDR = deaths ÷ total population ×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CDR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deaths in the same town: 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natural increase (RNI):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RNI (%) = (CBR − CDR) ÷ 10; it excludes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RNI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and a CDR of 10: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 emigrants) ÷ total population ×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(immigrants − emigrants)] ÷ population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future population is projected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of 70: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Doubling time (years) ≈ 70 ÷ growth rate (%).</a:t>
            </a:r>
            <a:endParaRPr lang="en-US" sz="3600" dirty="0"/>
          </a:p>
        </p:txBody>
      </p:sp>
      <p:pic>
        <p:nvPicPr>
          <p:cNvPr id="5" name="Image 0" descr="/home/claude/f4/img/v2/projection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population doubling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growing at 3 % a year doubles in about 70 ÷ 3 ≈ 23 years.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for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doubles in about 23 years, it will need twice as many classrooms, health centres and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solutions of the practical exercises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Exercise 1 (CBR):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850 births in a town of 50,000: 850 ÷ 50,000 × 1,000 = 17 per 1,000.</a:t>
            </a:r>
            <a:endParaRPr lang="en-US" sz="3600" dirty="0"/>
          </a:p>
        </p:txBody>
      </p:sp>
      <p:pic>
        <p:nvPicPr>
          <p:cNvPr id="5" name="Image 0" descr="/home/claude/f4/img/v2/pop2_exerci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solutions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2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 deaths in a region of 150,000: 1,200 ÷ 150,000 × 1,000 = 8 per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3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 births, 85,000 deaths, 30,000 immigrants and 25,000 emigrants in 3,000,000 people: (35,000 + 5,000) ÷ 3,000,000 × 100 ≈ 1.33 %.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4 (doubling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growth rate of 3 % gives 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25,000 people has 1,000 births and 200 deaths. Calculate its CBR, CDR and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CBR = 40 ‰; CDR = 8 ‰; RNI = (40 − 8) ÷ 10 =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doubling time of a population growing at 2 %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 =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CBR is expressed per ______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RNI (%) = (CBR − CDR)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projection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Fecundity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 biologique (fécondabilité)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fecundity from fertility. Calculate the crude birth rate and the crude death rate. Calculate the rate of natural increase and the growth rate. Calculate the doubling time with the rule of 70.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Fertility and Mortality; Calculating Population Change; Projecting Future Population; Practical Exercises with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non-demographic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learners work in pairs.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2026-09-28T21:55:13Z</dcterms:created>
  <dcterms:modified xsi:type="dcterms:W3CDTF">2026-09-28T21:55:13Z</dcterms:modified>
</cp:coreProperties>
</file>