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4: Calculating Demographic Indices.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Time (Population Growth), and the sub-topic is Population Growth. The key notions we shall use today are: fecundity, fertility, crude birth rate, crude death rate, rate of natural increase, net migration rate, growth rate, doubling time, rule of 70. At the end, you should be able to do this: learners are able to calculate and interpret the main demographic indices and use them to project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Population Growth and its Determinants. The question was: Define the crude birth rate.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crude birth rate is the number of live births per 1,000 people in a year.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distinguish fecundity from fertility. Number 2: calculate the crude birth rate and the crude death rate. Number 3: calculate the rate of natural increase and the growth rate. Number 4: calculate the doubling time with the rule of 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Population change = (births − deaths) + (immigrants − emigrants). The crude birth rate is given per 1,000 people. Cameroon grows by about 2.6 % a year.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town council of a city of 400,000 people recorded 16,000 births and 4,000 deaths last year. The Mayor wants to know how many schools and health centres will be needed in ten or twenty years. His assistant has the figures but does not know what to do with them. She asks: "How do we calculate the birth rate, the death rate, the growth rate and the time the population will take to double?"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assistant does not know how to calculate demographic indices.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data does she have?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population (400,000), the births (16,000) and the deaths (4,000).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the Mayor need the doubling time?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plan schools, health centres and housing for the future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show the formula, the working and the unit (‰, % or years) in every calculation.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gives us the numerical tools used by planners and in examinations to measure population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main formulas.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Our class of 50 is a village where 3 babies are born in a year. What is its CBR?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 ÷ 50 × 1,000 = 60 per 1,000.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worked example.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CDR of the town (4,000 deaths, 400,000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4,000 ÷ 400,000 × 1,000 = 10 per 1,000.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data of a country.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With a CBR of 40 ‰ and a CDR of 10 ‰, what is the RNI?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(40 − 10) ÷ 10 = 3 %.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 population doubling.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long will a population growing at 3 % take to double?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70 ÷ 3 ≈ 23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solutions of the exercises.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A town of 50,000 has 850 births. What is its CBR?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850 ÷ 50,000 × 1,000 = 17 per 1,000.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Fecundity and Fertility.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Crude birth rate (CBR), Crude death rate (CDR) and Doubling time.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Measures of Fertility and Mortality. Fertility and mortality are measured as follows. Copy the point on Fecundity and fertility: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Crude birth rate on the left, then draw the diagram on the right: a worked example.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Crude death rate on the left, then draw the diagram on the right: demographic indices.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Calculating Population Change. Population change is calculated as follows. Copy the point on Rate of natural increase (RNI):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Calculating Population Change. Copy the point on Net migration rate: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Calculating Population Change. Copy the point on Growth rate: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Projecting Future Population. The future population is projected as follows. Copy the point on The rule of 70 on the left, then draw the diagram on the right: population projection.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Projecting Future Population. Copy the point on Use for planning: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Practical Exercises with Solutions. The practical exercises are solved as follows. Copy the point on Exercise 1 (CBR) on the left, then draw the diagram on the right: exercises.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Practical Exercises with Solutions. Copy the point on Exercise 2 (CDR):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Practical Exercises with Solutions. Copy the point on Exercise 3 (growth rate):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Practical Exercises with Solutions. Copy the point on Exercise 4 (doubling time):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town of 25,000 people has 1,000 births and 200 deaths. Calculate its CBR, CDR and RNI.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cBR = 40 ‰; CDR = 8 ‰; RNI = (40 − 8) ÷ 10 = 3.2 %.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Calculate the doubling time of a population growing at 2 % a year.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70 ÷ 2 = 35 years.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1,000; number 2, 10; number 3, 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non-demographic factors of population growth.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Factors of Population Growth.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4: CALCULATING DEMOGRAPHIC INDICES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Calculating Demographic Indices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4: Calculating Demographic Indices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Fecundity, fertility, crude birth rate, crude death rate, rate of natural increase, net migration rate, growth rate, doubling time, rule of 70.</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Measures of fertility (fecundity and fertility, CBR); measures of mortality (CDR); rate of natural increase and net migration rate; doubling time; practical exercises.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and interpret the main demographic indices and use them to project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Population Growth and its Determinants):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crude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crude birth rate is the number of live births per 1,000 people in a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fecundity from fertility.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crude birth rate and the crude death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rate of natural increase and the growth rate.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doubling time with the rule of 70.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change = (births − deaths) + (immigrants − emigrants).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crude birth rate is given per 1,000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grows by about 2.6 % a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town council of a city of 400,000 people recorded 16,000 births and 4,000 deaths last year.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Mayor wants to know how many schools and health centres will be needed in ten or twenty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His assistant has the figures but does not know what to do with them.</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asks: "How do we calculate the birth rate, the death rate, the growth rate and the time the population will take to double?"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assistant does not know how to calculate demographic indices.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data does she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(400,000), the births (16,000) and the deaths (4,000).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Mayor need the doubling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plan schools, health centres and housing for the future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Show the formula, the working and the unit (‰, % or years) in every calculation.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gives us the numerical tools used by planners and in examinations to measure population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FERTILITY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indi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formulas.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FERTILITY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Our class of 50 is a village where 3 babies are born in a year. What is its CBR?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FERTILITY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 ÷ 50 × 1,000 = 60 per 1,000.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MORTALITY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op2_garoua_calc.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worked example.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MORTALITY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CDR of the town (4,000 deaths, 400,000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MORTALITY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4,000 ÷ 400,000 × 1,000 = 10 per 1,000.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NATURAL INCREASE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w_indi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Data of a country.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NATURAL INCREASE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a CBR of 40 ‰ and a CDR of 10 ‰, what is the RNI?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NATURAL INCREASE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(40 − 10) ÷ 10 = 3 %.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DOUBLING TIME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rojection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population doubling.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DOUBLING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long will a population growing at 3 % take to double?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DOUBLING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70 ÷ 3 ≈ 23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EXERCISES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op2_exercise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Solutions of the exercises.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EXERCISES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of 50,000 has 850 births. What is its CBR?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EXERCISES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850 ÷ 50,000 × 1,000 = 17 per 1,000.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Population Change over Time (Population Growth)</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Growth</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Practical Work 4: Calculating Demographic Indices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Fecundity: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biological ability of a woman or a couple to have children.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Fertility: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actual number of live births in a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Crude birth rate (CBR):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live births per 1,000 people in a year.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Crude death rate (CDR):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deaths per 1,000 people in a year.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Doubling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years a population needs to double at a constant growth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Fertility and Mortality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Fertility and mortality are measured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Fecundity and fertility: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Fecundity is the ability to have children, while fertility is the actual number of births. A woman can therefore be fecund but have no live births.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Fertility and Mortality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Crude birth rate: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CBR = births ÷ total population × 1,000. For example, 16,000 births in a town of 400,000 people give 16,000 ÷ 400,000 × 1,000 = 40 per 1,000.</a:t>
            </a:r>
            <a:endParaRPr lang="en-US" sz="3600" dirty="0"/>
          </a:p>
        </p:txBody>
      </p:sp>
      <p:pic>
        <p:nvPicPr>
          <p:cNvPr id="5" name="Image 0" descr="/home/claude/f4/img/v2/pop2_garoua_calc.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worked example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Fertility and Mortality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Crude death rate: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CDR = deaths ÷ total population × 1,000. For example, 4,000 deaths in the same town give 4,000 ÷ 400,000 × 1,000 = 10 per 1,000.</a:t>
            </a:r>
            <a:endParaRPr lang="en-US" sz="3600" dirty="0"/>
          </a:p>
        </p:txBody>
      </p:sp>
      <p:pic>
        <p:nvPicPr>
          <p:cNvPr id="5" name="Image 0" descr="/home/claude/f4/img/v2/indices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demographic indices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Calculating Population Change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Population change is calculated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Rate of natural increase (RNI):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RNI (%) = (CBR − CDR) ÷ 10, and it does not include migration. With a CBR of 40 and a CDR of 10, the RNI is (40 − 10) ÷ 10 = 3 %.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Calculating Population Change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Net migration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Net migration rate = (immigrants − emigrants) ÷ total population × 1,000. It is positive when more people arrive than leave.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Calculating Population Change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Growth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Growth rate (%) = [(births − deaths) + (immigrants − emigrants)] ÷ population × 100. It combines natural increase and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Projecting Future Population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future population is projected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rule of 70: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Doubling time in years ≈ 70 ÷ growth rate in %. For example, a town growing at 3 % a year doubles in about 70 ÷ 3 ≈ 23 years.</a:t>
            </a:r>
            <a:endParaRPr lang="en-US" sz="3600" dirty="0"/>
          </a:p>
        </p:txBody>
      </p:sp>
      <p:pic>
        <p:nvPicPr>
          <p:cNvPr id="5" name="Image 0" descr="/home/claude/f4/img/v2/projection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population projection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Projecting Future Population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for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If Garoua doubles in about 23 years, it will need twice as many classrooms, health centres and water points. Projections allow the state to prepare these services in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Practical Exercises with Solutions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practical exercises are solved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Exercise 1 (CBR):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town of 50,000 people has 850 births in a year. Its CBR is 850 ÷ 50,000 × 1,000 = 17 per 1,000.</a:t>
            </a:r>
            <a:endParaRPr lang="en-US" sz="3600" dirty="0"/>
          </a:p>
        </p:txBody>
      </p:sp>
      <p:pic>
        <p:nvPicPr>
          <p:cNvPr id="5" name="Image 0" descr="/home/claude/f4/img/v2/pop2_exercises.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exercises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Practical Exercises with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Exercise 2 (CDR):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region of 150,000 people has 1,200 deaths in a year. Its CDR is 1,200 ÷ 150,000 × 1,000 = 8 per 1,000.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Practical Exercises with Solutions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Exercise 3 (growth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country of 3,000,000 people has 120,000 births, 85,000 deaths, 30,000 immigrants and 25,000 emigrants. Its growth rate is (35,000 + 5,000) ÷ 3,000,000 × 100 ≈ 1.33 %.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Practical Exercises with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Exercise 4 (doubling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population grows by 3 % a year. It will double in about 70 ÷ 3 ≈ 23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of 25,000 people has 1,000 births and 200 deaths. Calculate its CBR, CDR and RNI.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CBR = 40 ‰; CDR = 8 ‰; RNI = (40 − 8) ÷ 10 = 3.2 %.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doubling time of a population growing at 2 % a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70 ÷ 2 = 35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CBR is expressed per ______ people.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RNI (%) = (CBR − CDR) ÷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Doubling time ≈ ______ ÷ growth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non-demographic factors of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Factors of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natalité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Death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mortalité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croissance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Doubling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temps de doublement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 projection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projection démographique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Fecundity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fertilité biologique (fécondabilité)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Time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4: Calculating Demographic Indices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fecundity from fertility. Calculate the crude birth rate and the crude death rate. Calculate the rate of natural increase and the growth rate. Calculate the doubling time with the rule of 70.</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and interpret the main demographic indices and use them to project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Measures of Fertility and Mortality; Calculating Population Change; Projecting Future Population; Practical Exercises with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non-demographic factors of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formula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calculate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calculate with the class.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a rising curve.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let learners work in pairs.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2026-10-06T05:44:05Z</dcterms:created>
  <dcterms:modified xsi:type="dcterms:W3CDTF">2026-10-06T05:44:05Z</dcterms:modified>
</cp:coreProperties>
</file>