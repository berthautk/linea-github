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spatial interaction, network, complementarity, transferability, intervening opportunity, distance decay, Ullman. At the end, you should be able to do this: learners are able to explain the flows of people, goods and information between places using the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Migration: Characteristics, Laws and Models. The question was: Define spatial interaction.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Spatial interaction is the movement of people, goods, services and information between places.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spatial interaction. Number 2: distinguish tangible and intangible flows. Number 3: explain complementarity and transferability. Number 4: explain intervening opportunity and distance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decreases with distance. Big towns attract more people. The gravity model uses population and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sells fresh tomatoes at the Central Market of Garoua. Every few days she travels to buy new stock. She knows that there are big tomato farms near Maroua, but she almost always goes to Pitoa, which is closer: the trip is faster and cheaper, and she can be back at her stall the same day. She asks: "What makes places exchange goods and people, and why do I prefer Pitoa to Maroua?"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the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must she travel to buy tomatoes?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needs tomatoes and Pitoa has a surplus: this is complementarity.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she prefer Pitoa to Maroua?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nearer and cheaper: interaction decreases with distance (distance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roads and communication links to increase useful exchanges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trade, transport and communication between towns and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a mobile money transfer a tangible or an intangible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intangible flow (information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cotton move from the North to factories in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a surplus of cotton and the factories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on the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onions sent from Garoua to Maroua by road and not by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transport is cheaper for heavy, low-value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nearer opportunity.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a new university in Ngaoundéré change the flow of students to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reduces it, because it is a nearer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interaction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you visit a friend in your quarter more often than one in Kribi?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Distance increases time, effort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Spatial interaction.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Network and Complementarity.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Transferability and Distance decay.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Spatial Interaction. Spatial interaction is presented as follows. Copy the point on Tangible flows on the left, then draw the diagram on the right: goods on the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Intangible flows on the left, then draw the diagram on the right: mobile money.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Spatial Interaction. On this slide we have Networks and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Spatial Interaction (Ullman). The factors of spatial interaction identified by Edward Ullman are the following. Copy the point on Complementarity on the left, then draw the diagram on the right: factors of spatial interaction.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Transferability on the left, then draw the diagram on the right: cotton, a surplus of the North.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Intervening opportunity on the left, then draw the diagram on the right: a nearer opportunity.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Distance decay on the left, then draw the diagram on the right: interaction and distance.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complementarity with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one place has a surplus that another needs, e.g. cotton from the North sent to textile factories in Douala.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distance decay?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decrease of interaction between places as distance increases.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interaction; number 2, transferability; number 3,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internally displaced person.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Types of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SPATIAL INTERACTION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Interaction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interaction, network, complementarity, transferability, intervening opportunity, distance decay, Ullman.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spatial interaction (tangible and intangible flows, networks, measurement); Ullman's factors: complementarity, transferability, intervening opportunity, distance decay.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flows of people, goods and information between places using the factors of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Migration: Characteristics, Laws and Models):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Spatial interaction is the movement of people, goods, services and information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tangible and intangible flows.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complementarity and transferability.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intervening opportunity and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decreases with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attract more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gravity model uses population and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sells fresh tomatoes at the Central Market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few days she travels to buy new stock.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knows that there are big tomato farms near Maroua, but she almost always goes to Pitoa, which is closer: the trip is faster and cheaper, and she can be back at her stall the same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"What makes places exchange goods and people, and why do I prefer Pitoa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the factors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she travel to buy tomatoes?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needs tomatoes and Pitoa has a surplus: this is complementarity.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she prefer Pitoa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nearer and cheaper: interaction decreases with distance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roads and communication links to increase useful exchanges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trade, transport and communication between towns 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mobile money transfer a tangible or an intangible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intangible flow (information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cotton move from the North to factories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a surplus of cotton and the factories need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on the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onions sent from Garoua to Maroua by road and not by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transport is cheaper for heavy, low-value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ouff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nearer opportunity.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university in Ngaoundéré change the flow of students to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it, because it is a nearer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Interaction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 visit a friend in your quarter more often than one in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increases time, effort and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interaction: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services and information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 of links (roads, telephone, internet, television) that connects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one place has a surplus of what another place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ease and cost of moving goods or people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decay: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decrease of interaction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Spatial interaction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Tangible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movements of people and goods, such as lorries carrying cotton from Garoua to the port of Douala.</a:t>
            </a:r>
            <a:endParaRPr lang="en-US" sz="3600" dirty="0"/>
          </a:p>
        </p:txBody>
      </p:sp>
      <p:pic>
        <p:nvPicPr>
          <p:cNvPr id="5" name="Image 0" descr="/home/claude/f4/img/v2/usa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goods on the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Intangible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movements of information and services, such as phone calls and mobile money transfers between Garoua and Douala.</a:t>
            </a:r>
            <a:endParaRPr lang="en-US" sz="3600" dirty="0"/>
          </a:p>
        </p:txBody>
      </p:sp>
      <p:pic>
        <p:nvPicPr>
          <p:cNvPr id="5" name="Image 0" descr="/home/claude/f4/img/v2/f2t_mobile_mone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mobile money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Flows use networks: roads, railways, telephone, television and the internet.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of interaction can be estimated with the gravity formula: I = Pi × Pj ÷ d².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(Ullman)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factors of spatial interaction identified by Edward Ullman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One area has a surplus and another has a demand, as the cotton of the North and the textile factories of Douala.</a:t>
            </a:r>
            <a:endParaRPr lang="en-US" sz="3000" dirty="0"/>
          </a:p>
        </p:txBody>
      </p:sp>
      <p:pic>
        <p:nvPicPr>
          <p:cNvPr id="5" name="Image 0" descr="/home/claude/f4/img/v2/pop2_ullman4.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factors of spatial interaction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(Ullman)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Goods must be cheap and easy to move; good roads allow onions to go from Garoua to Maroua by lorry.</a:t>
            </a:r>
            <a:endParaRPr lang="en-US" sz="3600" dirty="0"/>
          </a:p>
        </p:txBody>
      </p:sp>
      <p:pic>
        <p:nvPicPr>
          <p:cNvPr id="5" name="Image 0" descr="/home/claude/f4/img/v2/f2t_cotton_harve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cotton, a surplus of the North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(Ullman)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nearer or cheaper place replaces a distant one, as a new university in Ngaoundéré for students of Garoua.</a:t>
            </a:r>
            <a:endParaRPr lang="en-US" sz="3600" dirty="0"/>
          </a:p>
        </p:txBody>
      </p:sp>
      <p:pic>
        <p:nvPicPr>
          <p:cNvPr id="5" name="Image 0" descr="/home/claude/f4/img/v2/stouff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nearer opportunity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(Ullman)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Distance decay: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Interaction falls as distance rises, so people visit friends in their quarter more than friends in Kribi.</a:t>
            </a:r>
            <a:endParaRPr lang="en-US" sz="3600" dirty="0"/>
          </a:p>
        </p:txBody>
      </p:sp>
      <p:pic>
        <p:nvPicPr>
          <p:cNvPr id="5" name="Image 0" descr="/home/claude/f4/img/v2/zipf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interaction and distance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complementarity with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place has a surplus that another needs, e.g. cotton from the North sent to textile factories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decrease of interaction between places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people and information is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ease of moving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Interaction falls with distance: distance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Spatial 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L'interaction spatiale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Complementarity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complémentarité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Transferability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transférabilité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 decay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 par 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marchandises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 Distinguish tangible and intangible flows. Explain complementarity and transferability. Explain intervening opportunity and distance decay.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flows of people, goods and information between places using the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Spatial Interaction; Factors of Spatial Interaction (Ullman).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internally displaced person.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flows between Garoua and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an arrow from Garoua to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transport costs.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route Garoua–Ngaoundéré–Yaoundé.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where their friends live.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2026-09-28T21:55:14Z</dcterms:created>
  <dcterms:modified xsi:type="dcterms:W3CDTF">2026-09-28T21:55:14Z</dcterms:modified>
</cp:coreProperties>
</file>