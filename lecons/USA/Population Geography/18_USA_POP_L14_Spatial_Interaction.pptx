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spatial interaction, network, complementarity, transferability, intervening opportunity, distance decay, Ullman. At the end, you should be able to do this: learners are able to explain the flows of people, goods and information between places using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Migration: Characteristics, Laws and Models. The question was: Define spatial interaction.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Spatial interaction is the movement of people, goods, services and information between places.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spatial interaction. Number 2: distinguish tangible and intangible flows. Number 3: explain complementarity and transferability. Number 4: explain intervening opportunity and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decreases with distance. Big towns attract more people. The gravity model uses population and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sells fresh tomatoes at the Central Market of Garoua. Every few days she travels to buy new stock. She knows that there are big tomato farms near Maroua, but she almost always goes to Pitoa, which is closer: the trip is faster and cheaper, and she can be back at her stall the same day. She asks: "What makes places exchange goods and people, and why do I prefer Pitoa to Maroua?"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must she travel to buy tomatoes?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needs tomatoes and Pitoa has a surplus: this is complementarity.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she prefer Pitoa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nearer and cheaper: interaction decreases with distance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roads and communication links to increase useful exchanges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trade, transport and communication between towns and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mobile money transfer a tangible or an intangible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intangible flow (information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cotton move from the North to factories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a surplus of cotton and the factories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on the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onions sent from Garoua to Maroua by road and not by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transport is cheaper for heavy, low-value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nearer opportunity.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a new university in Ngaoundéré change the flow of students to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reduces it, because it is a nearer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interaction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you visit a friend in your quarter more often than one in Kribi?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Distance increases time, effort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Spatial interaction.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Complementarity, Transferability and Distance decay.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Spatial Interaction. Spatial interaction is explained as follows. Copy the point on Tangible flows on the left, then draw the diagram on the right: a lorry.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Intangible flows on the left, then draw the diagram on the right: mobile money.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Spatial Interaction. Copy the point on Networks and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Spatial Interaction. According to Edward Ullman, spatial interaction depends on the following factors. Copy the point on Complementarity on the left, then draw the diagram on the right: ullman's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Transferability on the left, then draw the diagram on the right: the cotton harvest.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Copy the point on Intervening opportunity: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decay on the left, then draw the diagram on the right: distance decay.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complementarity with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one place has a surplus that another needs, e.g. cotton from the North sent to textile factories in Douala.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distance decay?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decrease of interaction between places as distance increases.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interaction; number 2, transferability; number 3,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internally displaced person.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Types of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SPATIAL INTERACTION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Interaction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interaction, network, complementarity, transferability, intervening opportunity, distance decay, Ullman.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spatial interaction (tangible and intangible flows, networks, measurement); Ullman's factors: complementarity, transferability, intervening opportunity, distance decay.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Migration: Characteristics, Laws and Models):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Spatial interaction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tangible and intangible flows.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complementarity and transferability.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intervening opportunity and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decreases with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attract more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sells fresh tomatoes at the Central Market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few days she travels to buy new stock.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knows that there are big tomato farms near Maroua, but she almost always goes to Pitoa, which is closer: the trip is faster and cheaper, and she can be back at her stall the same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"What makes places exchange goods and people, and why do I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the factors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she travel to buy tomatoes?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needs tomatoes and Pitoa has a surplus: this is complementarity.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she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nearer and cheaper: interaction decreases with distance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roads and communication links to increase useful exchanges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trade, transport and communication between towns 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mobile money transfer a tangible or an intangible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intangible flow (information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cotton move from the North to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a surplus of cotton and the factories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on the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onions sent from Garoua to Maroua by road and not by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transport is cheaper for heavy, low-value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ouf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nearer opportunity.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university in Ngaoundéré change the flow of students to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it, because it is a nearer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Interaction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visit a friend in your quarter more often than one in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increases time, effort and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interaction: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one place has a surplus of what another place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ease and cost of moving goods or people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decrease of interaction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Spatial interaction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people and goods that can be seen and counted. For example, lorries carry cotton from Garoua to the port of Douala.</a:t>
            </a:r>
            <a:endParaRPr lang="en-US" sz="3600" dirty="0"/>
          </a:p>
        </p:txBody>
      </p:sp>
      <p:pic>
        <p:nvPicPr>
          <p:cNvPr id="5" name="Image 0" descr="/home/claude/f4/img/v2/usa_truck.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lorry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information, money and services. For example, people make phone calls and send mobile money between Garoua and Douala.</a:t>
            </a:r>
            <a:endParaRPr lang="en-US" sz="3600" dirty="0"/>
          </a:p>
        </p:txBody>
      </p:sp>
      <p:pic>
        <p:nvPicPr>
          <p:cNvPr id="5" name="Image 0" descr="/home/claude/f4/img/v2/f2t_mobile_mone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mobile money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Flows use networks such as roads, railways, telephone, television and the internet. The volume of interaction can be estimated with the gravity formula: I = Pi × Pj ÷ d².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According to Edward Ullman, spatial interaction depends on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Interaction occurs when one area has a surplus of something that another area needs. For example, the cotton of the North supplies the textile factories of the South.</a:t>
            </a:r>
            <a:endParaRPr lang="en-US" sz="3200" dirty="0"/>
          </a:p>
        </p:txBody>
      </p:sp>
      <p:pic>
        <p:nvPicPr>
          <p:cNvPr id="5" name="Image 0" descr="/home/claude/f4/img/v2/pop2_ullman4.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Ullman's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Goods and people must be cheap and easy to move between the two places. Good roads allow onions to go from Garoua to Maroua by lorry, while a bad road reduces the trade.</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6537960" y="2399413"/>
            <a:ext cx="5470855" cy="30375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cotton harvest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nearer or cheaper place can replace a distant one. For example, the university of Ngaoundéré or of Garoua keeps northern students from travelling to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Interaction falls as distance rises, because travel costs more time and money. People therefore visit friends in their own quarter more often than friends in Kribi.</a:t>
            </a:r>
            <a:endParaRPr lang="en-US" sz="3600" dirty="0"/>
          </a:p>
        </p:txBody>
      </p:sp>
      <p:pic>
        <p:nvPicPr>
          <p:cNvPr id="5" name="Image 0" descr="/home/claude/f4/img/v2/zipf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distance decay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complementarity with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place has a surplus that another needs, e.g. cotton from the North sent to textile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decrease of interaction between places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people and information is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ease of moving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Interaction falls with distance: distance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Spatial 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L'interaction spatiale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Complementarity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complémentarité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Transferability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transférabilité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 decay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 par 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marchandises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 Distinguish tangible and intangible flows. Explain complementarity and transferability. Explain intervening opportunity and distance decay.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Spatial Interaction;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internally displaced person.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flows between Garoua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an arrow from Garoua to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transport costs.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route Garoua–Ngaoundéré–Yaoundé.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where their friends live.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2026-09-29T11:38:38Z</dcterms:created>
  <dcterms:modified xsi:type="dcterms:W3CDTF">2026-09-29T11:38:38Z</dcterms:modified>
</cp:coreProperties>
</file>