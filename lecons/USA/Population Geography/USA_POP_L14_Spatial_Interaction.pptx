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14: Spatial Interaction.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three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goods moved north and south.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the Transcam railway.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mobile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travel in the rainy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interaction 2. complementarity 3. transferability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POPULATION GEOGRAPHY  —  LESSON 14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Interaction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4: Understanding and managing population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Change over Space (Migration)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Laws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14: Spatial Interaction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interaction, complementarity, transferability, intervening opportunity, friction of distance.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and factors of spatial interaction.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places interact through flows of people, goods and information.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spatial interaction.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Ullman's three bases of interaction.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other factors of spatial interaction.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falls with distance.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Intervening opportunities reduce long flows.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Cattle from the Adamawa are sold in Yaoundé and Douala, while plantains and palm oil from the south are sold in the north. A new road and mobile phones have increased this trade.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Learners want to understand why regions exchange goods and people.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the north and south trade?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has products the other needs (complementarity).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did the new road help?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reduced the cost and time of movement (transferability).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links between places.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BASES OF INTERACTION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ullma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Ullman's three bases of spatial interaction.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BASES OF INTERACTION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bases of spatial interaction.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BASES OF INTERACTION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Complementarity, transferability and intervening opportunity.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COMPLEMENTARITY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cattle_mark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cattle market.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COMPLEMENTARITY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cattle sent from the north to the south?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COMPLEMENTARITY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north has surplus cattle and the south needs meat.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TRANSFERABILITY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tr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train.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TRANSFERABILITY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the railway increase interaction?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TRANSFERABILITY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lowers the cost and time of moving people and goods.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INFORMATION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phone_farm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farmer using a mobile phone.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INFORMATION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phones change spatial interaction?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INFORMATION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move information instantly and help trade.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OTHER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moto_tax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Motorbike taxis.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OTHER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factors that reduce interaction.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OTHER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 distance and poor roads (also borders, insecurity, cost).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Spatial Interaction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Population Change over Space (Migration)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Migration Laws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14: Spatial Interaction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Spatial interaction: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movement of people, goods, money and information between places.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Complementarity: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when one place has a surplus of what another place needs.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Transferability: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ease and cost of moving something between places.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Ullman's Bases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Complementarity: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Places must have something to exchange. The north sends cattle and the south sends food crops.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Transferability: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Movement must be possible at a reasonable cost. Roads, railways and phones increase it.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Ullman's Bases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Intervening opportunity: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nearer source can replace a distant one. It reduces long-distance flows.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Other Factors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Distance and cost: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Friction of distance reduces interaction. New technology reduces this friction.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Barriers: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Borders, languages, insecurity and poor roads limit flows. Customs unions and good roads help.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Size of places: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Big towns attract more flows. This is shown by the gravity model.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Ullman's three bases of spatial interaction.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Complementarity, transferability and intervening opportunity.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a new road affect interaction?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increases transferability by lowering cost and time.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Movement between places is spatial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place needing what another has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Ease of movement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goods that come to your town from other regions and say why.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15: Types of Migration.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L'interaction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L'échange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transport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marchandises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frontière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coût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Change over Space (Migration)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14: Spatial Interaction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spatial interaction. Explain Ullman's three bases of interaction. Explain other factors of spatial interaction.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places interact through flows of people, goods and information.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Spatial interaction, Complementarity, Transferability; II. Ullman's Bases: Complementarity, Transferability, Intervening opportunity; III. Other Factors: Distance and cost, Barriers, Size of places.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goods that come to your town from other regions and say why.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4 (Population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“Discussing the price” by 10b travelling / Carsten ten Brink, CC BY-NC-ND 2.0, via Flickr (https://www.flickr.com/photos/77334245@N00/7313656038)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“Train de nuit” by Huard, CC BY-NC-ND 2.0, via Flickr (https://www.flickr.com/photos/41569561@N07/5499545979)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“Using mobile technology to give feedback about the crop trials” by Bioversity International, CC BY-NC-ND 2.0, via Flickr (https://www.flickr.com/photos/50383637@N07/15019002626)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“Cameroon - UN Women's Gender Road Project” by UN Women Gallery, CC BY-NC-ND 2.0, via Flickr (https://www.flickr.com/photos/51431730@N04/47586053052)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2026-09-26T18:49:34Z</dcterms:created>
  <dcterms:modified xsi:type="dcterms:W3CDTF">2026-09-26T18:49:34Z</dcterms:modified>
</cp:coreProperties>
</file>