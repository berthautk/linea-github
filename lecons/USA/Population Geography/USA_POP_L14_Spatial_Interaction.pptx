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complementarity, transferability, intervening opportunity, friction of distance. At the end, you should be able to do this: learners are able to explain why places interact through flows of people, goods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Use the gravity model to compare Douala–Yaoundé and Douala–Garoua.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(3.9 M) – Yaoundé (4.1 M), 240 km: I = (3.9 × 4.1) ÷ 240² ≈ 0.00028; Douala – Garoua (0.9 M), about 1,000 km: I = (3.9 × 0.9) ÷ 1,000² ≈ 0.0000035. Douala–Yaoundé interaction is about 80 times stronger.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spatial interaction. Number 2: explain Ullman's three bases of interaction. Number 3: explain other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falls with distance. Intervening opportunities reduce long flows.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Cattle from the Adamawa are sold in Yaoundé and Douala, while plantains and palm oil from the south are sold in the north. A new road and mobile phones have increased this trade.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understand why regions exchange goods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the north and south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has products the other needs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did the new road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reduced the cost and time of movement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links between regions to encourage trade and exchange.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ullman's three bases of spatial interaction.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bases of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Complementarity, transferability and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cattle sent from the north to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surplus cattle and the south needs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railway increase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lowers the cost and time of moving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using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phones change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information instantly and help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reduce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distance and poor roads (also borders, insecurity,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can be understood as follows. On this slide we have Spatial interaction.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ullman's bases of interaction.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Ullman identified three main factors. On this slide we have Complementarity.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Transferability.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Other factors also affect interaction. On this slide we have Information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On this slide we have Barriers.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Ullman's three bases of spatial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complementarity, transferability and intervening opportunity.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new road affect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increases transferability by lowering cost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complementarity; number 3,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goods that come to your town from other regions and say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complementarity, transferability, intervening opportunity, friction of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gravity model to compare Douala–Yaoundé and Douala–Garoua.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(3.9 M) – Yaoundé (4.1 M), 240 km: I = (3.9 × 4.1) ÷ 240² ≈ 0.00028; Douala – Garoua (0.9 M), about 1,000 km: I = (3.9 × 0.9) ÷ 1,000² ≈ 0.0000035. Douala–Yaoundé interaction is about 80 times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Ullman's three bases of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falls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Intervening opportunities reduce long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from the Adamawa are sold in Yaoundé and Douala, while plantains and palm oil from the south are sold in the north. A new road and mobile phones have increased this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understand why regions exchange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north and south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has products the other needs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new road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the cost and time of movement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links between regions to encourage trade and exchange.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Ullman's three bases of spatial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sent from the north to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surplus cattle and the south needs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railway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lowers the cost and time of moving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phones change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information instantly and help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reduce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distance and poor roads (also borders, insecurity,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Spatial interaction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and information between places. Examples are migration, trade, commuting and phone calls.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Ullman's bases of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Ullman identified three main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of something that another place needs. Cattle from the North are sent to the South, and manufactured goods go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people can move only if transport costs and time are acceptable. The railway and good roads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closer source of the same good reduces interaction with a distant place. Buyers go to the nearest market that has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also affect interaction: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Information and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radio and the internet spread information about opportunities. They increase migration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Barriers: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borders, language, insecurity and bad roads reduce interaction. Political decisions such as border closures stop exchanges.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Ullman's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new road affect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transferability by lowering cost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between places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place needing what another has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Ease of movement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goods that come to your town from other regions and say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Explain Ullman's three bases of interaction. Explain other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Spatial Interaction; Factors of Spatial Interaction; Other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goods that come to your town from other regions and say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moved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Transcam railway.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travel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