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Migration: Characteristics,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migration, selectivity, chain migration, brain drain, Zipf's inverse distance law, gravity model, Stouffer's intervening opportunities. At the end, you should be able to do this: learners are able to explain who migrates and to use the migration models to predict flows between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Demographic Transition Model. The question was: Define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Migration is the movement of people from one place to another to settle there, temporarily or permanently.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migration. Number 2: explain the selectivity of migration. Number 3: explain Zipf's inverse distance law. Number 4: explain and apply the gravity model. Number 5: explain and apply Stouffer's model of intervening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Push factors drive people out; pull factors attract them. Young adults move more than old people. Douala is the largest town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has two cousins from a village near Pitoa who have just finished secondary school. Ali moved to Ngaoundéré to attend university because it is near and the bus ticket is cheap. Fatima, who is very ambitious, went all the way to Douala to look for a well-paid job in a big company, a much longer and costlier journey. Ibrahim asks: "Who usually migrates, and why do some people choose a nearby town while others go very far?"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the characteristics of migrants and the laws that explain their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Ali and Fatima both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migrated: they moved to a new place to settle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Fatima choose far-away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very big city with many more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distance and opportunities before deciding where to study 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migration flows, which are needed to plan transport, housing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who migrates?.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 migrates most?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adults of about 18 to 35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migrants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According to Zipf, what happens to the number of migrants as distance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gravity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attract migrants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very large population gives it a strong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City Y has 1,000,000 people, City Z 2,000,000, and they are 200 km apart. Calculate the interaction (k = 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 × 2,000,000 ÷ 200² = 50,000,000.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intervening opportunities.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a migrant from Garoua stop in Ngaoundéré instead of going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Ngaoundéré offers an intervening opportunity on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Selectivity of migration and Chain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(Differentials) of Migration. The characteristics of migrants are the following. Copy the point on Age on the left, then draw the diagram on the right: who migrates.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On this slide we have Sex.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On this slide we have Skills and education and Marital status.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On this slide we have Ethnic or national group.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Zipf and the Gravity Model. Zipf's law and the gravity model are presented as follows. Copy the point on Zipf's inverse distance law on the left, then draw the diagram on the right: migrants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Zipf and the Gravity Model.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gravity model on the left, then draw the diagram on the right: the gravity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Zipf and the Gravity Model.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Stouffer's Intervening Opportunities. Stouffer's model is presented as follows. Copy the point on Principle on the left, then draw the diagram on the right: intervening opportunities.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Stouffer's Intervening Opportunities. On this slide we have Simplified formula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with the Models. The models are applied as in the following examples. Copy the point on Gravity model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Calculations with the Models.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Stouffer's model on the left, then draw the diagram on the right: stouffer's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Calculations with the Models.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migrants.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mostly young adults, often single, and skilled people migrate more (brain drain)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the main difference between the gravity model and Stouffer's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gravity model uses population and distance; Stouffer uses the opportunities at the destination and on the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distance; number 2, squared; number 3, intervening.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spatial interaction.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Spatial Interaction.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MIGRATION: CHARACTERISTICS, LAWS AND MODELS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Characteristics, Laws and Models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Migration: Characteristics, Laws and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selectivity, chain migration, brain drain, Zipf's inverse distance law, gravity model, Stouffer's intervening opportunities.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(differentials) of migration: age, sex, skills, marital status, ethnic group; laws and models: Zipf, gravity model, Stouffer;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Demographic Transition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 from one place to another to settle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selectivity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Zipf's inverse distance law.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the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Stouffer's model of intervening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pull factors attract them.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adults move more than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largest town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has two cousins from a village near Pitoa who have just finished secondary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moved to Ngaoundéré to attend university because it is near and the bus ticket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Fatima, who is very ambitious, went all the way to Douala to look for a well-paid job in a big company, a much longer and costlier journey.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"Who usually migrates, and why do some people choose a nearby town while others go very far?"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the characteristics of migrants and the laws that explain their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Ali and Fatima both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migrated: they moved to a new place to settle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Fatima choose far-away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big city with many more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distance and opportunities before deciding where to study 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migration flows, which are needed to plan transport, housing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lectivit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migrates?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migrates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adults of about 18 to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Zipf, what happens to the number of migrants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migrants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very large population gives it a strong "pull".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grav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Y has 1,000,000 people, City Z 2,000,000, and they are 200 km apart. Calculate the interaction (k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 × 2,000,000 ÷ 200² = 50,000,000.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stouffer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Intervening opportunities.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migrant from Garoua stop in Ngaoundéré instead of going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offers an intervening opportunity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an origin to a destination with the intention of settling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Selectivity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fact that people with certain characteristics (age, sex, skills) migrate more than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Chain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to a place where relatives or people of their community are already settled.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opportunity found between the origin and the destination that reduces the flow to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characteristics of migrants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Age: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Young adults (18–35 years) migrate most, for studies, first jobs and because they have few family responsibilities.</a:t>
            </a:r>
            <a:endParaRPr lang="en-US" sz="3400" dirty="0"/>
          </a:p>
        </p:txBody>
      </p:sp>
      <p:pic>
        <p:nvPicPr>
          <p:cNvPr id="5" name="Image 0" descr="/home/claude/f4/img/v2/pop2_selectivit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who migrates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often migrate for manual work, as South Asian workers in the Gulf, while many women migrate as professionals, like Filipino nurses in the UK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Skills and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Doctors and engineers leave poor countries for rich ones (brain drain), while unskilled workers fill jobs in farming and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Single people move more easily than married people with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Ethnic or national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Chain migration leads people to their own community, like the Turks in Germany, and whole groups may flee as refugees.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 and the Gravity Model</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Zipf's law and the gravity model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Zipf's inverse distance law: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number of migrants between two places is inversely proportional to the distance between them: M ∝ 1 ÷ d.</a:t>
            </a:r>
            <a:endParaRPr lang="en-US" sz="2800" dirty="0"/>
          </a:p>
        </p:txBody>
      </p:sp>
      <p:pic>
        <p:nvPicPr>
          <p:cNvPr id="6" name="Image 0" descr="/home/claude/f4/img/v2/zipf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and distance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Zipf and the Gravity Model</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move short distances, and few move far.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 and the Gravity Model</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gravity model: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Migration is proportional to the product of the populations and inversely proportional to the square of the distance: M = k × Pi × Pj ÷ d².</a:t>
            </a:r>
            <a:endParaRPr lang="en-US" sz="3200" dirty="0"/>
          </a:p>
        </p:txBody>
      </p:sp>
      <p:pic>
        <p:nvPicPr>
          <p:cNvPr id="6" name="Image 0" descr="/home/claude/f4/img/v2/gravity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gravity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Zipf and the Gravity Model</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cities exert a strong "pull", even from far away, as Douala does on the whole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Stouffer's Intervening Opportunities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Stouffer's model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number of migrants depends less on distance than on the opportunities found on the way.</a:t>
            </a:r>
            <a:endParaRPr lang="en-US" sz="3600" dirty="0"/>
          </a:p>
        </p:txBody>
      </p:sp>
      <p:pic>
        <p:nvPicPr>
          <p:cNvPr id="6" name="Image 0" descr="/home/claude/f4/img/v2/stouffer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intervening opportunities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Stouffer's Intervening Opportunities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Simplified 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 = k × Oj ÷ Oint, where Oj is the opportunities at the destination and Oint the intervening opportunities.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migrant from Garoua may settle in Ngaoundéré or Yaoundé instead of continuing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models are applied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Gravity model: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City A (500,000) and City B (100,000), 150 km apart, k = 1: 500,000 × 100,000 ÷ 150² ≈ 2,222,222.</a:t>
            </a:r>
            <a:endParaRPr lang="en-US" sz="3400" dirty="0"/>
          </a:p>
        </p:txBody>
      </p:sp>
      <p:pic>
        <p:nvPicPr>
          <p:cNvPr id="5" name="Image 0" descr="/home/claude/f4/img/v2/pop2_gravity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result is an index of interaction used to compare pairs of towns, not a number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Stouffer's model: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Douala offers 50,000 jobs and the towns on the way 20,000: 50,000 ÷ 20,000 = 2.5.</a:t>
            </a:r>
            <a:endParaRPr lang="en-US" sz="3600" dirty="0"/>
          </a:p>
        </p:txBody>
      </p:sp>
      <p:pic>
        <p:nvPicPr>
          <p:cNvPr id="5" name="Image 0" descr="/home/claude/f4/img/v2/pop2_stouffer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Stouffer's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ratio above 1 shows a strong pull of the final destination compared with the towns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mostly young adults, often single, and skilled people migrate more (brain drain)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the gravity model and Stouffer's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 Stouffer uses the opportunities at the destination and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Zipf's law says that migration decreases with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gravity model, distance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Stouffer speaks of ______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 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 gravitaire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Intervening opportunity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L'opportunité intermédiaire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 en chaîne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Migration: Characteristics, Laws and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Explain the selectivity of migration. Explain Zipf's inverse distance law. Explain and apply the gravity model. Explain and apply Stouffer's model of intervening opportunities.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(Differentials) of Migration; Zipf and the Gravity Model; Stouffer's Intervening Opportunities; Calculations with the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in the class wants to study far from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falling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and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route Garoua–Douala.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2026-09-29T03:13:01Z</dcterms:created>
  <dcterms:modified xsi:type="dcterms:W3CDTF">2026-09-29T03:13:01Z</dcterms:modified>
</cp:coreProperties>
</file>