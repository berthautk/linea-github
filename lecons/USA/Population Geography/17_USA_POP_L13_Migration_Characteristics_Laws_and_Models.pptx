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Migration: Characteristics, Laws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migration, selectivity, chain migration, brain drain, Zipf's inverse distance law, gravity model, Stouffer's intervening opportunities. At the end, you should be able to do this: learners are able to explain who migrates and to use the migration models to predict flows between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Demographic Transition Model. The question was: Define migration.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Migration is the movement of people from one place to another to settle there, temporarily or permanently.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migration. Number 2: explain the selectivity of migration. Number 3: explain Zipf's inverse distance law. Number 4: explain and apply the gravity model. Number 5: explain and apply Stouffer's model of intervening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Push factors drive people out; pull factors attract them. Young adults move more than old people. Douala is the largest town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has two cousins from a village near Pitoa who have just finished secondary school. Ali moved to Ngaoundéré to attend university because it is near and the bus ticket is cheap. Fatima, who is very ambitious, went all the way to Douala to look for a well-paid job in a big company, a much longer and costlier journey. Ibrahim asks: "Who usually migrates, and why do some people choose a nearby town while others go very far?"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know the characteristics of migrants and the laws that explain their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Ali and Fatima both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migrated: they moved to a new place to settle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Fatima choose far-away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very big city with many more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distance and opportunities before deciding where to study 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predict migration flows, which are needed to plan transport, housing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who migrates?.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age group migrates most?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adults of about 18 to 35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migrants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According to Zipf, what happens to the number of migrants as distance increases?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gravity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Douala attract migrants from far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very large population gives it a strong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City Y has 1,000,000 people, City Z 2,000,000, and they are 200 km apart. Calculate the interaction (k = 1).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1,000,000 × 2,000,000 ÷ 200² = 50,000,000.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intervening opportunities.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may a migrant from Garoua stop in Ngaoundéré instead of going to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Ngaoundéré offers an intervening opportunity on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Selectivity of migration and Laws of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Intervening opportunity.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Volume of Migration. Migration and its volume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Volume of Migration. Copy the point on Volume of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Personal Characteristics. Migrants are selected by the following personal characteristics. Copy the point on Age on the left, then draw the diagram on the right: the selectivity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Personal Characteristics. Copy the point on Sex: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Personal Characteristics. Copy the point on Marital status: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Social and Economic Characteristics. Migrants are also selected by the following social and economic characteristics. Copy the point on Skills and education: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Social and Economic Characteristics. Copy the point on Ethnic or community group: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Zipf's Law and the Gravity Model. Distance and size explain migration in the following models. Copy the point on Zipf's inverse distance law on the left, then draw the diagram on the right: zipf's law.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gravity model on the left, then draw the diagram on the right: the gravity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Stouffer's Intervening Opportunities Model. Stouffer's model explains migration as follows. Copy the point on Principle on the left, then draw the diagram on the right: intervening opportunities.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Stouffer's Intervening Opportunities Model. Copy the point on Formula: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Stouffer's Intervening Opportunities Model.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Calculations Based on the Models. The models are applied as in the following examples. Copy the point on Gravity model on the left, then draw the diagram on the right: a gravity calculation.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Stouffer's model on the left, then draw the diagram on the right: a Stouffer calculation.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migrants.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mostly young adults, often single, and skilled people migrate more (brain drain)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State the main difference between the gravity model and Stouffer's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gravity model uses population and distance; Stouffer uses the opportunities at the destination and on the 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distance; number 2, squared; number 3, intervening.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spatial interaction.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Spatial Interaction.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MIGRATION: CHARACTERISTICS, LAWS AND MODELS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 Characteristics, Laws and Models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Migration: Characteristics, Laws and Models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selectivity, chain migration, brain drain, Zipf's inverse distance law, gravity model, Stouffer's intervening opportunities.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(differentials) of migration: age, sex, skills, marital status, ethnic group; laws and models: Zipf, gravity model, Stouffer; calculations.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who migrates and to use the migration models to predict flows between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Demographic Transition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is the movement of people from one place to another to settle there, temporarily or permanently.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selectivity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Zipf's inverse distance law.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and apply the gravity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and apply Stouffer's model of intervening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Push factors drive people out; pull factors attract them.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adults move more than old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largest town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has two cousins from a village near Pitoa who have just finished secondary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moved to Ngaoundéré to attend university because it is near and the bus ticket is cheap.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Fatima, who is very ambitious, went all the way to Douala to look for a well-paid job in a big company, a much longer and costlier journey.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asks: "Who usually migrates, and why do some people choose a nearby town while others go very far?"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know the characteristics of migrants and the laws that explain their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Ali and Fatima both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migrated: they moved to a new place to settle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Fatima choose far-away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big city with many more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distance and opportunities before deciding where to study 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predict migration flows, which are needed to plan transport, housing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electivit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Who migrates?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migrates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adults of about 18 to 35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zipf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Zipf, what happens to the number of migrants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a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gravity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attract migrants from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very large population gives it a strong "pull".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gravity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City Y has 1,000,000 people, City Z 2,000,000, and they are 200 km apart. Calculate the interaction (k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1,000,000 × 2,000,000 ÷ 200² = 50,000,000.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stouffer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Intervening opportunities.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a migrant from Garoua stop in Ngaoundéré instead of going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Ngaoundéré offers an intervening opportunity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an origin to a destination with the intention of settling there, temporarily or permanently.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Selectivity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fact that people with certain characteristics (age, sex, skills) migrate more than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general rules that describe and predict the volume and direction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opportunity found between the origin and the destination that reduces the flow to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Volume of Migration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and its volume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is a change of residence from one place to another, inside a country or across a border. Short trips, such as visits or commuting, are not migration because people do not change their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Volume of Migration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Volume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volume is the number of people who move between two places in a given period. It is large when the differences in jobs and wages between places are great and when the obstacles, such as distance and borders, are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(Differentials) of Migration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Personal Characteristics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Migrants are selected by the following personal characteristics: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Age: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Young adults of 18 to 35 years migrate most, for studies and first jobs. They also have few family responsibilities.</a:t>
            </a:r>
            <a:endParaRPr lang="en-US" sz="3400" dirty="0"/>
          </a:p>
        </p:txBody>
      </p:sp>
      <p:pic>
        <p:nvPicPr>
          <p:cNvPr id="6" name="Image 0" descr="/home/claude/f4/img/v2/pop2_selectivity.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selectivity of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(Differentials) of Migration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Personal Characteristics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Men often migrate for manual work, as South Asian workers in the Gulf countries. Many women migrate as professionals, like Filipino nurses in the United Kingdom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(Differentials) of Migration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Personal Characteristics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Marital status: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Single people move more easily than married people with children. Families move less often because they must find housing and schools for everyone.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(Differentials) of Migration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Social and Economic Characteristics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Migrants are also selected by the following social and economic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Skills and 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Doctors and engineers leave poor countries for rich ones, which is called brain drain. Unskilled workers fill jobs in farming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(Differentials) of Migration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Social and Economic Characteristics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Ethnic or community group: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follow members of their own community who have already settled in a place, which is called chain migration. The Turks in Germany and the Bamileke traders in Douala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Laws and Theories of Migration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Zipf's Law and the Gravity Model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Distance and size explain migration in the following models: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Zipf's inverse distance law: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number of migrants between two places is inversely proportional to the distance between them: M ∝ 1 ÷ d. Many people move short distances, and few move far.</a:t>
            </a:r>
            <a:endParaRPr lang="en-US" sz="3000" dirty="0"/>
          </a:p>
        </p:txBody>
      </p:sp>
      <p:pic>
        <p:nvPicPr>
          <p:cNvPr id="6" name="Image 0" descr="/home/claude/f4/img/v2/zipf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Zipf's law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Laws and Theories of Migration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Zipf's Law and the Gravity Model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gravity model: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Migration between two places is proportional to the product of their populations and inversely proportional to the square of the distance: M = k × Pi × Pj ÷ d². Large cities therefore exert a strong pull, even from far away, as Douala does on the whole country.</a:t>
            </a:r>
            <a:endParaRPr lang="en-US" sz="2800" dirty="0"/>
          </a:p>
        </p:txBody>
      </p:sp>
      <p:pic>
        <p:nvPicPr>
          <p:cNvPr id="6" name="Image 0" descr="/home/claude/f4/img/v2/gravity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gravity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Laws and Theories of Migration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Stouffer's Intervening Opportunities Model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Stouffer's model explains migration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number of migrants depends less on distance than on the opportunities found on the way. An opportunity between the origin and the destination can stop the migrant before reaching the destination.</a:t>
            </a:r>
            <a:endParaRPr lang="en-US" sz="2800" dirty="0"/>
          </a:p>
        </p:txBody>
      </p:sp>
      <p:pic>
        <p:nvPicPr>
          <p:cNvPr id="6" name="Image 0" descr="/home/claude/f4/img/v2/stouffer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intervening opportunities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Laws and Theories of Migration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Stouffer's Intervening Opportunities Model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simplified form, M = k × Oj ÷ Oint, where Oj is the opportunities at the destination and Oint the opportunities on the way. The more opportunities there are on the way, the fewer migrants reach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Laws and Theories of Migration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Stouffer's Intervening Opportunities Model</a:t>
            </a:r>
            <a:endParaRPr lang="en-US" sz="27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migrant from Garoua who wants to go to Douala may find a job in Ngaoundéré or Yaoundé. The migrant then settles there instead of continuing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Calculations Based on the Models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models are applied as in the following examples: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Gravity model: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City A has 500,000 people and City B 100,000, and they are 150 km apart, with k = 1. The interaction is 500,000 × 100,000 ÷ 150² ≈ 2,222,222, an index used to compare pairs of towns and not a number of people.</a:t>
            </a:r>
            <a:endParaRPr lang="en-US" sz="3200" dirty="0"/>
          </a:p>
        </p:txBody>
      </p:sp>
      <p:pic>
        <p:nvPicPr>
          <p:cNvPr id="5" name="Image 0" descr="/home/claude/f4/img/v2/pop2_gravity_cal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gravity calculation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Calculations Based on the Models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Stouffer's model: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Douala offers 50,000 jobs and the towns on the way offer 20,000, so the ratio is 50,000 ÷ 20,000 = 2.5. A ratio above 1 shows that the final destination pulls more strongly than the towns on the way.</a:t>
            </a:r>
            <a:endParaRPr lang="en-US" sz="3400" dirty="0"/>
          </a:p>
        </p:txBody>
      </p:sp>
      <p:pic>
        <p:nvPicPr>
          <p:cNvPr id="5" name="Image 0" descr="/home/claude/f4/img/v2/pop2_stouffer_cal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Stouffer calculation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mostly young adults, often single, and skilled people migrate more (brain drain)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difference between the gravity model and Stouffer's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gravity model uses population and distance; Stouffer uses the opportunities at the destination and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Zipf's law says that migration decreases with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gravity model, distance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Stouffer speaks of ______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 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 gravitaire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Intervening opportunity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L'opportunité intermédiaire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Chain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 en chaîne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Migration: Characteristics, Laws and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 Explain the selectivity of migration. Explain Zipf's inverse distance law. Explain and apply the gravity model. Explain and apply Stouffer's model of intervening opportunities.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who migrates and to use the migration models to predict flows between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Volume of Migration; Personal Characteristics; Social and Economic Characteristics; Zipf's Law and the Gravity Model; Stouffer's Intervening Opportunities Model; Calculations Based on the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who in the class wants to study far from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falling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two circles and a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route Garoua–Douala.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2026-10-06T05:44:06Z</dcterms:created>
  <dcterms:modified xsi:type="dcterms:W3CDTF">2026-10-06T05:44:06Z</dcterms:modified>
</cp:coreProperties>
</file>