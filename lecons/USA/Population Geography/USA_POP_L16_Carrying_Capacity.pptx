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16: Carrying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 and J curves.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dry pastures.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SEMRY and Lagdo.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overshoot 2. raises 3. Egyptian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16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Capacity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Growth and Resources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and Resource Relationships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Carrying Capacity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Carrying capacity, overshoot, resource, technology, population-resource regime.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ways of adjusting resources to carrying capacity; population-resource regimes.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carrying capacity and how societies adjust to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carrying capacity.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ways of raising carrying capacity.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population-resource regimes.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is growing fast in LEDCs.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Overgrazing damages land.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parts of the Far North, herds and families have increased, but the grass and water have not. After a dry year, cattle die and some families leave for the south.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cannot support all the people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limit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carrying capacity.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it be raised?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better technology, like irrigation and improved pastures.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limits of land and how to raise them.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rryin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Growth towards carrying capacity.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when a population overshoots its carrying capacity?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Resources are damaged and the population crashes.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at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grazing.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pasture if there are too many cattle?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overgrazed and the soil erodes.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ADJUSTING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piv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Irrigated fields.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ADJUSTING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irrigation raise carrying capacity?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ADJUSTING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allows more crops per year on the same land.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ADJUSTING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overgrazin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Overgrazed land.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ADJUSTING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other ways to adjust to carrying capacity.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ADJUSTING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Reduce herd size, migrate, or import food (also family planning).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regim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Population-resource regimes.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regime has few people and rich resources but low technology?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REGIMES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Brazilian type (Congo, Gabon).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Carrying Capacity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Growth and Resources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Population and Resource Relationships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16: Carrying Capacity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Carrying capacity: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largest population an area can support without damage.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Overshoot: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population goes beyond the carrying capacity.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anything useful to people, such as land, water or minerals.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Adjusting to Carrying Capacity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Raising capacity: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Irrigation, fertiliser, new crops and technology increase production. Trade brings food from other areas.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Reducing demand: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Families can limit births and herders can reduce herds. Migration moves people away.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Adjusting to Carrying Capacity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Overshoot: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nothing changes, land is degraded and famine or migration follows. The Sahel has suffered this.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Population-Resource Regimes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US and European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USA has few people, rich resources and high technology. Europe has many people and few resources but high technology.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Egyptian type: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people, few resources and low technology cause poverty. Bangladesh is an example.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Population-Resource Regimes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Brazilian type: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Few people and rich resources but low technology. Congo and Gabon are examples.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carrying capacity.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population an area can support without damage.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to raise carrying capacity.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 and fertiliser (also new crops, technology, trade).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Going beyond the carrying capacity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 ______ carrying capacity.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people, few resources, low technology is the ______ type.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how carrying capacity could be raised in your area.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17: Over-, Under- and Optimum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Carrying capacity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capacité de charge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technologie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Overgrazing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surpâturage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commerce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Growth and Resources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16: Carrying Capacity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carrying capacity. Explain ways of raising carrying capacity. Describe population-resource regimes.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carrying capacity and how societies adjust to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Carrying capacity, Overshoot, Resource; II. Adjusting to Carrying Capacity: Raising capacity, Reducing demand, Overshoot; III. Population-Resource Regimes: US and European types, Egyptian type, Brazilian type.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how carrying capacity could be raised in your area.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“Fulani cattle breed of West Africa” by International Livestock Research Institute, CC BY-NC-SA 2.0, via Flickr (https://www.flickr.com/photos/7155605@N03/48125675226)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“Mid-West Agriculture” by Djof, CC BY-NC-SA 2.0, via Flickr (https://www.flickr.com/photos/10787942@N00/147222315)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2026-09-26T18:49:34Z</dcterms:created>
  <dcterms:modified xsi:type="dcterms:W3CDTF">2026-09-26T18:49:34Z</dcterms:modified>
</cp:coreProperties>
</file>