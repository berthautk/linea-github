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Carrying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Growth and Resources, and the sub-topic is Population and Resource Relationships. The key notions we shall use today are: carrying capacity, overshoot, resource, technology, population-resource regime. At the end, you should be able to do this: learners are able to explain carrying capacity and how societies adjust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Types of Migration. The question was: Make a table of push and pull factors for a migrant from your village to a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Push factors (village): poverty, lack of jobs, poor schools and hospitals, small farms. Pull factors (town): jobs, schools, hospitals, electricity, entertainment.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carrying capacity. Number 2: explain ways of raising carrying capacity. Number 3: describe population-resource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is growing fast in LEDCs. Overgrazing damages 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parts of the Far North, herds and families have increased, but the grass and water have not. After a dry year, cattle die and some families leave for the south.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cannot support all the people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limit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carrying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it be raised?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better technology, like irrigation and improved pastures.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raise the carrying capacity of our land through sustainable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limits of land and how to raise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growth towards carrying capacity.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when a population overshoots its carrying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Resources are damaged and the population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cattle grazing.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to pasture if there are too many cattle?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overgrazed and the soil erodes.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irrigated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irrigation raise carrying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allows more crops per year on the same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overgrazed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other ways to adjust to carrying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Reduce herd size, migrate, or import food (also family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population-resource regimes.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regime has few people and rich resources but low technology?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Brazilian type (Congo, Gabon).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Carrying Capacity. Carrying capacity can be understood as follows. On this slide we have Carrying capacity.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Carrying Capacity. On this slide we have Overshoot.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carrying capacity.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of Adjusting Resources to Carrying Capacity. People adjust to carrying capacity in the following ways. On this slide we have Raising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Adjusting Resources to Carrying Capacity. On this slide we have Reducing demand and Trade and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Population–Resources Regimes. Zelinsky identified the following regimes. On this slide we have U.S. type (technological source area).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Population–Resources Regimes. On this slide we have European and Egyptian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Population–Resources Regimes. On this slide we have Brazilian and Arctic-desert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population–resources regimes.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carrying capacity.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largest population an area can support without damage.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raise carrying capacity.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irrigation and fertiliser (also new crops, technology, trade).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overshoot; number 2, raises; number 3, Egyptian.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how carrying capacity could be raised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Overpopulation, Underpopulation and Optimum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CARRYING CAPACITY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 Carrying Capacity</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Carrying Capacity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Resource Relationships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Carrying Capacity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Carrying capacity, overshoot, resource, technology, population-resource regime.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ways of adjusting resources to carrying capacity; population-resource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carrying capacity and how societies adjust to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Types of Migration):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of push and pull factors for a migrant from your village to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Push factors (village): poverty, lack of jobs, poor schools and hospitals, small farms. Pull factors (town): jobs, schools, hospitals, electricity, entertainment.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carrying capacity.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ways of raising carrying capacity.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population-resource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is growing fast in LEDCs.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Overgrazing damages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parts of the Far North, herds and families have increased, but the grass and water have not. After a dry year, cattle die and some families leave for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cannot support all the people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limit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it be raised?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better technology, like irrigation and improved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Raise the carrying capacity of our land through sustainable techniques.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limits of land and how to raise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rry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towards carrying capacity.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a population overshoots its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Resources are damaged and the population crashes.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grazing.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pasture if there are too many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overgrazed and the soil erodes.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ADJUSTING: TECHNOLOGY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Irrigated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ADJUSTING: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irrigation raise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ADJUSTING: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more crops per year on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ADJUSTING: OTHER WAYS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vergraz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Overgrazed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ADJUSTING: OTHER 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ways to adjust to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ADJUSTING: OTHER 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herd size, migrate, or import food (also family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POPULATION–RESOURCES REGIMES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egim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Population-resource regimes.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POPULATION–RESOURCES REGIMES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regime has few people and rich resources but low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POPULATION–RESOURCES REGIMES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Brazilian type (Congo,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Growth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and Resource Relationships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Carrying Capacity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Carrying capacity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Carrying capacity: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number of people (or animals) that an area can support with its resources without damaging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Carrying Capacity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Overshoot: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population goes beyond the carrying capacity, resources are overused. Overgrazing, soil erosion and famine follow.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Carrying Capacity</a:t>
            </a:r>
            <a:endParaRPr lang="en-US" sz="3600" dirty="0"/>
          </a:p>
        </p:txBody>
      </p:sp>
      <p:pic>
        <p:nvPicPr>
          <p:cNvPr id="4" name="Image 0" descr="/home/claude/f4/img/v2/carry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carrying capacity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Adjusting Resources to Carrying Capacity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adjust to carrying capacity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Raising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fertilisers, improved seeds and new technology increase production. Irrigation schemes at Maga and Lagdo raise the capacity of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Adjusting Resources to Carrying Capacity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Reducing demand: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planning, migration and controlled grazing reduce pressure on land. People move to less crowded areas.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and 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Importing food and protecting resources extend carrying capacity. Soil conservation keeps land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Population–Resources Regimes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Zelinsky identified the following regimes: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 type (technological source area):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people, rich resources and high technology give high living standards. The USA and Australia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Population–Resources Regimes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European and Egyptian 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European type, many people and limited resources are balanced by technology and trade. In the Egyptian type, many people and limited resources with low technology give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Population–Resources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Brazilian and Arctic-desert 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Brazilian type has few people, rich resources but low technology. The Arctic-desert type has few people and poor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Population–Resources Regimes</a:t>
            </a:r>
            <a:endParaRPr lang="en-US" sz="3600" dirty="0"/>
          </a:p>
        </p:txBody>
      </p:sp>
      <p:pic>
        <p:nvPicPr>
          <p:cNvPr id="4" name="Image 0" descr="/home/claude/f4/img/v2/regim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population–resources regimes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largest population an area can support without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raise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fertiliser (also new crops, technology,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Going beyond the carrying capacity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Irrigation ______ carrying capacity.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Many people, few resources, low technology is the ______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carrying capacity could be raised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Overpopulation, Underpopulation and Optimum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Carrying capacity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capacité de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Growth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Carrying Capacity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carrying capacity. Explain ways of raising carrying capacity. Describe population-resource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carrying capacity and how societies adjust to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Carrying Capacity; Ways of Adjusting Resources to Carrying Capacity; Population–Resources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carrying capacity could be raised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 and J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dry pastures.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SEMRY and Lagdo.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solutions.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copy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2026-09-27T09:41:51Z</dcterms:created>
  <dcterms:modified xsi:type="dcterms:W3CDTF">2026-09-27T09:41:51Z</dcterms:modified>
</cp:coreProperties>
</file>