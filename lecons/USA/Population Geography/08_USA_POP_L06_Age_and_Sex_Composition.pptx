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Age and Sex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Composition. The key notions we shall use today are: age structure, sex composition, sex ratio, youthful population, ageing population, population momentum, dependency. At the end, you should be able to do this: learners are able to distinguish youthful and ageing populations and explain their socio-economic consequences and planning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Population Structure. The question was: Define the sex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sex ratio is the number of males for every 100 females in a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age composition, sex composition and sex ratio. Number 2: explain the factors of the sex ratio. Number 3: describe a youthful population and its consequences. Number 4: describe an ageing population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three age groups are 0–14, 15–64 and 65 and over. The sex ratio is the number of males per 100 females. Cameroon has many children.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Garoua Regional Hospital, the maternity and paediatric wards are full of pregnant women and hundreds of children, while the ward for elderly people is small. In the universities and training centres of the North, most students are between 18 and 30 years old. A visiting doctor from Japan says that in his country hospitals are full of old people and many schools close. A student asks: "Why is our population so young while Japan's is so old, and what problems does each situation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understand the difference between youthful and ageing populations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there so many children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birth rates are high and life expectancy is lower than in developed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challenge of a youthful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Creating enough schools and jobs for the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job market through studies and training, and respect and care for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problems caused by a young or an old population and the policies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sex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there more women than men among old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Women generally live longer than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what share of the population of Cameroon is under 15?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consequence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Crowded schools, high unemployment or a high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base of the pyramid of Japan narrow?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birth rates are very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of an ageing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spending on pensions and health care, or a shortage of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Age composition and Sex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Sex ratio and Youthful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Ageing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Age and Sex Composition. Age and sex composition is presented as follows. On this slide we have Basis of analysis.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On this slide we have Age groups.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Sex ratio on the left, then draw the diagram on the right: the sex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On this slide we have Factors of the sex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Youthful Population. The youthful population has the following characteristics. Copy the point on Characteristics on the left, then draw the diagram on the right: young and old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Youthful Population. On this slide we have High dependency.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services on the left, then draw the diagram on the right: a crowded classroom.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Youthful Population. On this slide we have Unemployment and Population momentum.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Ageing Population. The ageing population has the following characteristics. Copy the point on Characteristics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Ageing Population. On this slide we have Example of Japan and Shrinking workforce.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State spending on the left, then draw the diagram on the right: health care.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Ageing Population. On this slide we have Closure of services and Policies.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a youthful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over 40 % of people under 15 and fewer than 5 % aged 65 or over; high birth 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of an ageing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labour shortages and high spending on pensions and health care (also school closures).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sex ratio; number 2, youthful; number 3,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what the base of a population pyramid represents.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AGE AND SEX COMPOSITION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and Sex Composition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Age and 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 structure, sex composition, sex ratio, youthful population, ageing population, population momentum,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age and sex composition; global patterns: youthful and ageing populations with examples; socio-economic consequences of each.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Population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for every 100 females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age composition, sex composition and sex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youthful population and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 ageing population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three age groups are 0–14, 15–64 and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per 100 females.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Garoua Regional Hospital, the maternity and paediatric wards are full of pregnant women and hundreds of children, while the ward for elderly people is small.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universities and training centres of the North, most students are between 18 and 30 years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visiting doctor from Japan says that in his country hospitals are full of old people and many schools close.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"Why is our population so young while Japan's is so old, and what problems does each situation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understand the difference between youthful and ageing populations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so many children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high and life expectancy is lower than in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challenge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Creating enough schools and jobs for the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job market through studies and training, and respect and care for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problems caused by a young or an old population and the policies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xrati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sex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more women than men among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generally live longer than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the population of Cameroon is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schools, high unemployment or a high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base of the pyramid of Japan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very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spending on pensions and health care, or a shortage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division of a population into age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males and females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males for every 100 females.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Youthful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young people (over 40 % under 15) and few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old people (over 15 % aged 65 and over) and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Age and sex composition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of analysis: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division of a population by age and sex shows its past and helps to predict its future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groups: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(0–14 years), produced by high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Working population (15–64 years), which produces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(65 years and over), numerous where death rates are low and life expectancy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calculated as males ÷ females × 100; a ratio above 100 means more men than women.</a:t>
            </a:r>
            <a:endParaRPr lang="en-US" sz="3600" dirty="0"/>
          </a:p>
        </p:txBody>
      </p:sp>
      <p:pic>
        <p:nvPicPr>
          <p:cNvPr id="5" name="Image 0" descr="/home/claude/f4/img/v2/pop2_sexrati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sex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the sex ratio: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about 105 boys are born for every 100 girls.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Life expectancy: women live longer, so old people are mostly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men migrate more for work, so towns and mining areas have more men.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Wars kill more men than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youthful population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More than 40 % of the people are under 15 and fewer than 5 % are 65 or over, as in Niger, Nigeria and the DR Congo.</a:t>
            </a:r>
            <a:endParaRPr lang="en-US" sz="3000" dirty="0"/>
          </a:p>
        </p:txBody>
      </p:sp>
      <p:pic>
        <p:nvPicPr>
          <p:cNvPr id="6" name="Image 0" descr="/home/claude/f4/img/v2/youth_ageing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young and old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42 % of Cameroonians are under 15 and only about 3 % are 65 or over.</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Youthful Population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workers support many children, so savings and investment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is a huge demand for schools, maternity wards and basic health care.</a:t>
            </a:r>
            <a:endParaRPr lang="en-US" sz="3600" dirty="0"/>
          </a:p>
        </p:txBody>
      </p:sp>
      <p:pic>
        <p:nvPicPr>
          <p:cNvPr id="6" name="Image 0" descr="/home/claude/f4/img/v2/f2t_classroo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classroom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Youthful Population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enter the job market each year, which causes unemployment and may cause social unrest.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momentum: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many young people will soon have children, so the population will keep growing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Ageing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ageing population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More than 15 % of the people are 65 or over and fewer than 20 % are under 15, as in Japan, Germany and Italy.</a:t>
            </a:r>
            <a:endParaRPr lang="en-US" sz="3200" dirty="0"/>
          </a:p>
        </p:txBody>
      </p:sp>
      <p:pic>
        <p:nvPicPr>
          <p:cNvPr id="6" name="Image 0" descr="/home/claude/f4/img/v2/pyramid_japa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Ageing Population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Japan: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29 % of Japanese are 65 or over, one of the highest shares in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Shrinking workforce: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appear, which lowers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Ageing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State spending: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Governments spend a lot on pensions, hospitals and care for the elderly.</a:t>
            </a:r>
            <a:endParaRPr lang="en-US" sz="3600" dirty="0"/>
          </a:p>
        </p:txBody>
      </p:sp>
      <p:pic>
        <p:nvPicPr>
          <p:cNvPr id="6" name="Image 0" descr="/home/claude/f4/img/v2/f2t_docto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health care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Ageing Population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Closure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maternity wards close because there are fewer children.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raise the retirement age, encourage births and accept immigrant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40 % of people under 15 and fewer than 5 % aged 65 or over; high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and high spending on pensions and health care (also school closures).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number of males per 100 females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population with over 40 % under 15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vieillissement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Sex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masculinité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momentum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L'élan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Retirement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Age and Sex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age composition, sex composition and sex ratio. Explain the factors of the sex ratio. Describe a youthful population and its consequences. Describe an ageing population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Age and Sex Composition; The Youthful Population; The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what the base of a population pyramid represents.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count boys and girls in the class and calculate the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figures of Niger, Cameroon and Japan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the pupils of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narrow-based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care of old people.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2026-09-28T21:55:13Z</dcterms:created>
  <dcterms:modified xsi:type="dcterms:W3CDTF">2026-09-28T21:55:13Z</dcterms:modified>
</cp:coreProperties>
</file>