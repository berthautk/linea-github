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Age and Sex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Composition. The key notions we shall use today are: age structure, sex composition, sex ratio, youthful population, ageing population, population momentum, dependency. At the end, you should be able to do this: learners are able to distinguish youthful and ageing populations and explain their socio-economic consequences and planning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Population Structure. The question was: Define the sex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sex ratio is the number of males for every 100 females in a population.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age composition, sex composition and sex ratio. Number 2: explain the factors of the sex ratio. Number 3: describe a youthful population and its consequences. Number 4: describe an ageing population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three age groups are 0–14, 15–64 and 65 and over. The sex ratio is the number of males per 100 females. Cameroon has many children.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Garoua Regional Hospital, the maternity and paediatric wards are full of pregnant women and hundreds of children, while the ward for elderly people is small. In the universities and training centres of the North, most students are between 18 and 30 years old. A visiting doctor from Japan says that in his country hospitals are full of old people and many schools close. A student asks: "Why is our population so young while Japan's is so old, and what problems does each situation cause?"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understand the difference between youthful and ageing populations and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there so many children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birth rates are high and life expectancy is lower than in developed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main challenge of a youthful population?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Creating enough schools and jobs for the many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the job market through studies and training, and respect and care for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problems caused by a young or an old population and the policies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sex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there more women than men among old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Women generally live longer than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old people in some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About what share of the population of Cameroon is under 15?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crowded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consequence of a youthful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Crowded schools, high unemployment or a high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base of the pyramid of Japan narrow?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birth rates are very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doctor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consequence of an ageing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spending on pensions and health care, or a shortage of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Age composition and Sex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Youthful population and Ageing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Age and Sex Composition. Age and sex composition is explained as follows. Copy the point on Age groups: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sex ratio on the left, then draw the diagram on the right: the sex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Age and Sex Composition. Copy the point on Factors of the sex ratio: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Youthful Population. The youthful population has the following characteristics. Copy the point on Characteristics on the left, then draw the diagram on the right: youthful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a Youthful Population. A youthful population has the following socio-economic consequences. Copy the point on High dependency: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on services on the left, then draw the diagram on the right: a classroom.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a Youthful Population. Copy the point on Unemployment: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a Youthful Population. Copy the point on A future labour force: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Ageing Population. The ageing population has the following characteristics. Copy the point on Characteristics on the left, then draw the diagram on the right: the pyramid of Japan.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Ageing Population. Copy the point on Example of Japan: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an Ageing Population. An ageing population has the following socio-economic consequences. Copy the point on A shrinking workforce: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state spending on the left, then draw the diagram on the right: health care.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an Ageing Population. Copy the point on Closure of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an Ageing Population. Copy the point on Government responses: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a youthful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over 40 % of people under 15 and fewer than 5 % aged 65 or over; high birth 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consequences of an ageing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labour shortages and high spending on pensions and health care (also school closures).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sex ratio; number 2, youthful; number 3, ageing.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what the base of a population pyramid represents.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AGE AND SEX COMPOSITION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Age and Sex Composition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Age and 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 structure, sex composition, sex ratio, youthful population, ageing population, population momentum, dependency.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age and sex composition; global patterns: youthful and ageing populations with examples; socio-economic consequences of each.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youthful and ageing populations and explain their socio-economic consequences and planning challenges.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Population Structure):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sex ratio is the number of males for every 100 females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age composition, sex composition and sex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sex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youthful population and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 ageing population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three age groups are 0–14, 15–64 and 65 and 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sex ratio is the number of males per 100 females.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Garoua Regional Hospital, the maternity and paediatric wards are full of pregnant women and hundreds of children, while the ward for elderly people is small.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universities and training centres of the North, most students are between 18 and 30 years 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visiting doctor from Japan says that in his country hospitals are full of old people and many schools close.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asks: "Why is our population so young while Japan's is so old, and what problems does each situation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understand the difference between youthful and ageing populations and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so many children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birth rates are high and life expectancy is lower than in developed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challenge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Creating enough schools and jobs for the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the job market through studies and training, and respect and care for elderly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problems caused by a young or an old population and the policies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exrati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sex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more women than men among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SEX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generally live longer than 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people in some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what share of the population of Cameroon is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Crowded schools, high unemployment or a high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base of the pyramid of Japan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birth rates are very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spending on pensions and health care, or a shortage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Composition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division of a population into age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males for every 100 females.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Youthful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population with a high share of young people (over 40 % under 15) and few old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Ageing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population with a high share of old people (over 15 % aged 65 and over) and few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Age and sex composition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Age groups: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population is divided into young dependants (0 to 14 years), the working population (15 to 64 years) and old dependants (65 years and over). This division shows the past of a population and helps to predict its future needs.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sex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calculated as males ÷ females × 100. A ratio above 100 means more men than women, and a ratio below 100 means more women than men.</a:t>
            </a:r>
            <a:endParaRPr lang="en-US" sz="3600" dirty="0"/>
          </a:p>
        </p:txBody>
      </p:sp>
      <p:pic>
        <p:nvPicPr>
          <p:cNvPr id="5" name="Image 0" descr="/home/claude/f4/img/v2/pop2_sexratio.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sex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Age and Sex Composition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the 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105 boys are born for every 100 girls, but women live longer, so old people are mostly women. Men migrate more for work and are killed more in wars, so towns and mining areas have more 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youthful population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More than 40 % of the people are under 15 and fewer than 5 % are 65 or over. It is found in developing countries, such as Niger, Nigeria and the DR Congo, where birth rates are high.</a:t>
            </a:r>
            <a:endParaRPr lang="en-US" sz="3000" dirty="0"/>
          </a:p>
        </p:txBody>
      </p:sp>
      <p:pic>
        <p:nvPicPr>
          <p:cNvPr id="6" name="Image 0" descr="/home/claude/f4/img/v2/youth_ageing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youthful and ageing populations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Youthful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42 % of Cameroonians are under 15 and only about 3 % are 65 or over. Cameroon therefore has a youthful population.</a:t>
            </a:r>
            <a:endParaRPr lang="en-US" sz="3600" dirty="0"/>
          </a:p>
        </p:txBody>
      </p:sp>
      <p:pic>
        <p:nvPicPr>
          <p:cNvPr id="6" name="Image 0" descr="/home/claude/f4/img/v2/pyramid_cameroon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of a Youthful Population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youthful population has the following socio-economic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workers must support many children. As a result, families and the state save and invest little.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Consequences of a Youthful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on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is a huge demand for schools, maternity wards and basic health care. Classrooms are overcrowded, as in many schools of Garoua.</a:t>
            </a:r>
            <a:endParaRPr lang="en-US" sz="3600" dirty="0"/>
          </a:p>
        </p:txBody>
      </p:sp>
      <p:pic>
        <p:nvPicPr>
          <p:cNvPr id="6" name="Image 0" descr="/home/claude/f4/img/v2/f2t_classroo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classroom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Consequences of a Youthful Population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enter the job market each year, but jobs are too few. This causes unemployment and may lead to social unrest.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Consequences of a Youthful Population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future labour 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many young people will soon have children, so the population will keep growing fast. If they are educated and employed, they can become a large workforce that boosts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Ageing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ageing population has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More than 15 % of the people are 65 or over and fewer than 20 % are under 15. It is found in developed countries, such as Japan, Germany and Italy, where birth rates are low and people live long.</a:t>
            </a:r>
            <a:endParaRPr lang="en-US" sz="2800" dirty="0"/>
          </a:p>
        </p:txBody>
      </p:sp>
      <p:pic>
        <p:nvPicPr>
          <p:cNvPr id="6" name="Image 0" descr="/home/claude/f4/img/v2/pyramid_japan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Japan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Ageing Population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Japan: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29 % of Japanese are 65 or over, one of the highest shares in the world. Its population has been falling since about 2010.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Consequences of an Ageing Population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ageing population has the following socio-economic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shrinking workforce: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young people to replace the workers who retire. Labour shortages appear, which lowers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Consequences of an Ageing Population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state spending: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Governments spend a lot on pensions, hospitals and care for the elderly. Fewer workers must pay taxes to support them.</a:t>
            </a:r>
            <a:endParaRPr lang="en-US" sz="3600" dirty="0"/>
          </a:p>
        </p:txBody>
      </p:sp>
      <p:pic>
        <p:nvPicPr>
          <p:cNvPr id="6" name="Image 0" descr="/home/claude/f4/img/v2/f2t_docto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health care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D) Consequences of an Ageing Population</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Closure of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maternity wards close because there are fewer children. Some villages lose their young people and die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Patterns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D) Consequences of an Ageing Population</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responses: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raise the retirement age and encourage births with family allowances. They also accept immigrant workers to fill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40 % of people under 15 and fewer than 5 % aged 65 or over; high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shortages and high spending on pensions and health care (also school closures).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number of males per 100 females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population with over 40 % under 15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an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what the base of a population pyramid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Youthful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vieillissement de 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Sex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 de masculinité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momentum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L'élan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Retirement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Age and Sex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age composition, sex composition and sex ratio. Explain the factors of the sex ratio. Describe a youthful population and its consequences. Describe an ageing population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youthful and ageing populations and explain their socio-economic consequences and planning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Age and Sex Composition; The Youthful Population; Consequences of a Youthful Population; The Ageing Population; Consequences of an Ageing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what the base of a population pyramid represents.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count boys and girls in the class and calculate the ratio.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figures of Niger, Cameroon and Japan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the pupils of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narrow-based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care of old people.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2026-09-29T11:35:39Z</dcterms:created>
  <dcterms:modified xsi:type="dcterms:W3CDTF">2026-09-29T11:35:39Z</dcterms:modified>
</cp:coreProperties>
</file>