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Age and Sex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Composition. The key notions we shall use today are: age structure, sex composition, sex ratio, youthful population, ageing population, population momentum, dependency. At the end, you should be able to do this: learners are able to distinguish youthful and ageing populations and explain their socio-economic consequences and planning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Population Structure. The question was: Define the sex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sex ratio is the number of males for every 100 females in a population.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age composition, sex composition and sex ratio. Number 2: explain the factors of the sex ratio. Number 3: describe a youthful population and its consequences. Number 4: describe an ageing population and its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three age groups are 0–14, 15–64 and 65 and over. The sex ratio is the number of males per 100 females. Cameroon has many children.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the Garoua Regional Hospital, the maternity and paediatric wards are full of pregnant women and hundreds of children, while the ward for elderly people is small. In the universities and training centres of the North, most students are between 18 and 30 years old. A visiting doctor from Japan says that in his country hospitals are full of old people and many schools close. A student asks: "Why is our population so young while Japan's is so old, and what problems does each situation cause?"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understand the difference between youthful and ageing populations and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there so many children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birth rates are high and life expectancy is lower than in developed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main challenge of a youthful population?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Creating enough schools and jobs for the many young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prepare for the job market through studies and training, and respect and care for elderly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problems caused by a young or an old population and the policies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sex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there more women than men among old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Women generally live longer than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young and old people in some countries.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About what share of the population of Cameroon is under 15?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42 %.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crowded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consequence of a youthful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Crowded schools, high unemployment or a high dependency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pyramid of Japan.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base of the pyramid of Japan narrow?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birth rates are very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doctor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consequence of an ageing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spending on pensions and health care, or a shortage of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Age composition and Sex composition.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Sex ratio and Youthful 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Ageing 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Age and Sex Composition. Age and sex composition is presented as follows. On this slide we have Basis of analysis.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Age and Sex Composition. On this slide we have Age groups.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Age and Sex Composition.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Sex ratio on the left, then draw the diagram on the right: the sex ratio.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Age and Sex Composition. On this slide we have Factors of the sex ratio.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Age and Sex Composition.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Youthful Population. The youthful population has the following characteristics. Copy the point on Characteristics on the left, then draw the diagram on the right: young and old people.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the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Youthful Population. On this slide we have High dependency.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Pressure on services on the left, then draw the diagram on the right: a crowded classroom.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Youthful Population. On this slide we have Unemployment and Population momentum.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Ageing Population. The ageing population has the following characteristics. Copy the point on Characteristics on the left, then draw the diagram on the right: the pyramid of Japan.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Ageing Population. On this slide we have Example of Japan and Shrinking workforce.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State spending on the left, then draw the diagram on the right: health care.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Ageing Population. On this slide we have Closure of services and Policies.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a youthful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over 40 % of people under 15 and fewer than 5 % aged 65 or over; high birth rates.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consequences of an ageing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labour shortages and high spending on pensions and health care (also school closures).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sex ratio; number 2, youthful; number 3, ageing.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what the base of a population pyramid represents.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Population Pyramids.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AGE AND SEX COMPOSITION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Age and Sex Composition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Age and Sex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 structure, sex composition, sex ratio, youthful population, ageing population, population momentum, dependency.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age and sex composition; global patterns: youthful and ageing populations with examples; socio-economic consequences of each.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distinguish youthful and ageing populations and explain their socio-economic consequences and planning challenges.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Population Structure):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sex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sex ratio is the number of males for every 100 females in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age composition, sex composition and sex ratio.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sex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 youthful population and its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 ageing population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three age groups are 0–14, 15–64 and 65 and over.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sex ratio is the number of males per 100 females.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Garoua Regional Hospital, the maternity and paediatric wards are full of pregnant women and hundreds of children, while the ward for elderly people is small.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universities and training centres of the North, most students are between 18 and 30 years 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visiting doctor from Japan says that in his country hospitals are full of old people and many schools close.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asks: "Why is our population so young while Japan's is so old, and what problems does each situation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understand the difference between youthful and ageing populations and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so many children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birth rates are high and life expectancy is lower than in developed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challenge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Creating enough schools and jobs for the many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for the job market through studies and training, and respect and care for elderly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problems caused by a young or an old population and the policies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SEX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sexrati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sex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SEX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more women than men among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SEX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generally live longer than 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old people in some countries.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what share of the population of Cameroon is under 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42 %.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lassroo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Crowded schools, high unemployment or a high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pyramid of Japan.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base of the pyramid of Japan narrow?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birth rates are very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oc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doctor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of 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spending on pensions and health care, or a shortage of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Composition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Age and Sex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division of a population into age groups.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males and females in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males for every 100 females.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Youthful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population with a high share of young people (over 40 % under 15) and few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Ageing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population with a high share of old people (over 15 % aged 65 and over) and few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Age and sex composition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Basis of analysis: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division of a population by age and sex shows its past and helps to predict its future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groups: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dependants (0–14 years), produced by high birth rates.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Working population (15–64 years), which produces and pays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Old dependants (65 years and over), numerous where death rates are low and life expectancy is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Sex ratio: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calculated as males ÷ females × 100; a ratio above 100 means more men than women.</a:t>
            </a:r>
            <a:endParaRPr lang="en-US" sz="3600" dirty="0"/>
          </a:p>
        </p:txBody>
      </p:sp>
      <p:pic>
        <p:nvPicPr>
          <p:cNvPr id="5" name="Image 0" descr="/home/claude/f4/img/v2/pop2_sexratio.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sex ratio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the sex ratio:</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Births: about 105 boys are born for every 100 girls.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Life expectancy: women live longer, so old people are mostly women.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men migrate more for work, so towns and mining areas have more men.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Wars kill more men than women.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Youthful Population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youthful population has the following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More than 40 % of the people are under 15 and fewer than 5 % are 65 or over, as in Niger, Nigeria and the DR Congo.</a:t>
            </a:r>
            <a:endParaRPr lang="en-US" sz="3000" dirty="0"/>
          </a:p>
        </p:txBody>
      </p:sp>
      <p:pic>
        <p:nvPicPr>
          <p:cNvPr id="6" name="Image 0" descr="/home/claude/f4/img/v2/youth_ageing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young and old people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Youthful Population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About 42 % of Cameroonians are under 15 and only about 3 % are 65 or over.</a:t>
            </a:r>
            <a:endParaRPr lang="en-US" sz="3600" dirty="0"/>
          </a:p>
        </p:txBody>
      </p:sp>
      <p:pic>
        <p:nvPicPr>
          <p:cNvPr id="6" name="Image 0" descr="/home/claude/f4/img/v2/pyramid_cameroon_big.png">    </p:cNvPr>
          <p:cNvPicPr>
            <a:picLocks noChangeAspect="1"/>
          </p:cNvPicPr>
          <p:nvPr/>
        </p:nvPicPr>
        <p:blipFill>
          <a:blip r:embed="rId1"/>
          <a:stretch>
            <a:fillRect/>
          </a:stretch>
        </p:blipFill>
        <p:spPr>
          <a:xfrm>
            <a:off x="5349240" y="2409394"/>
            <a:ext cx="6659575" cy="301762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Youthful Population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dependency: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workers support many children, so savings and investment are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Youthful Population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Pressure on services: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There is a huge demand for schools, maternity wards and basic health care.</a:t>
            </a:r>
            <a:endParaRPr lang="en-US" sz="3600" dirty="0"/>
          </a:p>
        </p:txBody>
      </p:sp>
      <p:pic>
        <p:nvPicPr>
          <p:cNvPr id="6" name="Image 0" descr="/home/claude/f4/img/v2/f2t_classroom.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crowded classroom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Youthful Population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enter the job market each year, which causes unemployment and may cause social unrest.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momentum: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many young people will soon have children, so the population will keep growing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Ageing Population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ageing population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More than 15 % of the people are 65 or over and fewer than 20 % are under 15, as in Japan, Germany and Italy.</a:t>
            </a:r>
            <a:endParaRPr lang="en-US" sz="3200" dirty="0"/>
          </a:p>
        </p:txBody>
      </p:sp>
      <p:pic>
        <p:nvPicPr>
          <p:cNvPr id="6" name="Image 0" descr="/home/claude/f4/img/v2/pyramid_japan_big.png">    </p:cNvPr>
          <p:cNvPicPr>
            <a:picLocks noChangeAspect="1"/>
          </p:cNvPicPr>
          <p:nvPr/>
        </p:nvPicPr>
        <p:blipFill>
          <a:blip r:embed="rId1"/>
          <a:stretch>
            <a:fillRect/>
          </a:stretch>
        </p:blipFill>
        <p:spPr>
          <a:xfrm>
            <a:off x="5349240" y="2409394"/>
            <a:ext cx="6659575" cy="301762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Japan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Ageing Population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Japan: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29 % of Japanese are 65 or over, one of the highest shares in the world.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Shrinking workforce: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shortages appear, which lowers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Ageing Population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State spending: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Governments spend a lot on pensions, hospitals and care for the elderly.</a:t>
            </a:r>
            <a:endParaRPr lang="en-US" sz="3600" dirty="0"/>
          </a:p>
        </p:txBody>
      </p:sp>
      <p:pic>
        <p:nvPicPr>
          <p:cNvPr id="6" name="Image 0" descr="/home/claude/f4/img/v2/f2t_docto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health care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Ageing Population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Closure of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and maternity wards close because there are fewer children.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raise the retirement age, encourage births and accept immigrant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40 % of people under 15 and fewer than 5 % aged 65 or over; high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shortages and high spending on pensions and health care (also school closures).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number of males per 100 females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population with over 40 % under 15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an ______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what the base of a population pyramid represents.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Youthful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jeune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Ageing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vieillissement de 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Sex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 de masculinité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momentum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L'élan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Retirement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Age and Sex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age composition, sex composition and sex ratio. Explain the factors of the sex ratio. Describe a youthful population and its consequences. Describe an ageing population and its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distinguish youthful and ageing populations and explain their socio-economic consequences and planning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Age and Sex Composition; The Youthful Population; The Ageing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what the base of a population pyramid represents.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count boys and girls in the class and calculate the ratio.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figures of Niger, Cameroon and Japan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count the pupils of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narrow-based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care of old people.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“Class” by WABC Certified Business Coach • Counselor, CC BY 2.0, via Flickr (https://www.flickr.com/photos/43919827@N00/3617014360)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“Medical Readiness and Training Exercise 15-3” by US Army Africa, CC BY 2.0, via Flickr (https://www.flickr.com/photos/36281822@N08/16958932197)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2026-09-29T03:12:59Z</dcterms:created>
  <dcterms:modified xsi:type="dcterms:W3CDTF">2026-09-29T03:12:59Z</dcterms:modified>
</cp:coreProperties>
</file>