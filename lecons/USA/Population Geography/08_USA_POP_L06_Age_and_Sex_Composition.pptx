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Age and Sex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Structure and Composition, and the sub-topic is Age-Sex Composition. The key notions we shall use today are: age structure, sex composition, sex ratio, youthful population, ageing population, population momentum, dependency. At the end, you should be able to do this: learners are able to distinguish youthful and ageing populations and explain their socio-economic consequences and planning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Population Structure. The question was: Define the sex ratio.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sex ratio is the number of males for every 100 females in a population.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age composition, sex composition and sex ratio. Number 2: explain the factors of the sex ratio. Number 3: describe a youthful population and its consequences. Number 4: describe an ageing population and its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three age groups are 0–14, 15–64 and 65 and over. The sex ratio is the number of males per 100 females. Cameroon has many children.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At the Garoua Regional Hospital, the maternity and paediatric wards are full of pregnant women and hundreds of children, while the ward for elderly people is small. In the universities and training centres of the North, most students are between 18 and 30 years old. A visiting doctor from Japan says that in his country hospitals are full of old people and many schools close. A student asks: "Why is our population so young while Japan's is so old, and what problems does each situation cause?"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student does not understand the difference between youthful and ageing populations and their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there so many children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Because birth rates are high and life expectancy is lower than in developed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main challenge of a youthful population?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Creating enough schools and jobs for the many young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prepare for the job market through studies and training, and respect and care for elderly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problems caused by a young or an old population and the policies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sex ratio.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there more women than men among old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Women generally live longer than 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young and old people in some countries.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About what share of the population of Cameroon is under 15?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42 %.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crowded classroom.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consequence of a youthful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Crowded schools, high unemployment or a high dependency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pyramid of Japan.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base of the pyramid of Japan narrow?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Because birth rates are very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doctor at 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consequence of an ageing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spending on pensions and health care, or a shortage of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Age composition and Sex ratio.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Youthful population and Ageing population.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Age Groups and Sex Ratio. Age and sex composition is explained as follows. Copy the point on Age groups: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sex ratio on the left, then draw the diagram on the right: the sex ratio.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the Sex Ratio. The sex ratio varies because of the following factors. Copy the point on More boys at birth: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the Sex Ratio. Copy the point on More women in old age: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the Sex Ratio. Copy the point on More men in towns and mining areas: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Youthful Population. The youthful population has the following characteristics. Copy the point on Many young people on the left, then draw the diagram on the right: youthful and ageing populations.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Youthful Population. Copy the point on Few old people: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Youthful Population. Copy the point on Location: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Example of Cameroon on the left, then draw the diagram on the right: the pyramid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of a Youthful Population. A youthful population has the following socio-economic consequences. Copy the point on High dependency: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Pressure on services on the left, then draw the diagram on the right: a classroom.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of a Youthful Population. Copy the point on Unemployment: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of a Youthful Population. Copy the point on A future labour force: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Ageing Population. The ageing population has the following characteristics. Copy the point on Many old people on the left, then draw the diagram on the right: the pyramid of Japan.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Ageing Population. Copy the point on Few young people: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Ageing Population. Copy the point on Location: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Ageing Population. Copy the point on Example of Japan: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of an Ageing Population. An ageing population has the following socio-economic consequences. Copy the point on A shrinking workforce: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High state spending on the left, then draw the diagram on the right: health care.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of an Ageing Population. Copy the point on Closure of services: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of an Ageing Population. Copy the point on Government responses: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characteristics of a youthful population.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over 40 % of people under 15 and fewer than 5 % aged 65 or over; high birth rates.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consequences of an ageing population.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labour shortages and high spending on pensions and health care (also school closures).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sex ratio; number 2, youthful; number 3, ageing.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State what the base of a population pyramid represents.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Population Pyramids.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6: AGE AND SEX COMPOSITION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Age and Sex Composition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Structure and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Age-Sex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Age and Sex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Age structure, sex composition, sex ratio, youthful population, ageing population, population momentum, dependency.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age and sex composition; global patterns: youthful and ageing populations with examples; socio-economic consequences of each.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distinguish youthful and ageing populations and explain their socio-economic consequences and planning challenges.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Population Structure):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sex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sex ratio is the number of males for every 100 females in a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age composition, sex composition and sex ratio.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the sex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 youthful population and its consequences.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an ageing population and its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three age groups are 0–14, 15–64 and 65 and over.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sex ratio is the number of males per 100 females.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many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Garoua Regional Hospital, the maternity and paediatric wards are full of pregnant women and hundreds of children, while the ward for elderly people is small.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universities and training centres of the North, most students are between 18 and 30 years 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visiting doctor from Japan says that in his country hospitals are full of old people and many schools close.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asks: "Why is our population so young while Japan's is so old, and what problems does each situation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student does not understand the difference between youthful and ageing populations and their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so many children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birth rates are high and life expectancy is lower than in developed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challenge of a youthful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Creating enough schools and jobs for the many young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for the job market through studies and training, and respect and care for elderly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problems caused by a young or an old population and the policies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SEX COMPOSITION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op2_sexratio.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sex ratio.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SEX 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more women than men among old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SEX 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Women generally live longer than men.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YOUTHFUL 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youth_age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Young and old people in some countries.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YOUTHFUL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what share of the population of Cameroon is under 15?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YOUTHFUL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42 %.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YOUTHFUL 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lassroo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classroom.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YOUTHFUL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consequence of a youthful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YOUTHFUL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Crowded schools, high unemployment or a high dependency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AGEING 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yramid_japa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pyramid of Japan.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AGEING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base of the pyramid of Japan narrow?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AGEING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birth rates are very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AGEING 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doct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doctor at 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AGEING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consequence of an ageing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AGEING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spending on pensions and health care, or a shortage of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Structure and Composition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Age-Sex Composition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Age and Sex 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Age composition: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division of a population into age groups.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Sex ratio: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males for every 100 females.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Youthful 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population with a high share of young people (over 40 % under 15) and few old people.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Ageing 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population with a high share of old people (over 15 % aged 65 and over) and few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Age and Sex Composition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Age Groups and Sex Ratio</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Age and sex composition is explained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Age groups: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population is divided into young dependants (0 to 14 years), the working population (15 to 64 years) and old dependants (65 years and over). This division shows the past of a population and helps to predict its future needs.</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Age and Sex Composition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Age Groups and Sex Ratio</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sex ratio: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calculated as males ÷ females × 100. A ratio above 100 means more men than women, and a ratio below 100 means more women than men.</a:t>
            </a:r>
            <a:endParaRPr lang="en-US" sz="3600" dirty="0"/>
          </a:p>
        </p:txBody>
      </p:sp>
      <p:pic>
        <p:nvPicPr>
          <p:cNvPr id="6" name="Image 0" descr="/home/claude/f4/img/v2/pop2_sexratio.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sex ratio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Age and Sex Composition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Factors of the Sex Ratio</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sex ratio varies because of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More boys at birth: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105 boys are born for every 100 girls. The sex ratio of young children is therefore slightly above 100.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Age and Sex Composition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Factors of the Sex Ratio</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More women in old 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Women live longer than men on average. Old age groups therefore contain more women than men.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Age and Sex Composition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Factors of the Sex Ratio</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More men in towns and mining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Men migrate more for work, so towns and mining areas have more men than women. Wars kill more men, which lowers the sex ratio of the adult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Youthful Population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youthful population has the following characteristics: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Many young people: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More than 40 % of the people are under 15 years old. This is because birth rates are high.</a:t>
            </a:r>
            <a:endParaRPr lang="en-US" sz="3600" dirty="0"/>
          </a:p>
        </p:txBody>
      </p:sp>
      <p:pic>
        <p:nvPicPr>
          <p:cNvPr id="6" name="Image 0" descr="/home/claude/f4/img/v2/youth_ageing_big.png">    </p:cNvPr>
          <p:cNvPicPr>
            <a:picLocks noChangeAspect="1"/>
          </p:cNvPicPr>
          <p:nvPr/>
        </p:nvPicPr>
        <p:blipFill>
          <a:blip r:embed="rId1"/>
          <a:stretch>
            <a:fillRect/>
          </a:stretch>
        </p:blipFill>
        <p:spPr>
          <a:xfrm>
            <a:off x="6537960" y="2721454"/>
            <a:ext cx="5470855" cy="2393499"/>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youthful and ageing populations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Youthful Population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Few old people: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Fewer than 5 % of the people are 65 or over. Life expectancy is still low because of poverty and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Youthful Population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Youthful populations are found in developing countries, such as Niger, Nigeria and the DR Congo. Most of them are in sub-Saharan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Youthful Population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Example of Cameroon: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About 42 % of Cameroonians are under 15 and only about 3 % are 65 or over. Cameroon therefore has a youthful population.</a:t>
            </a:r>
            <a:endParaRPr lang="en-US" sz="3600" dirty="0"/>
          </a:p>
        </p:txBody>
      </p:sp>
      <p:pic>
        <p:nvPicPr>
          <p:cNvPr id="6" name="Image 0" descr="/home/claude/f4/img/v2/pyramid_cameroon_big.png">    </p:cNvPr>
          <p:cNvPicPr>
            <a:picLocks noChangeAspect="1"/>
          </p:cNvPicPr>
          <p:nvPr/>
        </p:nvPicPr>
        <p:blipFill>
          <a:blip r:embed="rId1"/>
          <a:stretch>
            <a:fillRect/>
          </a:stretch>
        </p:blipFill>
        <p:spPr>
          <a:xfrm>
            <a:off x="6537960" y="2678713"/>
            <a:ext cx="5470855" cy="2478981"/>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pyramid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Consequences of a Youthful Population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youthful population has the following socio-economic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dependency: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 workers must support many children. As a result, families and the state save and invest little.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Consequences of a Youthful Population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Pressure on services: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There is a huge demand for schools, maternity wards and basic health care. Classrooms are overcrowded, as in many schools of Garoua.</a:t>
            </a:r>
            <a:endParaRPr lang="en-US" sz="3600" dirty="0"/>
          </a:p>
        </p:txBody>
      </p:sp>
      <p:pic>
        <p:nvPicPr>
          <p:cNvPr id="6" name="Image 0" descr="/home/claude/f4/img/v2/f2t_classroom.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classroom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Consequences of a Youthful Population</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Unemployment: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young people enter the job market each year, but jobs are too few. This causes unemployment and may lead to social unrest.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Consequences of a Youthful Population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future labour force: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many young people will soon have children, so the population will keep growing fast. If they are educated and employed, they can become a large workforce that boosts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The Ageing Population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ageing population has the following characteristics: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Many old people: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More than 15 % of the people are 65 or over. This is because people live longer thanks to good health care.</a:t>
            </a:r>
            <a:endParaRPr lang="en-US" sz="3600" dirty="0"/>
          </a:p>
        </p:txBody>
      </p:sp>
      <p:pic>
        <p:nvPicPr>
          <p:cNvPr id="6" name="Image 0" descr="/home/claude/f4/img/v2/pyramid_japan_big.png">    </p:cNvPr>
          <p:cNvPicPr>
            <a:picLocks noChangeAspect="1"/>
          </p:cNvPicPr>
          <p:nvPr/>
        </p:nvPicPr>
        <p:blipFill>
          <a:blip r:embed="rId1"/>
          <a:stretch>
            <a:fillRect/>
          </a:stretch>
        </p:blipFill>
        <p:spPr>
          <a:xfrm>
            <a:off x="6537960" y="2678713"/>
            <a:ext cx="5470855" cy="2478981"/>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pyramid of Japan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Ageing Population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Few young people: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Fewer than 20 % of the people are under 15. Birth rates are low because couples choose small families.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Ageing Population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Ageing populations are found in developed countries, such as Japan, Germany and Italy. Most of Europe is in this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Ageing Population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of Japan: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29 % of Japanese are 65 or over, one of the highest shares in the world. Its population has been falling since about 2010.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Consequences of an Ageing Population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ageing population has the following socio-economic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shrinking workforce: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fewer young people to replace the workers who retire. Labour shortages appear, which lowers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D) Consequences of an Ageing Population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High state spending: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Governments spend a lot on pensions, hospitals and care for the elderly. Fewer workers must pay taxes to support them.</a:t>
            </a:r>
            <a:endParaRPr lang="en-US" sz="3600" dirty="0"/>
          </a:p>
        </p:txBody>
      </p:sp>
      <p:pic>
        <p:nvPicPr>
          <p:cNvPr id="6" name="Image 0" descr="/home/claude/f4/img/v2/f2t_doctor.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health care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600" b="1" dirty="0">
                <a:solidFill>
                  <a:srgbClr val="990011"/>
                </a:solidFill>
                <a:latin typeface="Times New Roman" pitchFamily="34" charset="0"/>
                <a:ea typeface="Times New Roman" pitchFamily="34" charset="-122"/>
                <a:cs typeface="Times New Roman" pitchFamily="34" charset="-120"/>
              </a:rPr>
              <a:t>D) Consequences of an Ageing Population</a:t>
            </a:r>
            <a:endParaRPr lang="en-US" sz="26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Closure of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Schools and maternity wards close because there are fewer children. Some villages lose their young people and die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Patterns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D) Consequences of an Ageing Population</a:t>
            </a:r>
            <a:endParaRPr lang="en-US" sz="31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Government responses: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Governments raise the retirement age and encourage births with family allowances. They also accept immigrant workers to fill labour shortages.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a youthful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 40 % of people under 15 and fewer than 5 % aged 65 or over; high birth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consequences of an ageing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Labour shortages and high spending on pensions and health care (also school closures).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number of males per 100 females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population with over 40 % under 15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Japan has an ______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what the base of a population pyramid represents.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Population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Youthful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population jeune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Ageing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vieillissement de la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Sex ratio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rapport de masculinité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Dependency ratio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dépendance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 momentum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L'élan démographique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Retirement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retraite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Structure and Composition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Age and Sex Composition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age composition, sex composition and sex ratio. Explain the factors of the sex ratio. Describe a youthful population and its consequences. Describe an ageing population and its consequences.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distinguish youthful and ageing populations and explain their socio-economic consequences and planning challenges.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Age Groups and Sex Ratio; Factors of the Sex Ratio; The Youthful Population; Consequences of a Youthful Population; The Ageing Population; Consequences of an Ageing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what the base of a population pyramid represents.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count boys and girls in the class and calculate the ratio.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figures of Niger, Cameroon and Japan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count the pupils of the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narrow-based pyramid.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care of old people.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“Class” by WABC Certified Business Coach • Counselor, CC BY 2.0, via Flickr (https://www.flickr.com/photos/43919827@N00/3617014360)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“Medical Readiness and Training Exercise 15-3” by US Army Africa, CC BY 2.0, via Flickr (https://www.flickr.com/photos/36281822@N08/16958932197)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2026-10-06T05:44:03Z</dcterms:created>
  <dcterms:modified xsi:type="dcterms:W3CDTF">2026-10-06T05:44:03Z</dcterms:modified>
</cp:coreProperties>
</file>