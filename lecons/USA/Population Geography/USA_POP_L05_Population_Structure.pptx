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5: Population 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count boys and girls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languages spoken in class.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parents' jobs.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school enrolment.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sex 2. socio-political 3. economic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Structure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Population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Population Structure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structure, composition, demographic, socio-political, economic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population structure; demographic, socio-political and economic components.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components of population structure and their importance.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population structure.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demographic, socio-political and economic components.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structure matters for planning.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census collects age, sex, work and education.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has many ethnic groups and two official languages.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Two towns both have 50,000 people. One has many children and farmers; the other has many workers, civil servants and university students. Their needs are very different.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with the same size have different needs.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makes them different?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Their population structure (age, work, education).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it matter?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Planners must provide the right schools, jobs and services.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make-up of a population, not only its size.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structure_compon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components of population 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three groups of population components.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Demographic, socio-political and economic.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DEMOGRAPHIC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hildre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large group of school children.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DEMOGRAPHIC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demographic components does a census record?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DEMOGRAPHIC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Age, sex and marital status.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SOCIO-POLITICAL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market where many groups meet.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SOCIO-POLITICAL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socio-political components.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SOCIO-POLITICAL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Ethnic group, religion, language, nationality.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factory_work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9570" y="1691640"/>
            <a:ext cx="8149812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Factory workers.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economic components of a population.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Occupation and income (also education, literacy).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usa_gir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Pupils in a primary school.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literacy rate important for development?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ECONOMIC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Educated people are more productive and healthier.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Structure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Structure and Composition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Meaning of Population Structure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Population Structure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Population structure: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make-up of a population by age, sex and other characteristics.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Literacy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percentage of adults who can read and write.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Sex ratio: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males per 100 females.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Demographic: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include age, sex and marital status. They are shown on population pyramids.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Socio-political: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include ethnic group, religion, language and nationality. They affect culture and politics.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Economic: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include occupation, income, education and literacy. They show the level of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Planning: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 shows how many schools, jobs and hospitals are needed. A young population needs schools, and an old one needs health care.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Development: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share of people in farming, industry and services shows economic progress. Literacy and income measure well-being.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population structure.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make-up of a population by age, sex and other characteristics.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example of each group of components.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Demographic: age. Socio-political: religion. Economic: occupation.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Males per 100 females is the ______ ratio.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Language and religion are ______ components.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Occupation is an ______ component.</a:t>
            </a:r>
            <a:endParaRPr lang="en-US" sz="3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of your family members by age, sex and occupation.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6: Age and Sex Composition.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structure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L'âge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sexe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profession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Literacy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L'alphabétisation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Religion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religion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Structure and Composition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Population Structure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population structure. Describe demographic, socio-political and economic components. Explain why structure matters for planning.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the components of population structure and their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Population structure, Literacy rate, Sex ratio; II. Components: Demographic, Socio-political, Economic; III. Importance: Planning,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of your family members by age, sex and occupation.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“African school children” by World Resources, CC BY-NC-SA 2.0, via Flickr (https://www.flickr.com/photos/26107309@N05/2658469563)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“Sandga Market in Douala, Cameroon” by The Advocacy Project, CC BY-NC-SA 2.0, via Flickr (https://www.flickr.com/photos/42487558@N00/3636438732)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“Photo by USAID East Africa” by U.S. Agency for International Development, CC0 1.0, via rawpixel (https://www.rawpixel.com/image/4051097/image-public-domain-person-building)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“Students in Primary Seven at Zanaki Primary School” by World Bank Photo Collection, CC BY-NC-ND 2.0, via Flickr (https://www.flickr.com/photos/10816734@N03/33423887921)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2026-09-26T18:49:33Z</dcterms:created>
  <dcterms:modified xsi:type="dcterms:W3CDTF">2026-09-26T18:49:33Z</dcterms:modified>
</cp:coreProperties>
</file>