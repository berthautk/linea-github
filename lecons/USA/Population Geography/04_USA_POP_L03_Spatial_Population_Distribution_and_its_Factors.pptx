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Lst>
  <p:notesMasterIdLst>
    <p:notesMasterId r:id="rId7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notesMaster" Target="notesMasters/notesMaster1.xml"/><Relationship Id="rId77" Type="http://schemas.openxmlformats.org/officeDocument/2006/relationships/presProps" Target="presProps.xml"/><Relationship Id="rId78" Type="http://schemas.openxmlformats.org/officeDocument/2006/relationships/viewProps" Target="viewProps.xml"/><Relationship Id="rId79" Type="http://schemas.openxmlformats.org/officeDocument/2006/relationships/theme" Target="theme/theme1.xml"/><Relationship Id="rId8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Spatial Population Distribution and its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Numbers, and the sub-topic is Population Density and Distribution. The key notions we shall use today are: ecumene, non-ecumene, densely populated area, sparsely populated area, physical factors, economic factors, political factors. At the end, you should be able to do this: learners are able to explain why some areas of the world and of Cameroon are densely populated while others are almost empty.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1: Techniques of Mapping Population Distribution and Density. The question was: Name two regions of the world that are densely populated.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South and East Asia, Western Europe, the north-east of the USA and the Nile valley (any two).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distinguish between ecumene and non-ecumene with examples. Number 2: identify the densely and sparsely populated regions of the world. Number 3: explain the physical factors of population distribution. Number 4: explain the economic, social, political and historical factors. Number 5: explain why some harsh areas have large populations.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About 90 % of people live in the northern hemisphere. The dot map shows clusters of people. The Littoral Region is much denser than the East Region.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a geography club meeting, Aïssatou compares two places: the Mbouda area in the West, with small farms everywhere and villages close together on fertile volcanic soils, and the forest of Lomié in the East, with only a few villages along the road. She then sees on television the huge city of Dubai in the middle of a desert. She asks: "Why do so many people live in some places and so few in others, and how can a city grow in a desert?"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Aïssatou does not understand the factors that make some areas dense and others sparse.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 Mbouda area densely populated?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has fertile volcanic soils, a cool climate and enough rain for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can Dubai grow in a desert?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Thanks to oil wealth and technology such as desalination and air conditioning.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physical and human advantages of each area to develop it, and protect the environment of crowded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causes of the uneven distribution of people and to plan the use of land and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dense and empty areas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one area of the non-ecumene.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Antarctica, the Sahara, Greenland or the heart of Siberia.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sand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deserts like the Sahara sparsely populated?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lack water, and their soils are poor.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rice fields on a fertile plain.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fertile river plains like the Ganges plain attract many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have water and fertile alluvial soils for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douala, the economic capital.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Douala attract many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has the port, industries, trade and many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refugee camp.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war change the distribution of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People flee from war zones, which become empty, and crowd into camps and safe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Ecumene.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Non-ecumene (anecumene) and Densely populated area.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Sparsely populated area.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Ecumene and Non-Ecumene. The ecumene and the non-ecumene are presented as follows. Copy the point on The ecumene on the left, then draw the diagram on the right: dense and empty areas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non-ecumene on the left, then draw the diagram on the right: the cold tundra.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Ecumene and Non-Ecumene. On this slide we have Temporary use and Changing limit.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Densely and Sparsely Populated Regions. The densely and sparsely populated regions of the world are the following. On this slide we have Densely populated regions.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Densely and Sparsely Populated Regions. Copy this carefully.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Densely and Sparsely Populated Regions. On this slide we have Sparsely populated regions.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Densely and Sparsely Populated Regions.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 of Cameroon on the left, then draw the diagram on the right: densities in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Physical (Environmental) Factors. The physical factors of population distribution are the following. Copy the point on Climate on the left, then draw the diagram on the right: a sand desert.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Relief on the left, then draw the diagram on the right: high mountains.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Tropical highlands on the left, then draw the diagram on the right: the Bamenda Highlands.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Physical (Environmental) Factors. On this slide we have Water supply.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Soils on the left, then draw the diagram on the right: a fertile plain.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Economic and Social Factors. The economic and social factors of population distribution are the following. Copy the point on Economic activities on the left, then draw the diagram on the right: douala.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Industrial development on the left, then draw the diagram on the right: a car factory.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Economic and Social Factors. On this slide we have Social services and Culture and religion.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Political and Historical Factors. The political and historical factors of population distribution are the following. Copy the point on Political stability on the left, then draw the diagram on the right: a refugee camp.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Political and Historical Factors. On this slide we have Insecurity in Cameroon and Government policies.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Political and Historical Factors. On this slide we have Historical development.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Harsh Areas with Large Populations. Some harsh areas have large populations for the following reasons. Copy the point on Technology and wealth on the left, then draw the diagram on the right: a desalination plant.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Harsh Areas with Large Populations. On this slide we have Religion and Mining.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Harsh Areas with Large Populations. On this slide we have Conclusion.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between ecumene and non-ecumene with one example each.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ecumene is permanently inhabited, e.g. Western Europe; the non-ecumene is uninhabited or temporarily used, e.g. Antarctica.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why tropical highlands like the Bamenda Highlands are densely populated.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are cooler and healthier than the lowlands and have fertile volcanic soils and enough rain.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ecumene; number 2, desalination; number 3, industry (steel).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State how population density changes as altitude increases.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2: Population Distribution and Altitude.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3: SPATIAL POPULATION DISTRIBUTION AND ITS FACTORS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Spatial Population Distribution and its Factors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Numbers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and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Spatial Population Distribution and its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Ecumene, non-ecumene, densely populated area, sparsely populated area, physical factors, economic factors, political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Variations of distribution at different scales: ecumene and non-ecumene, dense and sparse regions; physical, economic, social, political and historical factors; areas with extreme climates and high populations.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some areas of the world and of Cameroon are densely populated while others are almost empty.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1: Techniques of Mapping Population Distribution and Density):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regions of the world that are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South and East Asia, Western Europe, the north-east of the USA and the Nile valley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between ecumene and non-ecumene with examples.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densely and sparsely populated regions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physical factors of population distribution.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economic, social, political and historical factors.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some harsh areas have large populations.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About 90 % of people live in the northern hemisphere.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dot map shows clusters of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Littoral Region is much denser than the East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a geography club meeting, Aïssatou compares two places: the Mbouda area in the West, with small farms everywhere and villages close together on fertile volcanic soils, and the forest of Lomié in the East, with only a few villages along the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then sees on television the huge city of Dubai in the middle of a desert.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asks: "Why do so many people live in some places and so few in others, and how can a city grow in a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Aïssatou does not understand the factors that make some areas dense and others sparse.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Mbouda area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fertile volcanic soils, a cool climate and enough rain for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Dubai grow in a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Thanks to oil wealth and technology such as desalination and air conditioning.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physical and human advantages of each area to develop it, and protect the environment of crowded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causes of the uneven distribution of people and to plan the use of land and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ECUMENE AND NON-ECUMENE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op2_ecumene.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Dense and empty areas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ECUMENE AND NON-ECUMENE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area of the non-ecumene.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ECUMENE AND NON-ECUMENE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Antarctica, the Sahara, Greenland or the heart of Siberia.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er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sand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deserts like the Sahara sparsely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lack water, and their soils are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rice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Rice fields on a fertile plain.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fertile river plains like the Ganges plain attract many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water and fertile alluvial soils for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ECONOMIC AND SOCIAL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 the economic capital.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ECONOMIC AND SOCIAL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Douala attract many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ECONOMIC AND SOCIAL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the port, industries, trade and many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POLITICAL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refug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refugee camp.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POLITICAL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war change the distribution of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POLITICAL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flee from war zones, which become empty, and crowd into camps and safe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Numbers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Density and Distribution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Spatial Population Distribution and its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Ecumene: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part of the Earth that is permanently inhabited because conditions are favourable to human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Non-ecumene (anecumene):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part of the Earth that is uninhabited or only temporarily used because conditions are too harsh.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Densely populated area: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area with many people per km², generally more than 50.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Sparsely populated area: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area with few people per km², generally fewer than 10.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Variations of Population Distribution at Different Scales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Ecumene and Non-Ecumene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ecumene and the non-ecumene are presented as follows: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The ecumene: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It covers areas with a moderate climate, fertile soils and water, such as Western Europe, South-East Asia and the Nile valley.</a:t>
            </a:r>
            <a:endParaRPr lang="en-US" sz="2800" dirty="0"/>
          </a:p>
        </p:txBody>
      </p:sp>
      <p:pic>
        <p:nvPicPr>
          <p:cNvPr id="6" name="Image 0" descr="/home/claude/f4/img/v2/pop2_ecumene.png">    </p:cNvPr>
          <p:cNvPicPr>
            <a:picLocks noChangeAspect="1"/>
          </p:cNvPicPr>
          <p:nvPr/>
        </p:nvPicPr>
        <p:blipFill>
          <a:blip r:embed="rId1"/>
          <a:stretch>
            <a:fillRect/>
          </a:stretch>
        </p:blipFill>
        <p:spPr>
          <a:xfrm>
            <a:off x="5349240" y="2253310"/>
            <a:ext cx="6659575" cy="332978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dense and empty areas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Variations of Population Distribution at Different Scales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Ecumene and Non-Ecumene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non-ecumene: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covers areas that are too cold, too dry or too high, such as Antarctica, the Sahara and Greenland.</a:t>
            </a:r>
            <a:endParaRPr lang="en-US" sz="3600" dirty="0"/>
          </a:p>
        </p:txBody>
      </p:sp>
      <p:pic>
        <p:nvPicPr>
          <p:cNvPr id="6" name="Image 0" descr="/home/claude/f4/img/v2/lsa_tundra.jpg">    </p:cNvPr>
          <p:cNvPicPr>
            <a:picLocks noChangeAspect="1"/>
          </p:cNvPicPr>
          <p:nvPr/>
        </p:nvPicPr>
        <p:blipFill>
          <a:blip r:embed="rId1"/>
          <a:stretch>
            <a:fillRect/>
          </a:stretch>
        </p:blipFill>
        <p:spPr>
          <a:xfrm>
            <a:off x="5349240" y="2069407"/>
            <a:ext cx="6659575" cy="369759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cold tundra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Variations of Population Distribution at Different Scales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Ecumene and Non-Ecumene</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Temporary 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non-ecumene is only visited for research, mining, herding or tourism, as in Antarctic research stations.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Changing limit: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limit of the ecumene moves with technology: irrigation and oil wealth have created towns in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Variations of Population Distribution at Different Scales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Densely and Sparsely Populated Regions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densely and sparsely populated regions of the world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Densely populated regions: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South and East Asia (India, China, Bangladesh), with fertile plains and a monsoon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Variations of Population Distribution at Different Scales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900" b="1" dirty="0">
                <a:solidFill>
                  <a:srgbClr val="990011"/>
                </a:solidFill>
                <a:latin typeface="Times New Roman" pitchFamily="34" charset="0"/>
                <a:ea typeface="Times New Roman" pitchFamily="34" charset="-122"/>
                <a:cs typeface="Times New Roman" pitchFamily="34" charset="-120"/>
              </a:rPr>
              <a:t>B) Densely and Sparsely Populated Regions (continued)</a:t>
            </a:r>
            <a:endParaRPr lang="en-US" sz="19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Western Europe, with industries and towns.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north-east of the USA, around New York.</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Nile valley and West African coasts.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Variations of Population Distribution at Different Scales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B) Densely and Sparsely Populated Regions (continued)</a:t>
            </a:r>
            <a:endParaRPr lang="en-US" sz="27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Sparsely populated regions: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Hot deserts such as the Sahara and the Australian desert.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High mountains such as the Himalayas.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Cold lands such as Greenland, Northern Canada and Siberia.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Variations of Population Distribution at Different Scales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900" b="1" dirty="0">
                <a:solidFill>
                  <a:srgbClr val="990011"/>
                </a:solidFill>
                <a:latin typeface="Times New Roman" pitchFamily="34" charset="0"/>
                <a:ea typeface="Times New Roman" pitchFamily="34" charset="-122"/>
                <a:cs typeface="Times New Roman" pitchFamily="34" charset="-120"/>
              </a:rPr>
              <a:t>B) Densely and Sparsely Populated Regions (continued)</a:t>
            </a:r>
            <a:endParaRPr lang="en-US" sz="19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Dense rainforests such as the Amazon.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Variations of Population Distribution at Different Scales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Densely and Sparsely Populated Regions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Example of Cameroon: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West, the Littoral and the Mandara Mountains are dense, while the forests of the East and the Faro area are sparse.</a:t>
            </a:r>
            <a:endParaRPr lang="en-US" sz="3600" dirty="0"/>
          </a:p>
        </p:txBody>
      </p:sp>
      <p:pic>
        <p:nvPicPr>
          <p:cNvPr id="6" name="Image 0" descr="/home/claude/f4/img/v2/choropleth_big.png">    </p:cNvPr>
          <p:cNvPicPr>
            <a:picLocks noChangeAspect="1"/>
          </p:cNvPicPr>
          <p:nvPr/>
        </p:nvPicPr>
        <p:blipFill>
          <a:blip r:embed="rId1"/>
          <a:stretch>
            <a:fillRect/>
          </a:stretch>
        </p:blipFill>
        <p:spPr>
          <a:xfrm>
            <a:off x="5349240" y="2253310"/>
            <a:ext cx="6659575" cy="332978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densities in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Population 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Physical (Environmental) Factors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physical factors of population distribution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Moderate climates attract people, while very cold areas (Antarctica) and very dry areas (Sahara) repel them.</a:t>
            </a:r>
            <a:endParaRPr lang="en-US" sz="3200" dirty="0"/>
          </a:p>
        </p:txBody>
      </p:sp>
      <p:pic>
        <p:nvPicPr>
          <p:cNvPr id="6" name="Image 0" descr="/home/claude/f4/img/v2/f2t_erg.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sand desert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Population 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Physical (Environmental) Factors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Relief: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Steep mountains such as the Andes are sparsely populated, while flat, fertile lowlands like the Nile delta are crowded.</a:t>
            </a:r>
            <a:endParaRPr lang="en-US" sz="3600" dirty="0"/>
          </a:p>
        </p:txBody>
      </p:sp>
      <p:pic>
        <p:nvPicPr>
          <p:cNvPr id="6" name="Image 0" descr="/home/claude/f4/img/v2/lsa_himalaya.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high mountains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Population 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Physical (Environmental) Factors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Tropical highlands: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Cool, healthy tropical highlands, like the Ethiopian and Bamenda Highlands, are densely populated.</a:t>
            </a:r>
            <a:endParaRPr lang="en-US" sz="3600" dirty="0"/>
          </a:p>
        </p:txBody>
      </p:sp>
      <p:pic>
        <p:nvPicPr>
          <p:cNvPr id="6" name="Image 0" descr="/home/claude/f4/img/v2/usa_bamenda.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Bamenda Highlands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Population Distribution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900" b="1" dirty="0">
                <a:solidFill>
                  <a:srgbClr val="990011"/>
                </a:solidFill>
                <a:latin typeface="Times New Roman" pitchFamily="34" charset="0"/>
                <a:ea typeface="Times New Roman" pitchFamily="34" charset="-122"/>
                <a:cs typeface="Times New Roman" pitchFamily="34" charset="-120"/>
              </a:rPr>
              <a:t>A) Physical (Environmental) Factors</a:t>
            </a:r>
            <a:endParaRPr lang="en-US" sz="29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supply: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lakes and coasts attract people, like the Ganges valley or the Logone floodplain, while dry areas are empty.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Population 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Physical (Environmental) Factors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Soils: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Fertile alluvial and volcanic soils support dense farming populations, such as the Ganges plain and the Mungo area.</a:t>
            </a:r>
            <a:endParaRPr lang="en-US" sz="3600" dirty="0"/>
          </a:p>
        </p:txBody>
      </p:sp>
      <p:pic>
        <p:nvPicPr>
          <p:cNvPr id="6" name="Image 0" descr="/home/claude/f4/img/v2/f4_ricefield.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fertile plain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Population 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Economic and Social Factors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economic and social factors of population distribution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Economic activities: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Cities with jobs in trade, industry and services attract people, like Lagos, Douala and Yaoundé.</a:t>
            </a:r>
            <a:endParaRPr lang="en-US" sz="2800" dirty="0"/>
          </a:p>
        </p:txBody>
      </p:sp>
      <p:pic>
        <p:nvPicPr>
          <p:cNvPr id="6" name="Image 0" descr="/home/claude/f4/img/v2/lsa_douala.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Douala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Population 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Economic and Social Factors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Industrial development: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Mining and industry created dense regions like the Ruhr in Germany, but decline can cause loss of population, as in Detroit (USA).</a:t>
            </a:r>
            <a:endParaRPr lang="en-US" sz="3200" dirty="0"/>
          </a:p>
        </p:txBody>
      </p:sp>
      <p:pic>
        <p:nvPicPr>
          <p:cNvPr id="6" name="Image 0" descr="/home/claude/f4/img/v2/usa_carfactory.jpg">    </p:cNvPr>
          <p:cNvPicPr>
            <a:picLocks noChangeAspect="1"/>
          </p:cNvPicPr>
          <p:nvPr/>
        </p:nvPicPr>
        <p:blipFill>
          <a:blip r:embed="rId1"/>
          <a:stretch>
            <a:fillRect/>
          </a:stretch>
        </p:blipFill>
        <p:spPr>
          <a:xfrm>
            <a:off x="5349240" y="2069407"/>
            <a:ext cx="6659575" cy="369759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car factory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Population Distribution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Economic and Social Factors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attract people because they offer schools, universities, hospitals, water and electricity.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Culture and religion: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settle near their families, their ethnic group or holy places such as Jerusalem.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Population 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Political and Historical Factors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political and historical factors of population distribution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Political stability: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Peaceful countries like Switzerland attract people, while war empties areas, as in Syria.</a:t>
            </a:r>
            <a:endParaRPr lang="en-US" sz="2800" dirty="0"/>
          </a:p>
        </p:txBody>
      </p:sp>
      <p:pic>
        <p:nvPicPr>
          <p:cNvPr id="6" name="Image 0" descr="/home/claude/f4/img/v2/usa_refuge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refugee camp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Population Distribution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Political and Historical Factors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Insecurity in 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Insecurity has pushed many people out of parts of the Far North, the North-West and the South-West.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Government policies: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Governments can move people through new towns, land settlement schemes and resettlement projects.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Population Distribution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100" b="1" dirty="0">
                <a:solidFill>
                  <a:srgbClr val="990011"/>
                </a:solidFill>
                <a:latin typeface="Times New Roman" pitchFamily="34" charset="0"/>
                <a:ea typeface="Times New Roman" pitchFamily="34" charset="-122"/>
                <a:cs typeface="Times New Roman" pitchFamily="34" charset="-120"/>
              </a:rPr>
              <a:t>C) Political and Historical Factors (continued)</a:t>
            </a:r>
            <a:endParaRPr lang="en-US" sz="21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Historical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Areas settled for thousands of years, like the Nile valley and the Ganges plain, still have very high densities.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Harsh Areas with Large Populations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Some harsh areas have large populations for the following reasons: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Technology and wealth: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Dubai (UAE) grew in a hot desert thanks to oil wealth, desalination plants and air conditioning.</a:t>
            </a:r>
            <a:endParaRPr lang="en-US" sz="3200" dirty="0"/>
          </a:p>
        </p:txBody>
      </p:sp>
      <p:pic>
        <p:nvPicPr>
          <p:cNvPr id="5" name="Image 0" descr="/home/claude/f4/img/v2/f2t_desalinati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desalination plant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Harsh Areas with Large Populations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Mecca (Saudi Arabia) has a large population and millions of pilgrims despite its hot desert climate.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Mining towns grow in harsh places, such as the gold and iron towns of the Sahara and Siberia.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Harsh Areas with Large Populations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Conclusion: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Human skill and technology can overcome some natural obstacles, but at a high cost.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between ecumene and non-ecumene with one example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ecumene is permanently inhabited, e.g. Western Europe; the non-ecumene is uninhabited or temporarily used, e.g. Antarctica.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tropical highlands like the Bamenda Highlands are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cooler and healthier than the lowlands and have fertile volcanic soils and enough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permanently inhabited part of the Earth is called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Dubai grew in a desert thanks to oil and ______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Ruhr in Germany became dense because of coal and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how population density changes as altitude increases.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Population Distribution and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Ecumene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L'écoumène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Densely populated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Densément peuplé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Fertile 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 fertile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Political stability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stabilité politique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Desalination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dessalement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Numbers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Spatial Population Distribution and its Factors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between ecumene and non-ecumene with examples. Identify the densely and sparsely populated regions of the world. Explain the physical factors of population distribution. Explain the economic, social, political and historical factors. Explain why some harsh areas have large populations.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some areas of the world and of Cameroon are densely populated while others are almost empty.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Ecumene and Non-Ecumene; Densely and Sparsely Populated Regions; Physical (Environmental) Factors; Economic and Social Factors; Political and Historical Factors; Harsh Areas with Large Populations.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how population density changes as altitude increases.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dense and empty areas in two columns.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far north of Chad.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Benue floodplain.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the jobs of a big city.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talk about the refugee camp of Minawao.</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“Desert trekking in Merzouga” by Antonio Cinotti , CC BY-NC-ND 2.0, via Flickr (https://www.flickr.com/photos/46378751@N02/15331399979)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 woman harvesting rice, Barotse floodplain, Zambia. Photo by Georgina” by WorldFish, CC BY-NC-ND 2.0, via Flickr (https://www.flickr.com/photos/61545321@N06/7848727138)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“Secretary-General Visits Refugee Camps in Chad” by United Nations Photo, CC BY-NC-ND 2.0, via Flickr (https://www.flickr.com/photos/35483578@N03/6140060599)</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(The non-ecumene): “Fall Tundra Landscape” by Andrea Pokrzywinski, CC BY 2.0, via Flickr (https://www.flickr.com/photos/65781065@N00/2891717078)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(Relief): “View of the Himalaya Mountain Range” by NASA Johnson, CC BY-NC 2.0, via nasa (https://www.flickr.com/photos/29988733@N04/10678470543)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(Tropical highlands): “Bamenda, Cameroon” by jbdodane, CC BY-NC 2.0, via Flickr (https://www.flickr.com/photos/27998473@N02/11293877215)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(Industrial development): “rover 200 framing line” by spencer_cooper, CC BY-ND 2.0, via Flickr (https://www.flickr.com/photos/80889122@N06/7481166880)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(Technology and wealth): “Desalinization plant at Guantanamo Bay, Cuba” by U.S. Navy Seabee Museum, CC BY 2.0, via Flickr (https://www.flickr.com/photos/60248384@N05/6847412393)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74</Slides>
  <Notes>74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74</vt:i4>
      </vt:variant>
    </vt:vector>
  </HeadingPairs>
  <TitlesOfParts>
    <vt:vector size="7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2026-09-28T21:55:12Z</dcterms:created>
  <dcterms:modified xsi:type="dcterms:W3CDTF">2026-09-28T21:55:12Z</dcterms:modified>
</cp:coreProperties>
</file>