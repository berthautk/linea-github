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Spatial Population Distribution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ecumene, anecumene, habitable space, densely populated, sparsely populated, physical factors, human factors. At the end, you should be able to do this: learners are able to describe world population distribution and explain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Techniques of Mapping Population Distribution and Density. The question was: Explain why a choropleth map of the North Region might be misleading, even if the data are correct.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gives one average density to each division, so it hides crowded towns such as Garoua and almost empty areas such as the national parks inside the same division. The sharp change of shade at each boundary also suggests changes that do not exist on the ground.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dense and sparse regions of the world. Number 2: explain the physical factors of distribution. Number 3: explain the human factors of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is people per km². Climate and relief vary across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Most of Egypt's 110 million people live on less than 5 % of its land, along the Nile. In Cameroon, the cool Western Highlands are more crowded than the hot, wet southern forest.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crowd into some places and avoid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Egyptians live along the Nile?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gives water and fertile soil in a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Western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Cool climate, fertile volcanic soils and fewer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explain the uneven distribution of population and plan balanced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why people live where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dense and sparse areas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densely populated regions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NE USA, West Africa,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cold, empty tundra.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cold regions sparsely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Long winters, frozen soils and short growing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rice fields on a fertile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river plains and deltas often crowded?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fertile soils and water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a port and industrial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economic reasons why people crowd into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in the port and factories,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fertile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relief not always a barrier to settlement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Highlands are cooler, healthier and fertile, so they attract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Habitable space (ecumene) and Uninhabitable space (anecumene).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Variations at Different Spatial Scales. Population is unevenly distributed at all scales. On this slide we have Densely populated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Variations at Different Spatial Scales. On this slide we have Sparsely populated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(Environmental) Factors. Physical factors of population distribution include.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(Environmental) Factors. On this slide we have Water, soils and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Social and Political Factors. Human factors of population distribution include. On this slide we have Economic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Historical and political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Social and Political Factors. On this slide we have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regions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dense: East Asia, Europe. Sparse: Sahara,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can highlands be crowded in the tropics?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cooler, healthier and often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ecumene; number 2, East; number 3,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Far North plains are crowded while the East Region is sparse.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Distribution and Altitude.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SPATIAL POPULATION DISTRIBUTION AND ITS FACTORS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Population Distribution and its Factors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Ecumene, anecumene, habitable space, densely populated, sparsely populated, physical factors, human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Variations at different scales; habitable and uninhabitable space; dense and sparse regions; physical, economic, social, historical and political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Techniques of Mapping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choropleth map of the North Region might be misleading, even if the data are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one average density to each division, so it hides crowded towns such as Garoua and almost empty areas such as the national parks inside the same division. The sharp change of shade at each boundary also suggests changes that do not exist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dense and sparse regions of the world.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physical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human factors of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and relief vary across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Egypt's 110 million people live on less than 5 % of its land, along the Nile. In Cameroon, the cool Western Highlands are more crowded than the hot, wet southern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crowd into some places and avoid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Egyptians live along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water and fertile soil in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Western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 climate, fertile volcanic soils and fewer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uneven distribution of population and plan balanced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why people live where they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and sparse areas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densely populated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VARIATIONS AT DIFFERENT SCALES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NE USA, West Africa,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tundr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cold, empty tundra.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cold regions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winters, frozen soils and short growing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fertile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 plains and deltas often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FACTORS: WATER AND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and water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and industrial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reasons why people crowd into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ECONOMIC AND SOCIAL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in the port and factories,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fertile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relief not always a barrier to settlement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RELIEF AND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and fertile, so they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Habitable space (ecumene):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of the Earth where people live permanently.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Uninhabitable space (anecumene):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part where permanent settlement is very difficult, such as ice caps and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Population is unevenly distributed at all scales: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and East Asia, Western Europe, north-eastern USA and the Nile valley are crowded. In Cameroon, the West, Littoral and Far North plains are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Sparsely populated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Deserts, polar lands, high mountains and dense forests have few people. The Sahara, Siberia and the Amazon are examples; in Cameroon the East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Variations at Different Spatial Scales</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density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Physical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Moderate, well-watered climates attract people, while very cold or dry areas repel them. Yet some extreme areas are dense, such as the Nile valley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Lowlands attract people in temperate lands, but in the tropics cool highlands are often crowded. The Western Highlands of Cameroon and the Ethiopian Highlands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(Environmental)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soils and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fertile soils and minerals attract settlement. River plains and deltas such as the Ganges are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Human factors of population distribution include: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Industry, mining, ports and services create jobs and attract people. Douala grows because of 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kingdoms, colonial plantations and railways concentrated people. Government policies, capital cities and conflicts also change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Economic, Social and Political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Cultural attachment to ancestral land and family ties keep people in some areas. Access to schools and hospitals attracts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regions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East Asia, Europe. Sparse: Sahara,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highlands be crowded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cooler, healthier and often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inhabited part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 region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below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Inhabited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Habité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Spatial Population Distribution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dense and sparse regions of the world. Explain the physical factors of distribution. Explain the human factors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world population distribution and explain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Variations at Different Spatial Scales; Physical (Environmental) Factors; Economic, Social and Political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Far North plains are crowded while the East Region is sparse.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find them on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harsh environments.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the Nile and the Ganges.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jobs in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Bamenda and the southern forest.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“Fall Tundra Landscape” by Andrea Pokrzywinski, CC BY 2.0, via Flickr (https://www.flickr.com/photos/65781065@N00/2891717078)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2026-09-28T12:46:51Z</dcterms:created>
  <dcterms:modified xsi:type="dcterms:W3CDTF">2026-09-28T12:46:51Z</dcterms:modified>
</cp:coreProperties>
</file>