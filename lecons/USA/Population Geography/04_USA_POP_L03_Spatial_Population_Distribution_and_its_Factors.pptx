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non-ecumene, densely populated area, sparsely populated area, physical factors, economic factors, political factors. At the end, you should be able to do this: learners are able to explain why some areas of the world and of Cameroon are densely populated while others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Name two regions of the world that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South and East Asia, Western Europe, the north-east of the USA and the Nile valley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between ecumene and non-ecumene with examples. Number 2: identify the densely and sparsely populated regions of the world. Number 3: explain the physical factors of population distribution. Number 4: explain the economic, social, political and historical factors. Number 5: explain why some harsh areas have large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90 % of people live in the northern hemisphere. The dot map shows clusters of people. The Littoral Region is much denser than the East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geography club meeting, Aïssatou compares two places: the Mbouda area in the West, with small farms everywhere and villages close together on fertile volcanic soils, and the forest of Lomié in the East, with only a few villages along the road. She then sees on television the huge city of Dubai in the middle of a desert. She asks: "Why do so many people live in some places and so few in others, and how can a city grow in a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understand the factors that make some areas dense and others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Mbouda area densely populated?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 a cool climate and enough rain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Dubai grow in a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Thanks to oil wealth and technology such as desalination and air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physical and human advantages of each area to develop it, and protect the environment of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uneven distribution of people and to plan the use of land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dense and empty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area of the non-ecumene.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Antarctica, the Sahara, Greenland or the heart of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deserts like the Sahara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lack water, and their soils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fertile river plains like the Ganges plain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water and fertile alluvial soils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port, industries, trade and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refugee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war change the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from war zones, which become empty, and crowd into camps and safe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Ecumene.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Non-ecumene (anecumene) and Climatic extremes.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Habitable and Uninhabitable Space. The Earth is divided into habitable and uninhabitable space as follows. Copy the point on The ecumene on the left, then draw the diagram on the right: ecumene and non-ecumene.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non-ecumene on the left, then draw the diagram on the right: the tundra.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Habitable and Uninhabitable Space. Copy the point on A changing limit: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Densely Populated Regions. The main densely populated regions of the world are the following. Copy the point on South and East Asia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Populated Regions. Copy the point on Western Europe: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Populated Regions. Copy the point on The north-east of the USA: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Dense areas of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Sparsely Populated Regions. The main sparsely populated regions of the world are the following. Copy the point on Hot deserts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Sparsely Populated Regions. Copy the point on Cold lands: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Sparsely Populated Regions. Copy the point on High mountains: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Sparsely Populated Regions. Copy the point on Sparse areas of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Population distribution is influenced by the following physical factors. Copy the point on Climate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latitude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Copy the point on Water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Social Factors. Population distribution is influenced by the following economic and social factors. Copy the point on Economic activities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Industrial development on the left, then draw the diagram on the right: a car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Copy the point on Social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Copy the point on Culture and social 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Historical and Political Influences. Population distribution is influenced by the following historical and political factors. Copy the point on Political stability and insecurity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Historical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Not All Areas of Climatic Extremes Have Low Densities. Some harsh areas have large populations for the following reasons. Copy the point on Technology and wealth on the left, then draw the diagram on the right: a desalination plant.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Religion: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Mining: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ecumene and non-ecumene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ecumene is permanently inhabited, e.g. Western Europe; the non-ecumene is uninhabited or temporarily used, e.g. Antarctica.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tropical highlands like the Bamenda Highlands are densely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and healthier than the lowlands and have fertile volcanic soils and enough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desalination; number 3, industry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population density changes as altitude increases.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non-ecumene, densely populated area, sparsely populated area, physical factors, economic factors,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of distribution at different scales: ecumene and non-ecumene, dense and sparse regions; physical, economic, social, political and historical factors; areas with extreme climates and high populations.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the north-east of the USA and the Nile valley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densely and sparsely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population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social, political and historical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harsh areas have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dot map shows clusters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much denser than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geography club meeting, Aïssatou compares two places: the Mbouda area in the West, with small farms everywhere and villages close together on fertile volcanic soils, and the forest of Lomié in the East, with only a few villages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then sees on television the huge city of Dubai in the middle of a desert.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do so many people live in some places and so few in others, and how can a city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understand the factors that make some areas dense and others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Mbouda area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enough rain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Dubai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Thanks to oil wealth and technology such as desalination and air conditioning.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physical and human advantages of each area to develop it, and protect the environment of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uneven distribution of people and to plan the use of land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ecumen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empty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area of the non-ecumene.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Antarctica, the Sahara, Greenland or the heart of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like the Sahara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lack water, and their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fertile river plains like the Ganges plain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water and fertile alluvial soils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industries, trade and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refugee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war change the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from war zones, which become empty, and crowd into camps and safe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permanently inhabited because conditions are favourable to human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Non-ecumene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uninhabited or only temporarily used because conditions are too harsh.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extremes: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harsh conditions of temperature or rainfall, such as great cold, great heat or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Earth is divided into habitable and uninhabitable space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ecumene: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ecumene covers areas with a moderate climate, fertile soils and water, such as Western Europe, South-East Asia and the Nile valley. It covers only about a third of the land.</a:t>
            </a:r>
            <a:endParaRPr lang="en-US" sz="3000" dirty="0"/>
          </a:p>
        </p:txBody>
      </p:sp>
      <p:pic>
        <p:nvPicPr>
          <p:cNvPr id="6" name="Image 0" descr="/home/claude/f4/img/v2/pop2_ecumen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ecumene and non-ecumene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non-ecumene: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non-ecumene covers areas that are too cold, too dry or too high, such as Antarctica, the Sahara and Greenland. People only visit them for research, mining, herding or tourism.</a:t>
            </a:r>
            <a:endParaRPr lang="en-US" sz="3600" dirty="0"/>
          </a:p>
        </p:txBody>
      </p:sp>
      <p:pic>
        <p:nvPicPr>
          <p:cNvPr id="6" name="Image 0" descr="/home/claude/f4/img/v2/lsa_tundra.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tundra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changing limit: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 of the ecumene moves with technology. Irrigation, air conditioning and oil wealth have created towns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Populated Regions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main densely populated regions of the world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South and East Asia: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India, China and Bangladesh are the most crowded parts of the world. Their fertile river plains and monsoon rains allow intensive rice farming that feeds very large populations.</a:t>
            </a:r>
            <a:endParaRPr lang="en-US" sz="30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Populated Regions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Europe: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Western Europe has a mild climate, good soils and a long history of industry and trade. Large cities such as London, Paris and the towns of the Ruhr make it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Populated Regions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north-east of the USA: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from Boston to Washington is a long chain of large cities called a megalopolis. Industry, ports and services attract many people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Populated Regions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 areas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West, the Littoral and the Mandara Mountains are densely populated. Their fertile volcanic soils, towns and old farming traditions attract and hold people.</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Sparsely Populated Regions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main sparsely populated regions of the world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Hot deserts: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Sahara, the Kalahari and the deserts of Australia are almost empty. Lack of water and very high temperatures make farming and settlement difficult.</a:t>
            </a:r>
            <a:endParaRPr lang="en-US" sz="30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Sparsely Populated Regions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Greenland, northern Canada and Siberia have very long and cold winters. The frozen ground prevents farming, so only small groups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Sparsely Populated Regions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and the Andes above about 3,000 m are thinly populated. Cold, steep slopes and thin air make life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Sparsely Populated Regions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of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the East and the Faro area of the North are sparsely populated. Dense forest, poor soils, isolation and diseases such as sleeping sickness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physical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Moderate climates attract people, while very cold areas such as Antarctica and very dry areas such as the Sahara repel them. Very hot and humid areas can also be unhealthy.</a:t>
            </a:r>
            <a:endParaRPr lang="en-US" sz="28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Relief and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temperate regions, steep, cold mountains such as the Alps are less populated than lowlands. In the tropics, the effect is the opposite: cool, healthy highlands such as the Ethiopian and Bamenda Highlands are densely populated.</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coasts attract people for drinking, farming and transport, as in the Ganges valley and the Logone floodplain. Dry areas without water remain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alluvial and volcanic soils support dense farming populations, as in the Ganges plain and the Mungo area. Poor, leached soils support few people.</a:t>
            </a:r>
            <a:endParaRPr lang="en-US" sz="36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economic and social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Cities with jobs in trade, industry and services attract people, like Lagos, Douala and Yaoundé. Rich farming areas also support dense populations.</a:t>
            </a:r>
            <a:endParaRPr lang="en-US" sz="28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Industrial development: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Mining and industry created dense regions such as the Ruhr in Germany. When industries decline, towns lose population, as Detroit in the USA did.</a:t>
            </a:r>
            <a:endParaRPr lang="en-US" sz="3600" dirty="0"/>
          </a:p>
        </p:txBody>
      </p:sp>
      <p:pic>
        <p:nvPicPr>
          <p:cNvPr id="6" name="Image 0" descr="/home/claude/f4/img/v2/usa_carfactory.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car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attract people because they offer schools, universities, hospitals, water and electricity. Areas without these services lose their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social 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like to settle near their families and their ethnic group, so migrants gather in the same quarters. Holy places such as Mecca also attract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Population distribution is influenced by the following historical and political factors: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Political stability and insecurity: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Peaceful countries attract people, while war empties areas, as in Syria. In Cameroon, insecurity has pushed many people out of parts of the Far North, the North-West and the South-West.</a:t>
            </a:r>
            <a:endParaRPr lang="en-US" sz="26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can move people through new towns, land settlement schemes and resettlement projects. For example, the Nord-Est Bénoué project settled farmers from the Far North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settled for thousands of years, like the Nile valley and the Ganges plain, still have very high densities. Old refuges from slave raids, like the Mandara Mountains, also remain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Some harsh areas have large populations for the following reasons: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Technology and wealth: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Dubai grew in a hot desert thanks to oil wealth, desalination plants and air conditioning. Technology allows people to overcome the harsh climate, but at a high cost.</a:t>
            </a:r>
            <a:endParaRPr lang="en-US" sz="3000" dirty="0"/>
          </a:p>
        </p:txBody>
      </p:sp>
      <p:pic>
        <p:nvPicPr>
          <p:cNvPr id="5" name="Image 0" descr="/home/claude/f4/img/v2/f2t_desalina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desalination plant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Mecca in Saudi Arabia has a large population and receives millions of pilgrims despite its hot desert climate. Religious importance outweighs the harsh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towns grow in harsh places because of valuable resources, such as the gold and iron towns of the Sahara and of Siberia. People accept the hard conditions for high wages.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ecumene is permanently inhabited, e.g. Western Europe; the non-ecumene is uninhabited or temporarily used, e.g.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tropical highlands like 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and healthier than the lowlands and have fertile volcanic soils and enough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permanently inhabited part of the Earth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Dubai grew in a desert thanks to oil and ______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in Germany became dense because of coal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Ecumene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L'écoumène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between ecumene and non-ecumene with examples. Identify the densely and sparsely populated regions of the world. Explain the physical factors of population distribution. Explain the economic, social, political and historical factors. Explain why some harsh areas have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Habitable and Uninhabitable Space; Densely Populated Regions; Sparsely Populated Regions; Physical (Environmental) Factors; Economic and Social Factors; Historical and Political Influences; Not All Areas of Climatic Extremes Have Low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population density changes as altitude increases.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dense and empty areas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far north of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floodplain.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jobs of a big 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the refugee camp of Minawao.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non-ecumene):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(Relief and latitude):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(Industrial development):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(Technology and wealth): “Desalinization plant at Guantanamo Bay, Cuba” by U.S. Navy Seabee Museum, CC BY 2.0, via Flickr (https://www.flickr.com/photos/60248384@N05/6847412393)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2026-10-06T05:44:02Z</dcterms:created>
  <dcterms:modified xsi:type="dcterms:W3CDTF">2026-10-06T05:44:02Z</dcterms:modified>
</cp:coreProperties>
</file>