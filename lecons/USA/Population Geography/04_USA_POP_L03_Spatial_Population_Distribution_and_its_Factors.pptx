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Lst>
  <p:notesMasterIdLst>
    <p:notesMasterId r:id="rId5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notesMaster" Target="notesMasters/notesMaster1.xml"/><Relationship Id="rId59" Type="http://schemas.openxmlformats.org/officeDocument/2006/relationships/presProps" Target="presProps.xml"/><Relationship Id="rId60" Type="http://schemas.openxmlformats.org/officeDocument/2006/relationships/viewProps" Target="viewProps.xml"/><Relationship Id="rId61" Type="http://schemas.openxmlformats.org/officeDocument/2006/relationships/theme" Target="theme/theme1.xml"/><Relationship Id="rId6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 Spatial Population Distribution and its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4: Understanding and managing population dynamics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Population Numbers, and the sub-topic is Population Density and Distribution. The key notions we shall use today are: ecumene, anecumene, habitable space, densely populated, sparsely populated, physical factors, human factors. At the end, you should be able to do this: learners are able to describe world population distribution and explain its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1: Techniques of Mapping Population Distribution and Density. The question was: Explain why a choropleth map of the North Region might be misleading, even if the data are correct.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It gives one average density to each division, so it hides crowded towns such as Garoua and almost empty areas such as the national parks inside the same division. The sharp change of shade at each boundary also suggests changes that do not exist on the ground.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describe the dense and sparse regions of the world. Number 2: explain the physical factors of distribution. Number 3: explain the human factors of distribution.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Density is people per km². Climate and relief vary across the world.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Most of Egypt's 110 million people live on less than 5 % of its land, along the Nile. In Cameroon, the cool Western Highlands are more crowded than the hot, wet southern forest.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People crowd into some places and avoid others.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do Egyptians live along the Nile?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It gives water and fertile soil in a desert.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are the Western Highlands crowded?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Cool climate, fertile volcanic soils and fewer diseases.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explain the uneven distribution of population and plan balanced development.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explain why people live where they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dense and sparse areas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three densely populated regions of the world.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East Asia, South Asia and Europe (also NE USA, West Africa, Nile valley).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the cold, empty tundra.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Why are cold regions sparsely populated?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Long winters, frozen soils and short growing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rice fields on a fertile plain.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Why are river plains and deltas often crowded?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Flat land, fertile soils and water for farming.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douala, a port and industrial city.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economic reasons why people crowd into Douala.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Jobs in the port and factories, and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farms on cool, fertile highlands.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relief not always a barrier to settlement in the tropics?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Highlands are cooler, healthier and fertile, so they attract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Habitable space (ecumene) and Uninhabitable space (anecumene).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Variations at Different Spatial Scales. Population is unevenly distributed at all scales. On this slide we have Densely populated regions.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Variations at Different Spatial Scales. On this slide we have Sparsely populated regions.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world population density.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Physical (Environmental) Factors. Physical factors of population distribution include. On this slide we have Climate.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(Environmental) Factors. On this slide we have Relief.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Physical (Environmental) Factors. On this slide we have Water, soils and resources.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Economic, Social and Political Factors. Human factors of population distribution include. On this slide we have Economic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Social and Political Factors. On this slide we have Historical and political factors.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Economic, Social and Political Factors. On this slide we have Social factors.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dense and two sparse regions of the world.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dense: East Asia, Europe. Sparse: Sahara, Siberia.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Why can highlands be crowded in the tropics?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they are cooler, healthier and often fertile.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ecumene; number 2, East; number 3, 500.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Explain why the Far North plains are crowded while the East Region is sparse.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Practical Work 2: Population Distribution and Altitude.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LESSON 3: SPATIAL POPULATION DISTRIBUTION AND ITS FACTORS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Spatial Population Distribution and its Factors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4: Understanding and managing population dynamics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Numbers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Population Density and Distribution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 Spatial Population Distribution and its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Ecumene, anecumene, habitable space, densely populated, sparsely populated, physical factors, human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Variations at different scales; habitable and uninhabitable space; dense and sparse regions; physical, economic, social, historical and political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world population distribution and explain its factors.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1: Techniques of Mapping Population Distribution and Density):</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a choropleth map of the North Region might be misleading, even if the data are correct.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one average density to each division, so it hides crowded towns such as Garoua and almost empty areas such as the national parks inside the same division. The sharp change of shade at each boundary also suggests changes that do not exist on the ground.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dense and sparse regions of the world.</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physical factors of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human factors of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Density is people per km².</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Climate and relief vary across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Most of Egypt's 110 million people live on less than 5 % of its land, along the Nile. In Cameroon, the cool Western Highlands are more crowded than the hot, wet southern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crowd into some places and avoid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Egyptians live along the Nile?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gives water and fertile soil in a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the Western Highlands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Cool climate, fertile volcanic soils and fewer diseases.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the uneven distribution of population and plan balanced development.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explain why people live where they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VARIATIONS AT DIFFERENT SCALES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Dense and sparse areas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VARIATIONS AT DIFFERENT SCALES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densely populated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VARIATIONS AT DIFFERENT SCALES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East Asia, South Asia and Europe (also NE USA, West Africa, Nile valley).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lsa_tundra.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cold, empty tundra.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cold regions sparsely populated?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 winters, frozen soils and short growing seasons.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WATER AND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ricefield.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Rice fields on a fertile plain.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WATER AND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are river plains and deltas often crowded?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PHYSICAL FACTORS: WATER AND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Flat land, fertile soils and water for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AND SOCIAL FACTORS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douala.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Douala, a port and industrial city.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AND SOCIAL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economic reasons why people crowd into Douala.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ECONOMIC AND SOCIAL FACTORS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Jobs in the port and factories, and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AND LATITUDE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tea_highlands.jpg">    </p:cNvPr>
          <p:cNvPicPr>
            <a:picLocks noChangeAspect="1"/>
          </p:cNvPicPr>
          <p:nvPr/>
        </p:nvPicPr>
        <p:blipFill>
          <a:blip r:embed="rId1"/>
          <a:stretch>
            <a:fillRect/>
          </a:stretch>
        </p:blipFill>
        <p:spPr>
          <a:xfrm>
            <a:off x="1248027" y="1783080"/>
            <a:ext cx="96956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Farms on cool, fertile highlands.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AND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relief not always a barrier to settlement in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RELIEF AND LATITUDE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Highlands are cooler, healthier and fertile, so they attract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Population Numbers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Population Density and Distribution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 Spatial Population Distribution and its Factors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Habitable space (ecumene):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of the Earth where people live permanently.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Uninhabitable space (anecumene):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part where permanent settlement is very difficult, such as ice caps and deserts.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Variations at Different Spatial Scales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Population is unevenly distributed at all scales: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Densely populated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South and East Asia, Western Europe, north-eastern USA and the Nile valley are crowded. In Cameroon, the West, Littoral and Far North plains are dense.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Variations at Different Spatial Scales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Sparsely populated regions: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Deserts, polar lands, high mountains and dense forests have few people. The Sahara, Siberia and the Amazon are examples; in Cameroon the East is sparse.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Variations at Different Spatial Scales</a:t>
            </a:r>
            <a:endParaRPr lang="en-US" sz="3600" dirty="0"/>
          </a:p>
        </p:txBody>
      </p:sp>
      <p:pic>
        <p:nvPicPr>
          <p:cNvPr id="4" name="Image 0" descr="/home/claude/f4/img/v2/world_density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world population density</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(Environmental) Factors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Physical factors of population distribution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Moderate, well-watered climates attract people, while very cold or dry areas repel them. Yet some extreme areas are dense, such as the Nile valley in the desert.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(Environmental)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Lowlands attract people in temperate lands, but in the tropics cool highlands are often crowded. The Western Highlands of Cameroon and the Ethiopian Highlands are examples.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Physical (Environmental)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Water, soils and 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fertile soils and minerals attract settlement. River plains and deltas such as the Ganges are very dense.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Economic, Social and Political Factors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Human factors of population distribution include: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Economic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Industry, mining, ports and services create jobs and attract people. Douala grows because of its port and industries.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Economic, Social and Political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Historical and political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Old kingdoms, colonial plantations and railways concentrated people. Government policies, capital cities and conflicts also change distribution.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Economic, Social and Political Factors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Social factors: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Cultural attachment to ancestral land and family ties keep people in some areas. Access to schools and hospitals attracts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dense and two sparse regions of the world.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Dense: East Asia, Europe. Sparse: Sahara, Siberia.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can highlands be crowded in the tropics?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cooler, healthier and often fertile.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inhabited part of the Earth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least dense region of Cameroon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Most people live below ______ 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Explain why the Far North plains are crowded while the East Region is sparse.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Practical Work 2: Population Distribution and Altitude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Inhabited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Habité</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Empty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Vide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Factor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facteur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delta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Highlands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Les hautes terres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port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Population Numbers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 Spatial Population Distribution and its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Describe the dense and sparse regions of the world. Explain the physical factors of distribution. Explain the human factors of distribution.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world population distribution and explain its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Variations at Different Spatial Scales; Physical (Environmental) Factors; Economic, Social and Political Factors.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Explain why the Far North plains are crowded while the East Region is sparse.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find them on an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harsh environments.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mention the Nile and the Ganges.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jobs in towns.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compare Bamenda and the southern forest.</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4 (Population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“Fall Tundra Landscape” by Andrea Pokrzywinski, CC BY 2.0, via Flickr (https://www.flickr.com/photos/65781065@N00/2891717078)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“A woman harvesting rice, Barotse floodplain, Zambia. Photo by Georgina” by WorldFish, CC BY-NC-ND 2.0, via Flickr (https://www.flickr.com/photos/61545321@N06/7848727138)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“Douala” by christing-O-, CC BY 2.0, via Flickr (https://www.flickr.com/photos/76187282@N00/7227535754)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“Carlo in the tea” by luigig, CC BY 2.0, via Flickr (https://www.flickr.com/photos/51035803402@N01/3175986747)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56</Slides>
  <Notes>56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56</vt:i4>
      </vt:variant>
    </vt:vector>
  </HeadingPairs>
  <TitlesOfParts>
    <vt:vector size="5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2026-09-28T13:58:11Z</dcterms:created>
  <dcterms:modified xsi:type="dcterms:W3CDTF">2026-09-28T13:58:11Z</dcterms:modified>
</cp:coreProperties>
</file>