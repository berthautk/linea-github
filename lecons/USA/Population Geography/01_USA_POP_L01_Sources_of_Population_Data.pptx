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Sources of Population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Data. The key notions we shall use today are: population geography, population, population studies, census, de facto, de jure, sample survey, vital registration, migration records. At the end, you should be able to do this: learners are able to identify the sources of population data, compare their strengths and weaknesses and describe the present state of the world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population geography, population and population studies. Number 2: describe the static methods of collecting population data. Number 3: describe the dynamic methods of collecting population data. Number 4: name other sources of population data. Number 5: describe the current state of the world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Geography studies the relationship between people and their environment. Cameroon has ten regions with very different numbers of people. A birth certificate is delivered by the civil status office.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Garoua City Council wants to build a new community centre with a playground, a health post and a sports field. Before choosing the site, the Mayor tells his team: "We must know how many people live in each neighbourhood, how old they are and how many newcomers arrive each year." A young councillor asks: "Where can we find reliable figures on the people of our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council needs reliable population data to plan a community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source counts every person of the country?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census, organised in Cameroon by BUCREP.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source shows the number of births each year?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Vital registration (the civil status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register every birth and death at the civil status office and answer census agents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population figures come from and how reliable they are, so that we can use them to plan schools, hospitals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static and dynamic methods.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method gives a "photograph" of the whole population on one date?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counted in Garoua or in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Amadou lives in Garoua but sleeps in Douala on census night. Where is he counted with the de jure method?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Garoua, his usual residence.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newborn baby.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dynamic method records this birth?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Vital registration (the civil status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travellers at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migration records often unreliable in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people cross borders or move inside the country without being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world population today.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About how many people live on Earth today?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8.2 billion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geography.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Population and Population studies (demography).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Census and Sample survey.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Census. The census has the following characteristics. Copy the point on A snapshot on the left, then draw the diagram on the right: static and dynamic methods.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Complete count on the left, then draw the diagram on the right: every person is counted.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Census. On this slide we have Frequency.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Census. On this slide we have Cost and delays and Organisation.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 Facto and De Jure Censuses. The two methods of counting people in a census are the following. Copy the point on De facto method on the left, then draw the diagram on the right: de facto and de jure.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 Facto and De Jure Censuses. On this slide we have Example of de facto and De jure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 Facto and De Jure Censuses. On this slide we have Example of de jure.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 Facto and De Jure Censuses. On this slide we have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Sample Surveys. Sample surveys have the following characteristics. Copy the point on Principle on the left, then draw the diagram on the right: a 10 % sample.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Sample Surveys. On this slide we have Worked example.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Sample Surveys. On this slide we have Sampling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Sample Surveys. On this slide we have Examples.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Sample Surveys. On this slide we have Strength and weakness.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Dynamic Methods (Secondary Sources). The dynamic methods of collecting population data are the following. On this slide we have Continuous recording.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Vital registration on the left, then draw the diagram on the right: every birth should be registered.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Dynamic Methods (Secondary Sources). On this slide we have Reliability of vital registration.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Migration records on the left, then draw the diagram on the right: migration records at an airport.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Dynamic Methods (Secondary Sources). On this slide we have Reliability of migration records.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Sources of Population Data. Other sources of population data are the following. Copy the point on International organisations on the left, then draw the diagram on the right: other sources of population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Sources of Population Data. On this slide we have Specialised agencies and National ministries.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Sources of Population Data. On this slide we have Electoral registers.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Current State of the World Population. The world population today can be described as follows. Copy the point on Size on the left, then draw the diagram on the right: the world population today.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Current State of the World Population. On this slide we have Slower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Contrasts on the left, then draw the diagram on the right: world population by continent.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Current State of the World Population. On this slide we have Urbanisation and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the de facto and the de jure methods of census.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de facto method counts people where they are on census night; the de jure method counts them at their usual residence.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why vital registration is incomplete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many births take place at home far from civil status offices, and many people do not know the importance of declaring births and deaths.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census; number 2, vital; number 3, 2005.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population density.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Population Distribution and Density.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SOURCES OF POPULATION DATA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Sources of Population Data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Sources of Population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geography, population, population studies, census, de facto, de jure, sample survey, vital registration, migration records.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Static methods (census, sample surveys) and dynamic methods (vital registration, migration records); other sources; current state of the world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sources of population data, compare their strengths and weaknesses and describe the present state of the world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geography, population and population studies.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static methods of collecting population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dynamic methods of collecting population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other sources of population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current state of the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Geography studies the relationship between people and their environment.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ten regions with very different numbers of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birth certificate is delivered by the civil status office.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Garoua City Council wants to build a new community centre with a playground, a health post and a sports field.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Before choosing the site, the Mayor tells his team: "We must know how many people live in each neighbourhood, how old they are and how many newcomers arrive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young councillor asks: "Where can we find reliable figures on the people of 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council needs reliable population data to plan a community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 counts every person of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census, organised in Cameroon by BUCREP.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 shows the number of births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Vital registration (the civil status registers).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Register every birth and death at the civil status office and answer census agents honestly.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population figures come from and how reliable they are, so that we can use them to plan schools, hospitals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STATIC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p2_static_dynamic.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Static and dynamic methods.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STATIC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method gives a "photograph" of the whole population on one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STATIC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STATIC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facto_jur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Counted in Garoua or in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STATIC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Amadou lives in Garoua but sleeps in Douala on census night. Where is he counted with the de jure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STATIC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his usual residence.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DYNAMIC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ewbor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newborn baby.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DYNAMIC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dynamic method records this birth?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DYNAMIC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Vital registration (the civil status register).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DYNAMIC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pass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at 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DYNAMIC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migration records often unreliable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DYNAMIC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people cross borders or move inside the country without being recorded.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WORLD POPULATION TODAY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op2_trend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world population today.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WORLD POPULATION TODAY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how many people live on Earth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WORLD POPULATION TODAY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8.2 billion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Data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Sources of Population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geography: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branch of geography that studies the distribution, composition, growth and movements of population in space and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number of people living in a given area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studies (demography):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scientific study of the size, structure and changes of human populations through births, deaths and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Census: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complete official count of all the people of a country or region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Sample survey: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collection of data from a small part of the population chosen to represent the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Census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census has the following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 snapshot: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Static methods give a picture of the population at one moment, like a photograph.</a:t>
            </a:r>
            <a:endParaRPr lang="en-US" sz="3200" dirty="0"/>
          </a:p>
        </p:txBody>
      </p:sp>
      <p:pic>
        <p:nvPicPr>
          <p:cNvPr id="6" name="Image 0" descr="/home/claude/f4/img/v2/pop2_static_dynamic.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static and dynamic methods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Census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Complete count: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census counts every person and records age, sex, marital status, education, occupation and residence.</a:t>
            </a:r>
            <a:endParaRPr lang="en-US" sz="3600" dirty="0"/>
          </a:p>
        </p:txBody>
      </p:sp>
      <p:pic>
        <p:nvPicPr>
          <p:cNvPr id="6" name="Image 0" descr="/home/claude/f4/img/v2/usa_crowd.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every person is counted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Census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Frequency: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normally held every ten years; Cameroon held censuses in 1976, 1987 and 2005, and the 2005 census counted 17,463,836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Census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Cost and delays: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complete source but also the most expensive, so it is often delayed in developing countries.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the census is organised by BUCREP (Bureau Central des Recensements et des Études de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De Facto and De Jure Censuses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two methods of counting people in a census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De facto method: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People are counted where they are found on census night, even if they are only visiting.</a:t>
            </a:r>
            <a:endParaRPr lang="en-US" sz="3200" dirty="0"/>
          </a:p>
        </p:txBody>
      </p:sp>
      <p:pic>
        <p:nvPicPr>
          <p:cNvPr id="6" name="Image 0" descr="/home/claude/f4/img/v2/pop2_facto_jure.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 facto and de jure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De Facto and De Jure Censuses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of de facto: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Britain used it for a long time; a Garoua trader sleeping in Douala on census night is counted in Douala.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 jure 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counted at their usual place of residence, wherever they are on census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B) De Facto and De Jure Censuses (continued)</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of de jure: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used in the USA and in Cameroon; the Garoua trader is counted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B) De Facto and De Jure Censuses (continued)</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 facto method can count visitors twice, while the de jure method has difficulties with homeless people and people with two homes.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Sample Surveys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Sample surveys have the following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Data are collected from a representative part of the population, and the results are extended to the whole population.</a:t>
            </a:r>
            <a:endParaRPr lang="en-US" sz="3200" dirty="0"/>
          </a:p>
        </p:txBody>
      </p:sp>
      <p:pic>
        <p:nvPicPr>
          <p:cNvPr id="6" name="Image 0" descr="/home/claude/f4/img/v2/pop2_sample.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10 % sample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Sample Surveys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Worked 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of 3,000 people, a 10 % sample is 300 people; if 30 of them are married (10 %), about 300 people of the village are married.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Sample Surveys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Sampling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Random and systematic sampling are used so that every person has a fair chance of being chosen.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Sample Surveys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Demographic and Health Surveys (EDS) and the household surveys of the INS (Institut National de la Statistique)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Static Methods (Primary Sources)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Sample Surveys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 and weakness: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cheaper and faster than a census, but a badly chosen sample gives wrong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Dynamic Methods (Secondary 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dynamic methods of collecting population data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Continuous recording: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Dynamic methods record changes in the population as they happen, like a film.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Dynamic Methods (Secondary 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Vital registration: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records births, deaths, marriages, divorces and adoptions at the civil status office.</a:t>
            </a:r>
            <a:endParaRPr lang="en-US" sz="3600" dirty="0"/>
          </a:p>
        </p:txBody>
      </p:sp>
      <p:pic>
        <p:nvPicPr>
          <p:cNvPr id="5" name="Image 0" descr="/home/claude/f4/img/v2/usa_newbor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every birth should be registered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Dynamic Methods (Secondary 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Reliability of vital registration: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complete and accurate in developed countries, but in Cameroon many births and deaths in villages are never declared.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Dynamic Methods (Secondary 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Migration records: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Passports, visas, residence permits, border and refugee records show movements into and out of a country.</a:t>
            </a:r>
            <a:endParaRPr lang="en-US" sz="3600" dirty="0"/>
          </a:p>
        </p:txBody>
      </p:sp>
      <p:pic>
        <p:nvPicPr>
          <p:cNvPr id="5" name="Image 0" descr="/home/claude/f4/img/v2/usa_passpor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migration records at an airport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Dynamic Methods (Secondary 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Reliability of migration records: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Internal movements are rarely recorded, and many people cross African borders informally, so these records are incomplete.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Sources of Population Data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Other sources of population data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International organisations: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United Nations Statistics Division publishes population figures for all countries.</a:t>
            </a:r>
            <a:endParaRPr lang="en-US" sz="3200" dirty="0"/>
          </a:p>
        </p:txBody>
      </p:sp>
      <p:pic>
        <p:nvPicPr>
          <p:cNvPr id="5" name="Image 0" descr="/home/claude/f4/img/v2/pop2_other_sources.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other sources of population data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Sources of Population Data</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Specialised agencies: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WHO gives data on health and life expectancy, and the ILO gives data on jobs and the labour force.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National ministries: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Ministries of Health and Education give hospital, vaccination and school enrolment records.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Sources of Population Data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Electoral registers: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show the number and distribution of adults who can vote.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Current State of the World Population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world population today can be described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world population passed 8 billion in 2022 and is about 8.2 billion today.</a:t>
            </a:r>
            <a:endParaRPr lang="en-US" sz="3600" dirty="0"/>
          </a:p>
        </p:txBody>
      </p:sp>
      <p:pic>
        <p:nvPicPr>
          <p:cNvPr id="5" name="Image 0" descr="/home/claude/f4/img/v2/pop2_trends.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world population today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Current State of the World Population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Slower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still grows by about 70 million people a year, but the growth rate is falling.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Current State of the World Population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Contrasts: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Developed countries have low birth rates and ageing populations, while developing countries, especially in Africa, have high birth rates and young populations.</a:t>
            </a:r>
            <a:endParaRPr lang="en-US" sz="3600" dirty="0"/>
          </a:p>
        </p:txBody>
      </p:sp>
      <p:pic>
        <p:nvPicPr>
          <p:cNvPr id="5" name="Image 0" descr="/home/claude/f4/img/v2/world_pop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world population by continent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Current State of the World Population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half of the world population (about 57 %) lives in towns, and cities grow fastest in Asia and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 increases the population of receiving countries such as the USA and Germany and reduces that of sending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the de facto and the de jure methods of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 facto method counts people where they are on census night; the de jure method counts them at their usual residence.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vital registration is incomplete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births take place at home far from civil status offices, and many people do not know the importance of declaring births and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______ counts every person of a country at a given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Births and deaths are recorded by ______ registration.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last census of Cameroon took place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Census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recensement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 survey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L'enquête par sondage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Vital registration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L'état civil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certificate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L'acte de 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studies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démographie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Usual residence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résidence habituelle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Sources of Population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geography, population and population studies. Describe the static methods of collecting population data. Describe the dynamic methods of collecting population data. Name other sources of population data. Describe the current state of the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sources of population data, compare their strengths and weaknesses and describe the present state of the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Census; De Facto and De Jure Censuses; Sample Surveys; Dynamic Methods (Secondary Sources); Other Sources of Population Data; The Current State of the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columns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tell the story of Amadou.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who has a birth certificate.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border post such as Kousseri.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the four figures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“Newborn baby rests” by World Bank Photo Collection, CC BY-NC-ND 2.0, via Flickr (https://www.flickr.com/photos/10816734@N03/19845580540)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“London Heathrow T4 arrivals” by markhillary, CC BY 2.0, via Flickr (https://www.flickr.com/photos/56087830@N00/1568955656)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(Complete count):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2026-09-29T03:12:57Z</dcterms:created>
  <dcterms:modified xsi:type="dcterms:W3CDTF">2026-09-29T03:12:57Z</dcterms:modified>
</cp:coreProperties>
</file>