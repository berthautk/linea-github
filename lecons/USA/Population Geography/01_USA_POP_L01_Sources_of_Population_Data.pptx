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Sources of Population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Data. The key notions we shall use today are: population geography, population, population studies, census, de facto, de jure, sample survey, vital registration, migration records. At the end, you should be able to do this: learners are able to identify the sources of population data, compare their strengths and weaknesses and describe the present state of the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population geography, population and population studies. Number 2: describe the static methods of collecting population data. Number 3: describe the dynamic methods of collecting population data. Number 4: name other sources of population data. Number 5: describe the current state of the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Geography studies the relationship between people and their environment. Cameroon has ten regions with very different numbers of people. A birth certificate is delivered by the civil status office.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Garoua City Council wants to build a new community centre with a playground, a health post and a sports field. Before choosing the site, the Mayor tells his team: "We must know how many people live in each neighbourhood, how old they are and how many newcomers arrive each year." A young councillor asks: "Where can we find reliable figures on the people of our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council needs reliable population data to plan a community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source counts every person of the country?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census, organised in Cameroon by BUCREP.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source shows the number of births each year?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Vital registration (the civil status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register every birth and death at the civil status office and answer census agents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population figures come from and how reliable they are, so that we can use them to plan schools, hospitals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static and dynamic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method gives a "photograph" of the whole population on one date?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counted in Garoua or in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Amadou lives in Garoua but sleeps in Douala on census night. Where is he counted with the de jure method?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Garoua, his usual residence.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dynamic method records this birth?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Vital registration (the civil status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travellers at an airport.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migration records often unreliable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people cross borders or move inside the country without being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world population today.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About how many people live on Earth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8.2 billion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geography.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and Population studies (demography).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Census and Sample survey.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Census. The census has the following characteristics. Copy the point on A snapshot on the left, then draw the diagram on the right: static and dynamic methods.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Complete count on the left, then draw the diagram on the right: every person is counted.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Census. On this slide we have Frequency.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Census. On this slide we have Cost and delays and Organisation.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 Facto and De Jure Censuses. The two methods of counting people in a census are the following. Copy the point on De facto method on the left, then draw the diagram on the right: de facto and de jure.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 Facto and De Jure Censuses. On this slide we have Example of de facto and De jure method.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 Facto and De Jure Censuses. On this slide we have Example of de jure.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 Facto and De Jure Censuses. On this slide we have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Sample Surveys. Sample surveys have the following characteristics. Copy the point on Principle on the left, then draw the diagram on the right: a 10 % sample.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Sample Surveys. On this slide we have Worked example.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Sample Surveys. On this slide we have Sampling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Sample Surveys. On this slide we have Examples.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Sample Surveys. On this slide we have Strength and weakness.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Dynamic Methods (Secondary Sources). The dynamic methods of collecting population data are the following. On this slide we have Continuous recording.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Vital registration on the left, then draw the diagram on the right: every birth should be registered.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Dynamic Methods (Secondary Sources). On this slide we have Reliability of vital registration.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Migration records on the left, then draw the diagram on the right: migration records at an airport.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Dynamic Methods (Secondary Sources). On this slide we have Reliability of migration records.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Sources of Population Data. Other sources of population data are the following. Copy the point on International organisations on the left, then draw the diagram on the right: other sources of population data.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Sources of Population Data. On this slide we have Specialised agencies and National ministries.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Sources of Population Data. On this slide we have Electoral registers.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Current State of the World Population. The world population today can be described as follows. Copy the point on Size on the left, then draw the diagram on the right: the world population today.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Current State of the World Population. On this slide we have Slower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Contrasts on the left, then draw the diagram on the right: world population by continent.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Current State of the World Population. On this slide we have Urbanisation and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the de facto and the de jure methods of census.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de facto method counts people where they are on census night; the de jure method counts them at their usual residence.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vital registration is incomplete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births take place at home far from civil status offices, and many people do not know the importance of declaring births and deaths.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census; number 2, vital; number 3, 2005.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population density.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Population Distribution and Density.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SOURCES OF POPULATION DATA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Sources of Population Data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Sources of 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geography, population, population studies, census, de facto, de jure, sample survey, vital registration, migration records.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Static methods (census, sample surveys) and dynamic methods (vital registration, migration records); other sources; current state of the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sources of population data, compare their strengths and weaknesses and describe the present state of the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geography, population and population studies.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static methods of collecting population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dynamic methods of collecting population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other sources of population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current state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Geography studies the relationship between people and their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 with very different numbers of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birth certificate is delivered by the civil status office.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Garoua City Council wants to build a new community centre with a playground, a health post and a sports field.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Before choosing the site, the Mayor tells his team: "We must know how many people live in each neighbourhood, how old they are and how many newcomers arrive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young councillor asks: "Where can we find reliable figures on the people of 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needs reliable population data to plan a community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counts every person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census, organised in Cameroon by BUCREP.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shows the number of births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Vital registration (the civil status registers).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Register every birth and death at the civil status office and answer census agents honestly.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population figures come from and how reliable they are, so that we can use them to plan schools, hospitals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static_dynami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Static and dynamic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gives a "photograph" of the whole population on one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facto_jur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Counted in Garoua or in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Amadou lives in Garoua but sleeps in Douala on census night. Where is he counted with the de jure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his usual residence.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dynamic method records this birth?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Vital registration (the civil status register).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pass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Travellers at an airport.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migration records often unreliable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cross borders or move inside the country without being recorded.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WORLD POPULATION TODAY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trend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world population today.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WORLD POPULATION TODAY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how many people live on Earth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WORLD POPULATION TODAY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8.2 billion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Data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Sources of Population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branch of geography that studies the distribution, composition, growth and movements of population in space and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number of people living in a given area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studies (demography):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scientific study of the size, structure and changes of human populations through births, deaths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Census: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complete official count of all the people of a country or region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Sample survey: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collection of data from a small part of the population chosen to represent the whole.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Static Methods (Primary Sources)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Census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census has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 snapshot: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Static methods give a picture of the population at one moment, like a photograph.</a:t>
            </a:r>
            <a:endParaRPr lang="en-US" sz="3200" dirty="0"/>
          </a:p>
        </p:txBody>
      </p:sp>
      <p:pic>
        <p:nvPicPr>
          <p:cNvPr id="6" name="Image 0" descr="/home/claude/f4/img/v2/pop2_static_dynamic.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static and dynamic methods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Static Methods (Primary Sources)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Census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Complete count: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census counts every person and records age, sex, marital status, education, occupation and residence.</a:t>
            </a:r>
            <a:endParaRPr lang="en-US" sz="3600" dirty="0"/>
          </a:p>
        </p:txBody>
      </p:sp>
      <p:pic>
        <p:nvPicPr>
          <p:cNvPr id="6" name="Image 0" descr="/home/claude/f4/img/v2/usa_crow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every person is counted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Static Methods (Primary Sources)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Census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Frequency: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normally held every ten years; Cameroon held censuses in 1976, 1987 and 2005, and the 2005 census counted 17,463,836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Static Methods (Primary Sources)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Census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Cost and delays: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complete source but also the most expensive, so it is often delayed in developing countries.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the census is organised by BUCREP (Bureau Central des Recensements et des Études de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Static Methods (Primary Sources)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De Facto and De Jure Censuses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two methods of counting people in a census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De facto method: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People are counted where they are found on census night, even if they are only visiting.</a:t>
            </a:r>
            <a:endParaRPr lang="en-US" sz="3200" dirty="0"/>
          </a:p>
        </p:txBody>
      </p:sp>
      <p:pic>
        <p:nvPicPr>
          <p:cNvPr id="6" name="Image 0" descr="/home/claude/f4/img/v2/pop2_facto_jure.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 facto and de jure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Static Methods (Primary Sources)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 Facto and De Jure Censuses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de facto: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Britain used it for a long time; a Garoua trader sleeping in Douala on census night is counted in Douala.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 jure 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counted at their usual place of residence, wherever they are on census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Static Methods (Primary Sources)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De Facto and De Jure Censuses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de jure: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used in the USA and in Cameroon; the Garoua trader is counted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Static Methods (Primary Sources)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De Facto and De Jure Censuses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 facto method can count visitors twice, while the de jure method has difficulties with homeless people and people with two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Static Methods (Primary Sources)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Sample Surveys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Sample surveys have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Data are collected from a representative part of the population, and the results are extended to the whole population.</a:t>
            </a:r>
            <a:endParaRPr lang="en-US" sz="3200" dirty="0"/>
          </a:p>
        </p:txBody>
      </p:sp>
      <p:pic>
        <p:nvPicPr>
          <p:cNvPr id="6" name="Image 0" descr="/home/claude/f4/img/v2/pop2_sample.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10 % sample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Static Methods (Primary Sources)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Sample Surveys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Worked 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of 3,000 people, a 10 % sample is 300 people; if 30 of them are married (10 %), about 300 people of the village are married.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Static Methods (Primary Sources)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Sample Surveys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Sampling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Random and systematic sampling are used so that every person has a fair chance of being chosen.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Static Methods (Primary Sources)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Sample Surveys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Demographic and Health Surveys (EDS) and the household surveys of the INS (Institut National de la Statistique)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Static Methods (Primary Sources)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Sample Surveys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 and weakness: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cheaper and faster than a census, but a badly chosen sample gives wrong results.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Dynamic Methods (Secondary 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dynamic methods of collecting population data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Continuous recording: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Dynamic methods record changes in the population as they happen, like a film.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Dynamic Methods (Secondary 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Vital registration: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records births, deaths, marriages, divorces and adoptions at the civil status office.</a:t>
            </a:r>
            <a:endParaRPr lang="en-US" sz="3600" dirty="0"/>
          </a:p>
        </p:txBody>
      </p:sp>
      <p:pic>
        <p:nvPicPr>
          <p:cNvPr id="5" name="Image 0" descr="/home/claude/f4/img/v2/usa_newbor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every birth should be registered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Dynamic Methods (Secondary 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Reliability of vital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complete and accurate in developed countries, but in Cameroon many births and deaths in villages are never declared.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Dynamic Methods (Secondary 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Migration records: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Passports, visas, residence permits, border and refugee records show movements into and out of a country.</a:t>
            </a:r>
            <a:endParaRPr lang="en-US" sz="3600" dirty="0"/>
          </a:p>
        </p:txBody>
      </p:sp>
      <p:pic>
        <p:nvPicPr>
          <p:cNvPr id="5" name="Image 0" descr="/home/claude/f4/img/v2/usa_passpor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migration records at an airport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Dynamic Methods (Secondary 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Reliability of migration records: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Internal movements are rarely recorded, and many people cross African borders informally, so these records are incomplete.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Sources of Population Data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Other sources of population data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International organisations: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United Nations Statistics Division publishes population figures for all countries.</a:t>
            </a:r>
            <a:endParaRPr lang="en-US" sz="3200" dirty="0"/>
          </a:p>
        </p:txBody>
      </p:sp>
      <p:pic>
        <p:nvPicPr>
          <p:cNvPr id="5" name="Image 0" descr="/home/claude/f4/img/v2/pop2_other_sourc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other sources of population data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Sources of Population Data</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Specialised agencies: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WHO gives data on health and life expectancy, and the ILO gives data on jobs and the labour force.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National ministries: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Ministries of Health and Education give hospital, vaccination and school enrolment records.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Sources of Population Data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Electoral registers: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the number and distribution of adults who can vote.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Current State of the World Population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world population today can be described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population passed 8 billion in 2022 and is about 8.2 billion today.</a:t>
            </a:r>
            <a:endParaRPr lang="en-US" sz="3600" dirty="0"/>
          </a:p>
        </p:txBody>
      </p:sp>
      <p:pic>
        <p:nvPicPr>
          <p:cNvPr id="5" name="Image 0" descr="/home/claude/f4/img/v2/pop2_trend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world population today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Current State of the World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Slower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still grows by about 70 million people a year, but the growth rate is falling.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Current State of the World Population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Contrasts: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Developed countries have low birth rates and ageing populations, while developing countries, especially in Africa, have high birth rates and young populations.</a:t>
            </a:r>
            <a:endParaRPr lang="en-US" sz="3600" dirty="0"/>
          </a:p>
        </p:txBody>
      </p:sp>
      <p:pic>
        <p:nvPicPr>
          <p:cNvPr id="5" name="Image 0" descr="/home/claude/f4/img/v2/world_pop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world population by continent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Current State of the World Population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half of the world population (about 57 %) lives in towns, and cities grow fastest in Asia and Africa.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 increases the population of receiving countries such as the USA and Germany and reduces that of sending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the de facto and the de jure methods of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 facto method counts people where they are on census night; the de jure method counts them at their usual residence.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vital registration is incomplete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births take place at home far from civil status offices, and many people do not know the importance of declaring births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______ counts every person of a country at a given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and deaths are recorded by ______ registration.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last census of Cameroon took place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 survey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 par sondage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Vital registration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L'état civil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certificate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L'acte de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studies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démographie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Usual residence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résidence habituelle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Sources of Population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geography, population and population studies. Describe the static methods of collecting population data. Describe the dynamic methods of collecting population data. Name other sources of population data. Describe the current state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sources of population data, compare their strengths and weaknesses and describe the present state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Census; De Facto and De Jure Censuses; Sample Surveys; Dynamic Methods (Secondary Sources); Other Sources of Population Data; The Current State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columns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tell the story of Amadou.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has a birth certificate.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border post such as Kousseri.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four figures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“London Heathrow T4 arrivals” by markhillary, CC BY 2.0, via Flickr (https://www.flickr.com/photos/56087830@N00/1568955656)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(Complete count):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2026-09-28T21:55:11Z</dcterms:created>
  <dcterms:modified xsi:type="dcterms:W3CDTF">2026-09-28T21:55:11Z</dcterms:modified>
</cp:coreProperties>
</file>