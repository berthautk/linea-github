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Population Distribution and Density.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crowded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a crowded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division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farmland shortage in the West.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density 2. physiological 3. East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Distribution and Density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Numbers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Density and Distribution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Population Distribution and Density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distribution, population density, arithmetic density, physiological density, agricultural density.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distribution and density; types and measurement of density; usefulness.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population density and explain its uses and limits.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population distribution and density.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arithmetic, physiological and agricultural density.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usefulness of density.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has about 28 million people.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regions are crowded and others empty.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learners argue. One says the East Region is crowded because Bertoua is busy. The other says the East has the fewest people per square kilometre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learners do not agree on how crowded the East is.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measure can settle the debate?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density (people per km²).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can a town be busy in an empty region?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gather in towns while the rest of the region is empty.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measure how people are spread over space.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crow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crowded market.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population distribution?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way people are spread over an area.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er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empty Sahara.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few people live here?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too dry and hot for farming.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DENSITY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density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types of population density.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DENSITY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density of Cameroon: 28 million people on 475,000 km².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DENSITY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59 people per km².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DENSITY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chorople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Density by region in Cameroon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DENSITY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region is the most densely populated? Which is the least?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DENSITY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Most: Littoral (about 190). Least: East (about 11).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USEFULNESS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Farms on steep hillsides.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USEFULNESS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physiological density tell us more about pressure on land?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USEFULNESS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compares people with the land that can be farmed.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Distribution and Density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Numbers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Population Density and Distribution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Population Distribution and Density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way people are spread over an area.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density: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number of people per unit area, usually per km².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Physiological density: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number of people per km² of farmland.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Arithmetic density: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total population ÷ total area. Cameroon has about 59 people per km².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Physiological density: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total population ÷ farmland area. It shows the pressure of people on food-producing land.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Agricultural density: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number of farmers ÷ farmland area. It shows how many farmers share the land.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Usefulness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Density helps to compare places and plan services. It shows areas of pressure on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Limits: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Arithmetic density is an average and hides empty and crowded parts. It does not show wealth or resources.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Usefulness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Maps show where people really live. Density and distribution must be used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region has 2 million people and 20,000 km². Find its density.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 people per km².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weakness of arithmetic density.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average that hides crowded and empty areas.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per km² is population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per km² of farmland is ______ density.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least dense region of Cameroon is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population and area of your region and calculate its density.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1: Mapping Population Distribution.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densité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répartition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superficie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Crowded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Surpeuplé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Clairsemé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terres cultivées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Numbers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Population Distribution and Density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population distribution and density. Calculate arithmetic, physiological and agricultural density. Evaluate the usefulness of density.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population density and explain its uses and limits.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Population distribution, Population density, Physiological density; II. Types and Measurement: Arithmetic density, Physiological density, Agricultural density; III. Usefulness: Uses, Limits, Distribution.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population and area of your region and calculate its density.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“Wax market” by zouzouwizman, CC BY 2.0, via Flickr (https://www.flickr.com/photos/61111202@N00/12129001)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“Desert trekking in Merzouga” by Antonio Cinotti , CC BY-NC-ND 2.0, via Flickr (https://www.flickr.com/photos/46378751@N02/15331399979)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2026-09-26T18:49:32Z</dcterms:created>
  <dcterms:modified xsi:type="dcterms:W3CDTF">2026-09-26T18:49:32Z</dcterms:modified>
</cp:coreProperties>
</file>