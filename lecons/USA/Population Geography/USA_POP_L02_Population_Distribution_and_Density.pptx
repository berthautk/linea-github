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Population Distribution and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population distribution, population density, arithmetic density, physiological density, agricultural density. At the end, you should be able to do this: learners are able to calculate population density and explain its uses and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Sources of Population Data. The question was: Ask five adults if they have a birth certificate and explain why some do not.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Some adults have no birth certificate because they were born at home in a village far from a civil status centre, their parents did not know the importance of the document, or the fees and distance discouraged them.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population distribution and density. Number 2: calculate arithmetic, physiological and agricultural density. Number 3: evaluate the usefulness of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about 28 million people. Some regions are crowded and others empty.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learners argue. One says the East Region is crowded because Bertoua is busy. The other says the East has the fewest people per square kilometre in Cameroon.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learners do not agree on how crowded the East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measure can settle the debate?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density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can a town be busy in an empty region?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gather in towns while the rest of the region is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population density to plan services where people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measure how people are spread over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crowded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population distribution?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way people are spread over 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empty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few people live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too dry and hot for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three types of population density.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density of Cameroon: 28 million people on 475,000 km².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59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density by region in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region is the most densely populated? Which is the least?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 Littoral (about 190). Least: East (about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farms on steep hillsides.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physiological density tell us more about pressure on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compares people with the land that can be farmed.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Population Distribution. Population distribution can be understood as follows. On this slide we have Population distribution and Population density.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Measurement of Density. Density is measured in different ways. On this slide we have Arithmetic (crude)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Measurement of Density. On this slide we have Physiological density and Agricultural density.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population density.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Evaluation of Usefulness. Density measures have advantages and limits. On this slide we have Usefulness.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Evaluation of Usefulness. On this slide we have Limits.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 density by region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region has 2 million people and 20,000 km². Find its density.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100 people per km².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weakness of arithmetic density.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an average that hides crowded and empty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density; number 2, physiological; number 3, 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population and area of your region and calculate its density.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Techniques of Mapping Population Distribution and Density.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POPULATION DISTRIBUTION AND DENSITY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Distribution and Density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Population Distribution and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distribution, population density, arithmetic density, physiological density, agricultural density.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distribution and density; types and measurement of density; usefulness.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population density and explain its uses and limits.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Sources of Population Data):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five adults if they have a birth certificate and explain why some do 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adults have no birth certificate because they were born at home in a village far from a civil status centre, their parents did not know the importance of the document, or the fees and distance discouraged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population distribution and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arithmetic, physiological and agricultural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Evaluate the usefulness of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about 28 million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regions are crowded and others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learners argue. One says the East Region is crowded because Bertoua is busy. The other says the East has the fewest people per square kilometre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learners do not agree on how crowded the East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measure can settle the debate?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density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a town be busy in an empty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gather in towns while the rest of the region is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population density to plan services where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measure how people are spread over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population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way people are spread over 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empty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few people live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too dry and hot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MEASUREMENT OF DENSITY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types of population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MEASUREMENT OF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Cameroon: 28 million people on 475,000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MEASUREMENT OF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59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MEASUREMENT OF DENSITY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by region in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MEASUREMENT OF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is the most densely populated? Which is the least?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AND MEASUREMENT OF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Littoral (about 190). Least: East (about 11).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USEFULNESS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Farms on steep hillsides.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USEFULNESS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physiological density tell us more about pressure on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USEFULNESS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compares people with the land that can be farmed.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Population Distribution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distribution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way people are spread over the Earth's surface. It can be even, clustered or scattered.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number of people per unit of area, usually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Measurement of Density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Density is measured in different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Arithmetic (crude)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population divided by the total area. Cameroon: 28 million ÷ 475,000 km² ≈ 59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Measurement of Density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Physiological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population divided by the area of cultivable land. It shows the pressure of people on farmland.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Agricultural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farming population divided by the area of cultivable land. It shows how many farmers work each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and Measurement of Density</a:t>
            </a:r>
            <a:endParaRPr lang="en-US" sz="3600" dirty="0"/>
          </a:p>
        </p:txBody>
      </p:sp>
      <p:pic>
        <p:nvPicPr>
          <p:cNvPr id="4" name="Image 0" descr="/home/claude/f4/img/v2/density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population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Evaluation of Usefulness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Density measures have advantages and limits: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Usefulness: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Density allows comparison between places of different sizes and helps planning of schools, hospitals and roads. Physiological density shows pressure on land better.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Evaluation of Usefulness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Arithmetic density hides empty and crowded areas inside a region. It says nothing about wealth or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Evaluation of Usefulness</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 density by region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has 2 million people and 20,000 km². Find its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weakness of arithmetic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average that hides crowded and empty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per km² is population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per km² of farmland is ______ density.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least dense region of Cameroon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population and area of your region and calculate its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Techniques of Mapping Population Distribution and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Distribution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répartition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superficie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Crowded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Surpeuplé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Sparse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Clairsemé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terres cultivées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Population Distribution and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population distribution and density. Calculate arithmetic, physiological and agricultural density. Evaluate the usefulness of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population density and explain its uses and limits.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Population Distribution; Types and Measurement of Density; Evaluation of Usefulness.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population and area of your region and calculate its density.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crowded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a crowded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division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farmland shortage in the West.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2026-09-27T10:08:05Z</dcterms:created>
  <dcterms:modified xsi:type="dcterms:W3CDTF">2026-09-27T10:08:05Z</dcterms:modified>
</cp:coreProperties>
</file>