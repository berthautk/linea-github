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Distribution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altitude, population density, peak, decline, tropical highland, exception. At the end, you should be able to do this: learners are able to read, describe and explain a graph of population distribution with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Spatial Population Distribution and its Factors. The question was: State how population density changes as altitude increases.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general, population density decreases as altitude increases, except in some tropical highlands.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read a graph of population by altitude. Number 2: describe the general trend of population with altitude. Number 3: explain peaks and declines of density. Number 4: explain the exceptions in tropical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generally falls with altitude. Temperature falls by about 0.6 °C every 100 m. The Bamenda Highlands are densely populated.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Mount Cameroon area, farms and towns such as Buea and Limbe are found on the lower slopes, but there are no villages near the summit (4,095 m). Yet the Bamenda Highlands, at 1,000 to 2,000 m, are very crowded. A student studying a graph of population and altitude asks: "How do I read this graph, and why does density not always fall with altitude?"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cannot read and explain a graph of population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no village near the summit of Mount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too cold, steep and high, with little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 Bamenda Highlands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cool, healthy and fertile compared with the hot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describe the general trend first, then the exceptions, with figures read from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trains us to read graphs and to explain the role of altitude in the distribution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by altitude.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temperate lands, in which altitude class do most people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lowest class, 0–500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reasons why density is very low above 3,000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Cold temperatures, little oxygen, steep slopes and poor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towns, altitude and temperature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Bamenda more pleasant to live in than a hot lowland?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altitude gives it a cooler, healthier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 Paz, Bolivia.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La Paz have a large population at about 3,600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seat of government and the main economic centre of Bolivia.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tropical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activity keeps mid-altitude areas populated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farming of tea and coffee, and market gardening.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Altitude and Peak (on a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Decline (on a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Graph. A graph of population and altitude is read with the following steps. Copy the point on Axes on the left, then draw the diagram on the right: population by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Graph. On this slide we have General trend and Figures.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Graph. On this slide we have Peaks and declines.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General Pattern. The general pattern of density with altitude is the following. Copy the point on Low altitudes (0–500 m) on the left, then draw the diagram on the right: a fertile lowland.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General Pattern. On this slide we have Medium altitudes (500–2,000 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altitudes (above 2,000 m) on the left, then draw the diagram on the right: high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General Pattern. On this slide we have Sharp decline above 3,000 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Exceptions and Special Cases. The exceptions to the general pattern are the following. Copy the point on Tropical highlands on the left, then draw the diagram on the right: altitude and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 highlands on the left, then draw the diagram on the right: tea on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capital cities on the left, then draw the diagram on the right: la Paz.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low-altitude areas generally support high densities?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have fertile plains, water, a warm climate, easy transport and large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high-altitude area with a large population and explain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 Paz (about 3,600 m), the seat of government of Bolivia; or the Ethiopian Highlands, cooler and healthier than the lowlands.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decreases (falls); number 2, cooler (healthier); number 3, 3,600.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push factor of rural-urban migration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Modifications of Population Distribution.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DISTRIBUTION AND ALTITUDE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Altitude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Distribution and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Altitude, population density, peak, decline, tropical highland, exception.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Reading and interpreting graphs of population distribution with altitude: general trend, peaks and declines, exceptions in tropical highlands.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describe and explain a graph of population distribution with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Spatial Population Distribution and its Factors):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population density changes as altitude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general, population density decreases as altitude increases, except in some tropical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 graph of population by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trend of population with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peaks and declines of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exceptions in tropical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generally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by about 0.6 °C every 100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Bamenda Highlands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Mount Cameroon area, farms and towns such as Buea and Limbe are found on the lower slopes, but there are no villages near the summit (4,095 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the Bamenda Highlands, at 1,000 to 2,000 m, are very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studying a graph of population and altitude asks: "How do I read this graph, and why does density not always fall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cannot read and explain a graph of population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village near the summit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cold, steep and high, with little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Bamenda Highlands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 healthy and fertile compared with the hot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describe the general trend first, then the exceptions, with figures read from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trains us to read graphs and to explain the role of altitude in the distribution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temperate lands, in which altitude class do most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lowest class, 0–500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density is very low above 3,000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temperatures, little oxygen, steep slopes and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ltitude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Towns, altitude and temperature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Bamenda more pleasant to live in than a hot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altitude gives it a cooler, healthier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 Paz, Bolivia.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La Paz have a large population at about 3,600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seat of government and the main economic centre of Bolivia.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tropical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activity keeps mid-altitude areas populated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farming of tea and coffee, and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height of a place above sea level.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 (on a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highest value of a curve or of a bar, showing where density is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Decline (on a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fall in the values, showing where density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graph of population and altitude is read with the following steps: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Axes: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Altitude (in metres) is on the horizontal axis and population density (or % of population) on the vertical axis.</a:t>
            </a:r>
            <a:endParaRPr lang="en-US" sz="3200" dirty="0"/>
          </a:p>
        </p:txBody>
      </p:sp>
      <p:pic>
        <p:nvPicPr>
          <p:cNvPr id="5" name="Image 0" descr="/home/claude/f4/img/v2/altitude_po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by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General trend: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First describe the overall direction: in most regions, density falls as altitude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Figures: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Quote values read from the graph, for example the share of people below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Peaks and declines: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Then identify where density rises or falls sharply,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general pattern of density with altitude is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Low altitudes (0–500 m):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very densely populated thanks to fertile plains, water, easy transport and big cities, as in the Nile delta and Bangladesh.</a:t>
            </a:r>
            <a:endParaRPr lang="en-US" sz="28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lowland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Medium altitudes (500–2,000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Densities vary: fertile plateaux are well populated, but steep slopes discourage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altitudes (above 2,000 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Densities are very low because of cold, lack of oxygen, steep slopes and poor soils, as in the Himalayas.</a:t>
            </a:r>
            <a:endParaRPr lang="en-US" sz="3600" dirty="0"/>
          </a:p>
        </p:txBody>
      </p:sp>
      <p:pic>
        <p:nvPicPr>
          <p:cNvPr id="5" name="Image 0" descr="/home/claude/f4/img/v2/lsa_himalay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Sharp decline above 3,000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become scattered, and activities are limited to herding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exceptions to the general pattern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Tropical highlands: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In the tropics, highlands are cooler and free of some diseases, so the Ethiopian Highlands and the Western Highlands of Cameroon are densely populated.</a:t>
            </a:r>
            <a:endParaRPr lang="en-US" sz="2800" dirty="0"/>
          </a:p>
        </p:txBody>
      </p:sp>
      <p:pic>
        <p:nvPicPr>
          <p:cNvPr id="5" name="Image 0" descr="/home/claude/f4/img/v2/altitude_tab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altitude and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Bamenda (about 1,600 m) and Dschang (about 1,400 m) have dense populations and a mild climate of about 20 °C.</a:t>
            </a:r>
            <a:endParaRPr lang="en-US" sz="3600" dirty="0"/>
          </a:p>
        </p:txBody>
      </p:sp>
      <p:pic>
        <p:nvPicPr>
          <p:cNvPr id="5" name="Image 0" descr="/home/claude/f4/img/v2/usa_bamend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Plantation highlands: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Mid-altitude areas with tea and coffee plantations keep high densities, as in Kenya and the Western Highlands.</a:t>
            </a:r>
            <a:endParaRPr lang="en-US" sz="3600" dirty="0"/>
          </a:p>
        </p:txBody>
      </p:sp>
      <p:pic>
        <p:nvPicPr>
          <p:cNvPr id="5"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capital cities: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 Paz (Bolivia), at about 3,600 m, is large because it is the seat of government, and Quito (Ecuador) is a capital at about 2,850 m.</a:t>
            </a:r>
            <a:endParaRPr lang="en-US" sz="3600" dirty="0"/>
          </a:p>
        </p:txBody>
      </p:sp>
      <p:pic>
        <p:nvPicPr>
          <p:cNvPr id="5" name="Image 0" descr="/home/claude/f4/img/v2/usa_lapaz.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 Paz</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low-altitude areas generally support high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fertile plains, water, a warm climate, easy transport and large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high-altitude area with a large population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 Paz (about 3,600 m), the seat of government of Bolivia; or the Ethiopian Highlands, cooler and healthier than the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general, density ______ as altitude rises.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Tropical highlands are densely populated because they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 Paz is at about ______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push factor of rural-urban migration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haute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basse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Distribution and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a graph of population by altitude. Describe the general trend of population with altitude. Explain peaks and declines of density. Explain the exceptions in tropical highlands.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describe and explain a graph of population distribution with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Reading the Graph; The General Pattern; Exceptions and Special Cases.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push factor of rural-urban migration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from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summit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Bolivia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the Western Highlands.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(Low altitudes (0–500 m)): “A woman harvesting rice, Barotse floodplain, Zambia. Photo by Georgina” by WorldFish, CC BY-NC-ND 2.0, via Flickr (https://www.flickr.com/photos/61545321@N06/7848727138)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(Example of Cameroon):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2026-09-28T21:55:12Z</dcterms:created>
  <dcterms:modified xsi:type="dcterms:W3CDTF">2026-09-28T21:55:12Z</dcterms:modified>
</cp:coreProperties>
</file>