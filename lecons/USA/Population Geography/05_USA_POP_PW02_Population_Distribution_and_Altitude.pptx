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Population Distribution and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altitude, population density, peak, decline, tropical highland, exception. At the end, you should be able to do this: learners are able to read, describe and explain a graph of population distribution with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Spatial Population Distribution and its Factors. The question was: State how population density changes as altitude increases.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general, population density decreases as altitude increases, except in some tropical highlands.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read a graph of population by altitude. Number 2: describe the general trend of population with altitude. Number 3: explain peaks and declines of density. Number 4: explain the exceptions in tropical highlands.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Density generally falls with altitude. Temperature falls by about 0.6 °C every 100 m. The Bamenda Highlands are densely populated.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Mount Cameroon area, farms and towns such as Buea and Limbe are found on the lower slopes, but there are no villages near the summit (4,095 m). Yet the Bamenda Highlands, at 1,000 to 2,000 m, are very crowded. A student studying a graph of population and altitude asks: "How do I read this graph, and why does density not always fall with altitude?"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cannot read and explain a graph of population and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there no village near the summit of Mount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too cold, steep and high, with little oxygen.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 Bamenda Highlands crowded?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cool, healthy and fertile compared with the hot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describe the general trend first, then the exceptions, with figures read from the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trains us to read graphs and to explain the role of altitude in the distribution of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by altitude.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temperate lands, in which altitude class do most people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lowest class, 0–500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high mountains.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reasons why density is very low above 3,000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Cold temperatures, little oxygen, steep slopes and poor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towns, altitude and temperature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Bamenda more pleasant to live in than a hot lowland?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altitude gives it a cooler, healthier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 Paz, Bolivia.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La Paz have a large population at about 3,600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seat of government and the main economic centre of Bolivia.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tea on tropical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activity keeps mid-altitude areas populated in the tropics?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Plantation farming of tea and coffee, and market gardening.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Altitude and Peak (on a 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Decline (on a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the Graph. A graph of population and altitude is read in the following steps. Copy the point on Axes on the left, then draw the diagram on the right: population and altitude.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Graph. Copy the point on General trend and figures: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Graph. Copy the point on Peaks and declines: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General Pattern. Density generally changes with altitude as follows. Copy the point on Low altitudes (0 to 500 m) on the left, then draw the diagram on the right: a fertile lowland.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General Pattern. Copy the point on Medium altitudes (500 to 2,000 m):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altitudes (above 2,000 m) on the left, then draw the diagram on the right: the Himalayas.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Exceptions and Special Cases. The general pattern has the following exceptions. Copy the point on Tropical highlands on the left, then draw the diagram on the right: altitude and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Plantation highlands on the left, then draw the diagram on the right: tea on the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capital cities on the left, then draw the diagram on the right: la Paz.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 low-altitude areas generally support high densities?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have fertile plains, water, a warm climate, easy transport and large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high-altitude area with a large population and explain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 Paz (about 3,600 m), the seat of government of Bolivia; or the Ethiopian Highlands, cooler and healthier than the lowlands.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decreases (falls); number 2, cooler (healthier); number 3, 3,600.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push factor of rural-urban migration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Modifications of Population Distribution.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POPULATION DISTRIBUTION AND ALTITUDE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Distribution and Altitude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Population Distribution and Altitude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Altitude, population density, peak, decline, tropical highland, exception.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Reading and interpreting graphs of population distribution with altitude: general trend, peaks and declines, exceptions in tropical highlands.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describe and explain a graph of population distribution with altitude.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Spatial Population Distribution and its Factors):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population density changes as altitude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general, population density decreases as altitude increases, except in some tropical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a graph of population by altitude.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trend of population with altitude.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peaks and declines of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exceptions in tropical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generally falls with altitude.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by about 0.6 °C every 100 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Bamenda Highlands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Mount Cameroon area, farms and towns such as Buea and Limbe are found on the lower slopes, but there are no villages near the summit (4,095 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the Bamenda Highlands, at 1,000 to 2,000 m, are very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studying a graph of population and altitude asks: "How do I read this graph, and why does density not always fall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cannot read and explain a graph of population and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no village near the summit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too cold, steep and high, with little oxygen.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Bamenda Highlands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cool, healthy and fertile compared with the hot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describe the general trend first, then the exceptions, with figures read from the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trains us to read graphs and to explain the role of altitude in the distribution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ltitude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by altitude.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temperate lands, in which altitude class do most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lowest class, 0–500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himalay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mountains.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density is very low above 3,000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temperatures, little oxygen, steep slopes and poor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ltitude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Towns, altitude and temperature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Bamenda more pleasant to live in than a hot lowland?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altitude gives it a cooler, healthier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apa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 Paz, Bolivia.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La Paz have a large population at about 3,600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seat of government and the main economic centre of Bolivia.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on tropical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activity keeps mid-altitude areas populated in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 farming of tea and coffee, and market gardening.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Distribution and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height of a place above sea level.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Peak (on a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highest value of a curve or of a bar, showing where density is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Decline (on a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fall in the values, showing where density decreases.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Graph</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A graph of population and altitude is read in the following steps: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Axes: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Altitude in metres is on the horizontal axis, and population density or the percentage of population is on the vertical axis. Read the title and the units before describing the graph.</a:t>
            </a:r>
            <a:endParaRPr lang="en-US" sz="3000" dirty="0"/>
          </a:p>
        </p:txBody>
      </p:sp>
      <p:pic>
        <p:nvPicPr>
          <p:cNvPr id="5" name="Image 0" descr="/home/claude/f4/img/v2/altitude_pop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and altitude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General trend and figures: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First describe the overall direction: in most regions, density falls as altitude rises. Support the description with values read from the graph, such as the share of people below 500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Graph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Peaks and declines: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Then identify where density rises or falls sharply. Finally, explain each change with physical and human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General Pattern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Density generally changes with altitude as follows: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Low altitudes (0 to 500 m):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They are very densely populated because of fertile plains, water, easy transport and big cities. The Nile delta and Bangladesh are examples.</a:t>
            </a:r>
            <a:endParaRPr lang="en-US" sz="3400" dirty="0"/>
          </a:p>
        </p:txBody>
      </p:sp>
      <p:pic>
        <p:nvPicPr>
          <p:cNvPr id="5" name="Image 0" descr="/home/claude/f4/img/v2/f4_ricefield.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fertile lowland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General Pattern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Medium altitudes (500 to 2,000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Densities vary a lot at these heights. Fertile plateaux are well populated, but steep slopes discourage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General Pattern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High altitudes (above 2,000 m):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Densities are very low because of cold, lack of oxygen, steep slopes and poor soils, as in the Himalayas. Above 3,000 m, settlements become scattered and activities are limited to herding and tourism.</a:t>
            </a:r>
            <a:endParaRPr lang="en-US" sz="3400" dirty="0"/>
          </a:p>
        </p:txBody>
      </p:sp>
      <p:pic>
        <p:nvPicPr>
          <p:cNvPr id="5" name="Image 0" descr="/home/claude/f4/img/v2/lsa_himalaya.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Himalayas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Exceptions and Special Cases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general pattern has the following exceptions: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Tropical highlands: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In the tropics, highlands are cooler and free of some diseases such as malaria, so they attract people. Bamenda (about 1,600 m) and Dschang (about 1,400 m) have dense populations and a mild climate of about 20 °C.</a:t>
            </a:r>
            <a:endParaRPr lang="en-US" sz="3000" dirty="0"/>
          </a:p>
        </p:txBody>
      </p:sp>
      <p:pic>
        <p:nvPicPr>
          <p:cNvPr id="5" name="Image 0" descr="/home/claude/f4/img/v2/altitude_table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altitude and density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Exceptions and Special Cases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Plantation highlands: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Mid-altitude areas with tea and coffee plantations keep high densities, as in Kenya and the Western Highlands of Cameroon. The plantations need many workers.</a:t>
            </a:r>
            <a:endParaRPr lang="en-US" sz="3600" dirty="0"/>
          </a:p>
        </p:txBody>
      </p:sp>
      <p:pic>
        <p:nvPicPr>
          <p:cNvPr id="5" name="Image 0" descr="/home/claude/f4/img/v2/f2t_tea_highlands.jpg">    </p:cNvPr>
          <p:cNvPicPr>
            <a:picLocks noChangeAspect="1"/>
          </p:cNvPicPr>
          <p:nvPr/>
        </p:nvPicPr>
        <p:blipFill>
          <a:blip r:embed="rId1"/>
          <a:stretch>
            <a:fillRect/>
          </a:stretch>
        </p:blipFill>
        <p:spPr>
          <a:xfrm>
            <a:off x="6537960" y="2713440"/>
            <a:ext cx="5470855" cy="2409527"/>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tea on the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Exceptions and Special Cases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capital cities: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 Paz in Bolivia, at about 3,600 m, is large because it is the seat of government. Quito, the capital of Ecuador, lies at about 2,850 m.</a:t>
            </a:r>
            <a:endParaRPr lang="en-US" sz="3600" dirty="0"/>
          </a:p>
        </p:txBody>
      </p:sp>
      <p:pic>
        <p:nvPicPr>
          <p:cNvPr id="5" name="Image 0" descr="/home/claude/f4/img/v2/usa_lapaz.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 Paz</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low-altitude areas generally support high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fertile plains, water, a warm climate, easy transport and large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high-altitude area with a large population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 Paz (about 3,600 m), the seat of government of Bolivia; or the Ethiopian Highlands, cooler and healthier than the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general, density ______ as altitude rises.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Tropical highlands are densely populated because they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 Paz is at about ______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push factor of rural-urban migration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Modifications of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haute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basse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Population Distribution and Altitude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Read a graph of population by altitude. Describe the general trend of population with altitude. Explain peaks and declines of density. Explain the exceptions in tropical highlands.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describe and explain a graph of population distribution with altitude.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Reading the Graph; The General Pattern; Exceptions and Special Cases.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push factor of rural-urban migration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 from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summit of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table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locate Bolivia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crops of the Western Highlands.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“View of the Himalaya Mountain Range” by NASA Johnson, CC BY-NC 2.0, via nasa (https://www.flickr.com/photos/29988733@N04/10678470543)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 Paz” by cliff.hellis, CC BY-NC-ND 2.0, via Flickr (https://www.flickr.com/photos/30099537@N02/6348597083)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(Low altitudes (0 to 500 m)): “A woman harvesting rice, Barotse floodplain, Zambia. Photo by Georgina” by WorldFish, CC BY-NC-ND 2.0, via Flickr (https://www.flickr.com/photos/61545321@N06/7848727138)</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2026-09-29T11:34:35Z</dcterms:created>
  <dcterms:modified xsi:type="dcterms:W3CDTF">2026-09-29T11:34:35Z</dcterms:modified>
</cp:coreProperties>
</file>