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notesMasterIdLst>
    <p:notesMasterId r:id="rId6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notesMaster" Target="notesMasters/notesMaster1.xml"/><Relationship Id="rId64" Type="http://schemas.openxmlformats.org/officeDocument/2006/relationships/presProps" Target="presProps.xml"/><Relationship Id="rId65" Type="http://schemas.openxmlformats.org/officeDocument/2006/relationships/viewProps" Target="viewProps.xml"/><Relationship Id="rId66" Type="http://schemas.openxmlformats.org/officeDocument/2006/relationships/theme" Target="theme/theme1.xml"/><Relationship Id="rId6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2: Population Distribution and Altitude.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Numbers, and the sub-topic is Population Density and Distribution. The key notions we shall use today are: altitude, population density, peak, decline, tropical highland, exception. At the end, you should be able to do this: learners are able to read, describe and explain a graph of population distribution with altitude.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Spatial Population Distribution and its Factors. The question was: State how population density changes as altitude increases.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In general, population density decreases as altitude increases, except in some tropical highlands.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read a graph of population by altitude. Number 2: describe the general trend of population with altitude. Number 3: explain peaks and declines of density. Number 4: explain the exceptions in tropical highlands.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Density generally falls with altitude. Temperature falls by about 0.6 °C every 100 m. The Bamenda Highlands are densely populated.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Mount Cameroon area, farms and towns such as Buea and Limbe are found on the lower slopes, but there are no villages near the summit (4,095 m). Yet the Bamenda Highlands, at 1,000 to 2,000 m, are very crowded. A student studying a graph of population and altitude asks: "How do I read this graph, and why does density not always fall with altitude?"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student cannot read and explain a graph of population and altitude.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there no village near the summit of Mount Cameroon?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too cold, steep and high, with little oxygen.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are the Bamenda Highlands crowded?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are cool, healthy and fertile compared with the hot lowlands.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always describe the general trend first, then the exceptions, with figures read from the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trains us to read graphs and to explain the role of altitude in the distribution of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population by altitude.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In temperate lands, in which altitude class do most people live?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lowest class, 0–500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high mountains.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reasons why density is very low above 3,000 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Cold temperatures, little oxygen, steep slopes and poor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towns, altitude and temperature in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Bamenda more pleasant to live in than a hot lowland?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Its altitude gives it a cooler, healthier climate.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la Paz, Bolivia.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La Paz have a large population at about 3,600 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the seat of government and the main economic centre of Bolivia.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tea on tropical highlands.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Which activity keeps mid-altitude areas populated in the tropics?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Plantation farming of tea and coffee, and market gardening.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Altitude and Peak (on a graph).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Decline (on a graph).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Reading the Graph. A graph of population and altitude is read with the following steps. Copy the point on Axes on the left, then draw the diagram on the right: population by altitude.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Reading the Graph. On this slide we have General trend and Figures.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Reading the Graph. On this slide we have Peaks and declines.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General Pattern. The general pattern of density with altitude is the following. Copy the point on Low altitudes (0–500 m) on the left, then draw the diagram on the right: a fertile lowland.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General Pattern. On this slide we have Medium altitudes (500–2,000 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High altitudes (above 2,000 m) on the left, then draw the diagram on the right: high mountains.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General Pattern. On this slide we have Sharp decline above 3,000 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Exceptions and Special Cases. The exceptions to the general pattern are the following. Copy the point on Tropical highlands on the left, then draw the diagram on the right: altitude and density in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Example of Cameroon on the left, then draw the diagram on the right: the Bamenda Highlands.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Plantation highlands on the left, then draw the diagram on the right: tea on highlands.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High capital cities on the left, then draw the diagram on the right: la Paz.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do low-altitude areas generally support high densities?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have fertile plains, water, a warm climate, easy transport and large towns.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high-altitude area with a large population and explain why.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 Paz (about 3,600 m), the seat of government of Bolivia; or the Ethiopian Highlands, cooler and healthier than the lowlands.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decreases (falls); number 2, cooler (healthier); number 3, 3,600.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one push factor of rural-urban migration in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Modifications of Population Distribution.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2: POPULATION DISTRIBUTION AND ALTITUDE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jp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jp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Distribution and Altitude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Numbers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and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2: Population Distribution and Altitude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Altitude, population density, peak, decline, tropical highland, exception.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Reading and interpreting graphs of population distribution with altitude: general trend, peaks and declines, exceptions in tropical highlands.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read, describe and explain a graph of population distribution with altitude.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Spatial Population Distribution and its Factors):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how population density changes as altitude increases.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general, population density decreases as altitude increases, except in some tropical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Read a graph of population by altitude.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general trend of population with altitude.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peaks and declines of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exceptions in tropical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Density generally falls with altitude.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falls by about 0.6 °C every 100 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Bamenda Highlands are densely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Mount Cameroon area, farms and towns such as Buea and Limbe are found on the lower slopes, but there are no villages near the summit (4,095 m).</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Yet the Bamenda Highlands, at 1,000 to 2,000 m, are very crowded.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student studying a graph of population and altitude asks: "How do I read this graph, and why does density not always fall with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student cannot read and explain a graph of population and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there no village near the summit of Mount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too cold, steep and high, with little oxygen.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 Bamenda Highlands crowded?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cool, healthy and fertile compared with the hot lowlands.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Always describe the general trend first, then the exceptions, with figures read from the 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trains us to read graphs and to explain the role of altitude in the distribution of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TREND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altitude_pop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by altitude.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TREND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temperate lands, in which altitude class do most people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TREND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lowest class, 0–500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TREND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himalay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High mountains.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TREND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why density is very low above 3,000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GENERAL TREND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Cold temperatures, little oxygen, steep slopes and poor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EXCEPTIONS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altitude_tabl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Towns, altitude and temperature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EXCEPTIONS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Bamenda more pleasant to live in than a hot lowland?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EXCEPTIONS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altitude gives it a cooler, healthier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EXCEPTIONS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lapaz.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 Paz, Bolivia.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EXCEPTIONS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La Paz have a large population at about 3,600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EXCEPTIONS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seat of government and the main economic centre of Bolivia.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INTERPRETATION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ea_highlands.jpg">    </p:cNvPr>
          <p:cNvPicPr>
            <a:picLocks noChangeAspect="1"/>
          </p:cNvPicPr>
          <p:nvPr/>
        </p:nvPicPr>
        <p:blipFill>
          <a:blip r:embed="rId1"/>
          <a:stretch>
            <a:fillRect/>
          </a:stretch>
        </p:blipFill>
        <p:spPr>
          <a:xfrm>
            <a:off x="1248027" y="1783080"/>
            <a:ext cx="96956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Tea on tropical highlands.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activity keeps mid-altitude areas populated in the tropics?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INTERPRETATION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Plantation farming of tea and coffee, and market gardening.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Numbers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Density and Distribution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Population Distribution and Altitude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Altitude: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height of a place above sea level.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Peak (on a 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highest value of a curve or of a bar, showing where density is highest.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Decline (on a 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fall in the values, showing where density decreases.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Reading the Graph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A graph of population and altitude is read with the following steps: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Axes: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Altitude (in metres) is on the horizontal axis and population density (or % of population) on the vertical axis.</a:t>
            </a:r>
            <a:endParaRPr lang="en-US" sz="3200" dirty="0"/>
          </a:p>
        </p:txBody>
      </p:sp>
      <p:pic>
        <p:nvPicPr>
          <p:cNvPr id="5" name="Image 0" descr="/home/claude/f4/img/v2/altitude_pop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population by altitude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Reading the Graph</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General trend: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First describe the overall direction: in most regions, density falls as altitude rises.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Figures: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Quote values read from the graph, for example the share of people below 500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Reading the Graph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Peaks and declines: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Then identify where density rises or falls sharply, and explain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General Pattern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general pattern of density with altitude is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Low altitudes (0–500 m):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They are very densely populated thanks to fertile plains, water, easy transport and big cities, as in the Nile delta and Bangladesh.</a:t>
            </a:r>
            <a:endParaRPr lang="en-US" sz="2800" dirty="0"/>
          </a:p>
        </p:txBody>
      </p:sp>
      <p:pic>
        <p:nvPicPr>
          <p:cNvPr id="5" name="Image 0" descr="/home/claude/f4/img/v2/f4_ricefiel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fertile lowland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General Pattern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Medium altitudes (500–2,000 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Densities vary: fertile plateaux are well populated, but steep slopes discourage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General Pattern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High altitudes (above 2,000 m):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Densities are very low because of cold, lack of oxygen, steep slopes and poor soils, as in the Himalayas.</a:t>
            </a:r>
            <a:endParaRPr lang="en-US" sz="3600" dirty="0"/>
          </a:p>
        </p:txBody>
      </p:sp>
      <p:pic>
        <p:nvPicPr>
          <p:cNvPr id="5" name="Image 0" descr="/home/claude/f4/img/v2/lsa_himalaya.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high mountains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General Pattern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Sharp decline above 3,000 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Settlements become scattered, and activities are limited to herding and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Exceptions and Special Cases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exceptions to the general pattern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Tropical highlands: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In the tropics, highlands are cooler and free of some diseases, so the Ethiopian Highlands and the Western Highlands of Cameroon are densely populated.</a:t>
            </a:r>
            <a:endParaRPr lang="en-US" sz="2800" dirty="0"/>
          </a:p>
        </p:txBody>
      </p:sp>
      <p:pic>
        <p:nvPicPr>
          <p:cNvPr id="5" name="Image 0" descr="/home/claude/f4/img/v2/altitude_tabl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altitude and density in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Exceptions and Special Cases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Example of Cameroon: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Bamenda (about 1,600 m) and Dschang (about 1,400 m) have dense populations and a mild climate of about 20 °C.</a:t>
            </a:r>
            <a:endParaRPr lang="en-US" sz="3600" dirty="0"/>
          </a:p>
        </p:txBody>
      </p:sp>
      <p:pic>
        <p:nvPicPr>
          <p:cNvPr id="5" name="Image 0" descr="/home/claude/f4/img/v2/usa_bamenda.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Bamenda Highlands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Exceptions and Special Cases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Plantation highlands: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Mid-altitude areas with tea and coffee plantations keep high densities, as in Kenya and the Western Highlands.</a:t>
            </a:r>
            <a:endParaRPr lang="en-US" sz="3600" dirty="0"/>
          </a:p>
        </p:txBody>
      </p:sp>
      <p:pic>
        <p:nvPicPr>
          <p:cNvPr id="5" name="Image 0" descr="/home/claude/f4/img/v2/f2t_tea_highlands.jpg">    </p:cNvPr>
          <p:cNvPicPr>
            <a:picLocks noChangeAspect="1"/>
          </p:cNvPicPr>
          <p:nvPr/>
        </p:nvPicPr>
        <p:blipFill>
          <a:blip r:embed="rId1"/>
          <a:stretch>
            <a:fillRect/>
          </a:stretch>
        </p:blipFill>
        <p:spPr>
          <a:xfrm>
            <a:off x="5349240" y="2451667"/>
            <a:ext cx="6659575" cy="2933075"/>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tea on highlands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Exceptions and Special Cases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High capital cities: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La Paz (Bolivia), at about 3,600 m, is large because it is the seat of government, and Quito (Ecuador) is a capital at about 2,850 m.</a:t>
            </a:r>
            <a:endParaRPr lang="en-US" sz="3600" dirty="0"/>
          </a:p>
        </p:txBody>
      </p:sp>
      <p:pic>
        <p:nvPicPr>
          <p:cNvPr id="5" name="Image 0" descr="/home/claude/f4/img/v2/usa_lapaz.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 Paz</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low-altitude areas generally support high densities?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have fertile plains, water, a warm climate, easy transport and large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high-altitude area with a large population and explain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 Paz (about 3,600 m), the seat of government of Bolivia; or the Ethiopian Highlands, cooler and healthier than the lowlands.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general, density ______ as altitude rises.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Tropical highlands are densely populated because they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La Paz is at about ______ 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push factor of rural-urban migration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Modifications of Population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L'altitude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Trend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tendance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Peak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pic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Highland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haute terre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Lowland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basse terre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Numbers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2: Population Distribution and Altitude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Read a graph of population by altitude. Describe the general trend of population with altitude. Explain peaks and declines of density. Explain the exceptions in tropical highlands.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read, describe and explain a graph of population distribution with altitude.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Reading the Graph; The General Pattern; Exceptions and Special Cases.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one push factor of rural-urban migration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the bars from a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summit of Mount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write the table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locate Bolivia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name crops of the Western Highlands.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Population Geography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United Nations, World Population Prospects 2024.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“View of the Himalaya Mountain Range” by NASA Johnson, CC BY-NC 2.0, via nasa (https://www.flickr.com/photos/29988733@N04/10678470543)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“La Paz” by cliff.hellis, CC BY-NC-ND 2.0, via Flickr (https://www.flickr.com/photos/30099537@N02/6348597083)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“Carlo in the tea” by luigig, CC BY 2.0, via Flickr (https://www.flickr.com/photos/51035803402@N01/3175986747)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(Low altitudes (0–500 m)): “A woman harvesting rice, Barotse floodplain, Zambia. Photo by Georgina” by WorldFish, CC BY-NC-ND 2.0, via Flickr (https://www.flickr.com/photos/61545321@N06/7848727138)</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(Example of Cameroon): “Bamenda, Cameroon” by jbdodane, CC BY-NC 2.0, via Flickr (https://www.flickr.com/photos/27998473@N02/11293877215)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61</Slides>
  <Notes>61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61</vt:i4>
      </vt:variant>
    </vt:vector>
  </HeadingPairs>
  <TitlesOfParts>
    <vt:vector size="6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2026-09-29T03:12:59Z</dcterms:created>
  <dcterms:modified xsi:type="dcterms:W3CDTF">2026-09-29T03:12:59Z</dcterms:modified>
</cp:coreProperties>
</file>