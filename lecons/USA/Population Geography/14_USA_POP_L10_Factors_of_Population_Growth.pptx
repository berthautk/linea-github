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Factors of Population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Time (Population Growth), and the sub-topic is Population Growth. The key notions we shall use today are: demographic factors, non-demographic factors, marital behaviour, epidemic, pro-natalist, anti-natalist, demographic dividend. At the end, you should be able to do this: learners are able to explain how demographic and non-demographic factors produce different growth patterns across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4: Calculating Demographic Indices. The question was: Name two non-demographic factors of population growth.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Wars, epidemics, natural disasters, medical services, government policies or economic conditions (any two).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demographic and non-demographic factors. Number 2: explain the demographic factors of population growth. Number 3: explain the non-demographic factors. Number 4: compare growth patterns in developing, developed, emerging and unstable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CBR = births ÷ population × 1,000. Cameroon grows by about 2.6 % a year. Vaccines lower the death rate.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Fatou, a student in Garoua, has five brothers and sisters; her parents married young. Her cousin Moussa, who lives in Germany, is an only child; his parents married after 30, when they had finished university. Fatou's grandmother remembers that many children died of measles, but today all the children of the family are vaccinated. Fatou asks: "Which factors make families so different in Cameroon and Germany, and how do they affect the growth of each country?"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Fatou does not know the factors that explain different growth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does Fatou have many siblings?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Her parents married young and large families are valued: demographic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fewer children die today?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Because of better medical services, a non-demographic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encourage the education of girls and the use of health services in your community.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population grows fast in Cameroon and slowly in Europe, and what can change these trends.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two groups of factors.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Is marital behaviour a demographic or a non-demographic factor?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demographic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young and old populations.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a youthful population grow fast?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Many young people will soon have children.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flood.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can a flood of the Benue affect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causes deaths and displaces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family policy poster in China.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kind of policy was the one-child policy?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anti-natalist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growth patterns by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demographic dividend?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Fast economic growth made possible by a large working-age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Demographic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Non-demographic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Demographic dividend.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Demographic Factors. The demographic factors of population growth are the following. Copy the point on Birth rate on the left, then draw the diagram on the right: two groups of factors.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Demographic Factors. On this slide we have Death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Demographic Factors. On this slide we have Migration.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Population structure on the left, then draw the diagram on the right: young and old populations.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Demographic Factors. On this slide we have Marital behaviour.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Non-Demographic Factors. The non-demographic factors of population growth are the following. Copy the point on Wars and conflicts on the left, then draw the diagram on the right: refugees.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Non-Demographic Factors. On this slide we have Epidemics.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Natural disasters on the left, then draw the diagram on the right: a flood.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Non-Demographic Factors. On this slide we have Medical services.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Government policies on the left, then draw the diagram on the right: a family policy poster.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Non-Demographic Factors. On this slide we have Economic conditions.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How the Factors Act in Various Regions. The factors produce the following growth patterns. Copy the point on Developing regions on the left, then draw the diagram on the right: growth patterns by region.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How the Factors Act in Various Regions. On this slide we have Developed regions.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How the Factors Act in Various Regions. On this slide we have Emerging economies.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How the Factors Act in Various Regions. On this slide we have Unstable regions.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demographic and non-demographic factors with one example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demographic factors belong to the population itself, e.g. the birth rate; non-demographic factors are external, e.g. wars.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 developed countries often depend on immigration?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their low birth rates and ageing populations cause shortages of workers.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non-demographic; number 2, anti; number 3, dividend.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 pro-natalist policy.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The Modern Demographic Explosion and Population Policies.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10: FACTORS OF POPULATION GROWTH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Factors of Population Growth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Factors of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Demographic factors, non-demographic factors, marital behaviour, epidemic, pro-natalist, anti-natalist, demographic dividend.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Demographic factors (birth rate, death rate, migration, population structure, marital behaviour); non-demographic factors (wars, epidemics, disasters, medical services, policies, economy); how these factors act in developing, developed, emerging and unstable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demographic and non-demographic factors produce different growth patterns across the world.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4: Calculating Demographic Indices):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non-demographic factors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Wars, epidemics, natural disasters, medical services, government policies or economic conditions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demographic and non-demographic factors.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demographic factors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non-demographic factors.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growth patterns in developing, developed, emerging and unstable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CBR = births ÷ population × 1,000.</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grows by about 2.6 % a year.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Vaccines lower the death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Fatou, a student in Garoua, has five brothers and sisters; her parents married young.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 cousin Moussa, who lives in Germany, is an only child; his parents married after 30, when they had finished university.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Fatou's grandmother remembers that many children died of measles, but today all the children of the family are vaccinated.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Fatou asks: "Which factors make families so different in Cameroon and Germany, and how do they affect the growth of each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Fatou does not know the factors that explain different growth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Fatou have many siblings?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 parents married young and large families are valued: demographic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fewer children die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of better medical services, a non-demographic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Encourage the education of girls and the use of health services in your community.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population grows fast in Cameroon and slowly in Europe, and what can change these trends.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op2_demo_nondemo.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Two groups of factors.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marital behaviour a demographic or a non-demographic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demographic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youth_age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Young and old populations.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 youthful population grow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young people will soon have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NON-DEMOGRAPHIC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floo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NON-DEMOGRAPHIC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a flood of the Benue affect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NON-DEMOGRAPHIC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causes deaths and displaces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NON-DEMOGRAPHIC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onechi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family policy poster in China.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NON-DEMOGRAPHIC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kind of policy was the one-child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NON-DEMOGRAPHIC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anti-natalist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op2_region_growth.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Growth patterns by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demographic dividend?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 economic growth made possible by a large working-age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Change over Time (Population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Growth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Factors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characteristics of the population itself that affect its growth, such as births, deaths and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Non-demographic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external events and conditions that affect population, such as wars, epidemics and policies.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Demographic dividend: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economic growth made possible when the working-age population is large compared with dependants.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of Population Growth</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Demographic Factors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demographic factors of population growth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Birth rate: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High birth rates, common in rural areas, cause rapid growth, while low birth rates in cities and rich countries slow it down.</a:t>
            </a:r>
            <a:endParaRPr lang="en-US" sz="2800" dirty="0"/>
          </a:p>
        </p:txBody>
      </p:sp>
      <p:pic>
        <p:nvPicPr>
          <p:cNvPr id="6" name="Image 0" descr="/home/claude/f4/img/v2/pop2_demo_nondemo.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two groups of factors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of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Demographic Factors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Better health care and sanitation lower death rates, which increases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of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Demographic Factors (continued)</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Positive net migration makes the population grow, as in strong economies, while negative net migration makes it shrink.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of Population Growth</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Demographic Factors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Population structure: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youthful population grows quickly, while an ageing population grows slowly or shrinks.</a:t>
            </a:r>
            <a:endParaRPr lang="en-US" sz="3600" dirty="0"/>
          </a:p>
        </p:txBody>
      </p:sp>
      <p:pic>
        <p:nvPicPr>
          <p:cNvPr id="6" name="Image 0" descr="/home/claude/f4/img/v2/youth_ageing_big.png">    </p:cNvPr>
          <p:cNvPicPr>
            <a:picLocks noChangeAspect="1"/>
          </p:cNvPicPr>
          <p:nvPr/>
        </p:nvPicPr>
        <p:blipFill>
          <a:blip r:embed="rId1"/>
          <a:stretch>
            <a:fillRect/>
          </a:stretch>
        </p:blipFill>
        <p:spPr>
          <a:xfrm>
            <a:off x="5349240" y="2461422"/>
            <a:ext cx="6659575" cy="29135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young and old populations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of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Demographic Factors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Marital behaviour: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Societies where people marry young and value large families have higher birth 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of Population Growth</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Non-Demographic Factors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non-demographic factors of population growth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Wars and conflicts: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raise death rates and force people to flee, reducing the population.</a:t>
            </a:r>
            <a:endParaRPr lang="en-US" sz="3200" dirty="0"/>
          </a:p>
        </p:txBody>
      </p:sp>
      <p:pic>
        <p:nvPicPr>
          <p:cNvPr id="6" name="Image 0" descr="/home/claude/f4/img/v2/usa_refuge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refugees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of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Non-Demographic Factors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Epidemics: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HIV/AIDS, Ebola and COVID-19 increase death 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of Population Growth</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Non-Demographic Factors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Natural disasters: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Floods of the Benue or droughts in the Sahel cause deaths and displacement.</a:t>
            </a:r>
            <a:endParaRPr lang="en-US" sz="3600" dirty="0"/>
          </a:p>
        </p:txBody>
      </p:sp>
      <p:pic>
        <p:nvPicPr>
          <p:cNvPr id="6" name="Image 0" descr="/home/claude/f4/img/v2/f4_flood.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flood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of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Non-Demographic Factors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Medical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Hospitals, clinics and vaccines lower death rates and raise life expectancy.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of Population Growth</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Non-Demographic Factors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Government policies: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Pro-natalist policies encourage births, while anti-natalist policies, like China's former one-child policy, limit them.</a:t>
            </a:r>
            <a:endParaRPr lang="en-US" sz="3600" dirty="0"/>
          </a:p>
        </p:txBody>
      </p:sp>
      <p:pic>
        <p:nvPicPr>
          <p:cNvPr id="6" name="Image 0" descr="/home/claude/f4/img/v2/usa_onechild.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family policy poster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of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Non-Demographic Factors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conditions: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Prosperity first increases growth in poor countries, while crises make people in rich countries delay marriage and births.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How the Factors Act in Various Regions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factors produce the following growth patterns: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Developing regions: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In sub-Saharan Africa, high births and falling deaths give rapid growth, a youthful population and rural exodus.</a:t>
            </a:r>
            <a:endParaRPr lang="en-US" sz="3200" dirty="0"/>
          </a:p>
        </p:txBody>
      </p:sp>
      <p:pic>
        <p:nvPicPr>
          <p:cNvPr id="5" name="Image 0" descr="/home/claude/f4/img/v2/pop2_region_growth.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growth patterns by region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How the Factors Act in Various Regions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Developed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Western Europe and Japan, low births and low deaths give slow or negative growth, ageing and a need for immigrants.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How the Factors Act in Various Regions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Emerging economies: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Brazil and Mexico have falling births and low deaths, moderate growth and a large workforce that can bring a demographic dividend.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How the Factors Act in Various Regions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Unstable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 zones suffer sudden decline, collapse of health services and waves of refugees into neighbouring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demographic and non-demographic factors with one example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Demographic factors belong to the population itself, e.g. the birth rate; non-demographic factors are external, e.g. wars.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developed countries often depend on immigration?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low birth rates and ageing populations cause shortages of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epidemic is a ______ factor.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China's one-child policy was ______-natalist.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Growth brought by a large workforce is the demographic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pro-natalist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The Modern Demographic Explosion and Population Policies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Government policy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politique gouvernementale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natalité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Epidemic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L'épidémie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Developed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 développée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Developing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 en développement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Economic crisis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crise économique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Time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Factors of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demographic and non-demographic factors. Explain the demographic factors of population growth. Explain the non-demographic factors. Compare growth patterns in developing, developed, emerging and unstable regions.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demographic and non-demographic factors produce different growth patterns across the world.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Demographic Factors; Non-Demographic Factors; How the Factors Act in Various Regions.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pro-natalist policy.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two columns.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Niger and Japan.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talk about floods in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explain the one-child policy.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the four regions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“Flood in Accra” by Stig Nygaard, CC BY 2.0, via Flickr (https://www.flickr.com/photos/10259776@N00/181742000)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“propaganda posters, one child policy” by kattebelletje, CC BY-NC 2.0, via Flickr (https://www.flickr.com/photos/97249369@N00/3349125321)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(Wars and conflicts): “Secretary-General Visits Refugee Camps in Chad” by United Nations Photo, CC BY-NC-ND 2.0, via Flickr (https://www.flickr.com/photos/35483578@N03/6140060599)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2026-09-28T21:55:14Z</dcterms:created>
  <dcterms:modified xsi:type="dcterms:W3CDTF">2026-09-28T21:55:14Z</dcterms:modified>
</cp:coreProperties>
</file>