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Factors of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factors, non-demographic factors, marital behaviour, epidemic, pro-natalist, anti-natalist, demographic dividend. At the end, you should be able to do this: learners are able to explain how demographic and non-demographic factors produce different growth patterns across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Calculating Demographic Indices. The question was: Name two non-demographic factors of population growth.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Wars, epidemics, natural disasters, medical services, government policies or economic conditions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demographic and non-demographic factors. Number 2: explain the demographic factors of population growth. Number 3: explain the non-demographic factors. Number 4: compare growth patterns in developing, developed, emerging and unstable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CBR = births ÷ population × 1,000. Cameroon grows by about 2.6 % a year. Vaccines lower the death rate.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Fatou, a student in Garoua, has five brothers and sisters; her parents married young. Her cousin Moussa, who lives in Germany, is an only child; his parents married after 30, when they had finished university. Fatou's grandmother remembers that many children died of measles, but today all the children of the family are vaccinated. Fatou asks: "Which factors make families so different in Cameroon and Germany, and how do they affect the growth of each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Fatou does not know the factors that explain different growth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Fatou have many siblings?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Her parents married young and large families are valued: demographic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fewer children die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better medical services, a non-demographic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the education of girls and the use of health services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population grows fast in Cameroon and slowly in Europe, and what can change these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two groups of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marital behaviour a demographic or a non-demographic factor?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demographic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old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youthful population grow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young people will soon have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 flood of the Benue affect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causes deaths and displaces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family policy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kind of policy was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anti-natalist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growth patterns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demographic dividend?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 economic growth made possible by a large working-age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Demographic dividend.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Factors. The demographic factors of population growth are the following. Copy the point on Birth rate on the left, then draw the diagram on the right: two groups of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On this slide we have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On this slide we have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Population structure on the left, then draw the diagram on the right: young and old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On this slide we have Marital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Non-Demographic Factors. The non-demographic factors of population growth are the following. Copy the point on Wars and conflicts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On this slide we have Epidemics.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Natural disasters on the left, then draw the diagram on the right: a flood.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On this slide we have Medical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Government policies on the left, then draw the diagram on the right: a family policy poster.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On this slide we have Economic conditions.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the Factors Act in Various Regions. The factors produce the following growth patterns. Copy the point on Developing regions on the left, then draw the diagram on the right: growth patterns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Act in Various Regions. On this slide we have Developed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Act in Various Regions. On this slide we have Emerging economies.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Act in Various Regions. On this slide we have Unstable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demographic and non-demographic factors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demographic factors belong to the population itself, e.g. the birth rate; non-demographic factors are external, e.g. wars.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developed countries often depend on immigration?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their low birth rates and ageing populations cause shortages of workers.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non-demographic; number 2, anti; number 3, dividend.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pro-natalist policy.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Modern Demographic Explosion and Population Policies.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FACTORS OF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Factors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factors, non-demographic factors, marital behaviour, epidemic, pro-natalist, anti-natalist, demographic dividend.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factors (birth rate, death rate, migration, population structure, marital behaviour); non-demographic factors (wars, epidemics, disasters, medical services, policies, economy); how these factors act in developing, developed, emerging and unstable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demographic and non-demographic factors produce different growth patterns across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Calculating Demographic Indices):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Wars, epidemics, natural disasters, medical services, government policies or economic conditions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demographic and non-demographic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non-demographic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growth patterns in developing, developed, emerging and unstable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CBR = births ÷ population × 1,000.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lower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a student in Garoua, has five brothers and sisters; her parents married young.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cousin Moussa, who lives in Germany, is an only child; his parents married after 30, when they had finished university.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Fatou's grandmother remembers that many children died of measles, but today all the children of the family are vaccinated.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asks: "Which factors make families so different in Cameroon and Germany, and how do they affect the growth of each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does not know the factors that explain different growth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Fatou have many siblings?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parents married young and large families are valued: demographic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fewer children die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better medical services, a non-demographic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the education of girls and the use of health services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population grows fast in Cameroon and slowly in Europe, and what can change these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demo_nondem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marital behaviour a demographic or a non-demographic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youthful population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will soon have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flood of the Benue affect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deaths and displaces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family policy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policy was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region_growth.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patterns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economic growth made possible by a large working-age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characteristics of the population itself that affect its growth, such as 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external events and conditions that affect population, such as wars, epidemics and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dividend: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economic growth made possible when the working-age population is large compared with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demographic factors of population growth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High birth rates, common in rural areas, cause rapid growth, while low birth rates in cities and rich countries slow it down.</a:t>
            </a:r>
            <a:endParaRPr lang="en-US" sz="2800" dirty="0"/>
          </a:p>
        </p:txBody>
      </p:sp>
      <p:pic>
        <p:nvPicPr>
          <p:cNvPr id="6" name="Image 0" descr="/home/claude/f4/img/v2/pop2_demo_nondemo.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two groups of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health care and sanitation lower death rates, which increases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net migration makes the population grow, as in strong economies, while negative net migration makes it shrink.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youthful population grows quickly, while an ageing population grows slowly or shrinks.</a:t>
            </a:r>
            <a:endParaRPr lang="en-US" sz="3600" dirty="0"/>
          </a:p>
        </p:txBody>
      </p:sp>
      <p:pic>
        <p:nvPicPr>
          <p:cNvPr id="6" name="Image 0" descr="/home/claude/f4/img/v2/youth_ageing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young and old populations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Marital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Societies where people marry young and value large families have higher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non-demographic factors of population growth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Wars and conflicts: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raise death rates and force people to flee, reducing the population.</a:t>
            </a:r>
            <a:endParaRPr lang="en-US" sz="3200" dirty="0"/>
          </a:p>
        </p:txBody>
      </p:sp>
      <p:pic>
        <p:nvPicPr>
          <p:cNvPr id="6"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HIV/AIDS, Ebola and COVID-19 increase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Natural disasters: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of the Benue or droughts in the Sahel cause deaths and displacement.</a:t>
            </a:r>
            <a:endParaRPr lang="en-US" sz="3600" dirty="0"/>
          </a:p>
        </p:txBody>
      </p:sp>
      <p:pic>
        <p:nvPicPr>
          <p:cNvPr id="6" name="Image 0" descr="/home/claude/f4/img/v2/f4_floo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Medical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Hospitals, clinics and vaccines lower death rates and raise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Pro-natalist policies encourage births, while anti-natalist policies, like China's former one-child policy, limit them.</a:t>
            </a:r>
            <a:endParaRPr lang="en-US" sz="3600" dirty="0"/>
          </a:p>
        </p:txBody>
      </p:sp>
      <p:pic>
        <p:nvPicPr>
          <p:cNvPr id="6" name="Image 0" descr="/home/claude/f4/img/v2/usa_onechil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family policy poster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Prosperity first increases growth in poor countries, while crises make people in rich countries delay marriage and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Act in Various Regions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factors produce the following growth patterns: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Developing regions: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sub-Saharan Africa, high births and falling deaths give rapid growth, a youthful population and rural exodus.</a:t>
            </a:r>
            <a:endParaRPr lang="en-US" sz="3200" dirty="0"/>
          </a:p>
        </p:txBody>
      </p:sp>
      <p:pic>
        <p:nvPicPr>
          <p:cNvPr id="5" name="Image 0" descr="/home/claude/f4/img/v2/pop2_region_growth.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patterns by region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Act in Various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Western Europe and Japan, low births and low deaths give slow or negative growth, ageing and a need for immigrants.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Act in Various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Emerging economies: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Brazil and Mexico have falling births and low deaths, moderate growth and a large workforce that can bring a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Act in Various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Unstable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 zones suffer sudden decline, collapse of health services and waves of refugees into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demographic and non-demographic factors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Demographic factors belong to the population itself, e.g. the birth rate; non-demographic factors are external, e.g.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developed countries often depend on immigration?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low birth rates and ageing populations cause shortages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epidemic is a ______ factor.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one-child policy was ______-natalist.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brought by a large workforce is the demographic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Government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gouvernementale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Epidemic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L'épidémie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Developed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développée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Developing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en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demographic and non-demographic factors. Explain the demographic factors of population growth. Explain the non-demographic factors. Compare growth patterns in developing, developed, emerging and unstable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demographic and non-demographic factors produce different growth patterns across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Demographic Factors; Non-Demographic Factors; How the Factors Act in Various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pro-natalist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Niger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talk about floods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one-child policy.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four regions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(Wars and conflicts):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2026-09-29T03:13:00Z</dcterms:created>
  <dcterms:modified xsi:type="dcterms:W3CDTF">2026-09-29T03:13:00Z</dcterms:modified>
</cp:coreProperties>
</file>