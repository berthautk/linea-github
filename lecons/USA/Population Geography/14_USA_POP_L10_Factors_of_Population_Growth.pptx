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Factors of Population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Time (Population Growth), and the sub-topic is Population Growth. The key notions we shall use today are: demographic factors, non-demographic factors, marital behaviour, epidemic, pro-natalist, anti-natalist, demographic dividend. At the end, you should be able to do this: learners are able to explain how demographic and non-demographic factors produce different growth patterns across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4: Calculating Demographic Indices. The question was: Name two non-demographic factors of population growth.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Wars, epidemics, natural disasters, medical services, government policies or economic conditions (any two).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demographic and non-demographic factors. Number 2: explain the demographic factors of population growth. Number 3: explain the non-demographic factors. Number 4: compare growth patterns in developing, developed, emerging and unstable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CBR = births ÷ population × 1,000. Cameroon grows by about 2.6 % a year. Vaccines lower the death rate.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Fatou, a student in Garoua, has five brothers and sisters; her parents married young. Her cousin Moussa, who lives in Germany, is an only child; his parents married after 30, when they had finished university. Fatou's grandmother remembers that many children died of measles, but today all the children of the family are vaccinated. Fatou asks: "Which factors make families so different in Cameroon and Germany, and how do they affect the growth of each country?"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Fatou does not know the factors that explain different growth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does Fatou have many siblings?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Her parents married young and large families are valued: demographic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fewer children die today?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Because of better medical services, a non-demographic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encourage the education of girls and the use of health services in your community.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population grows fast in Cameroon and slowly in Europe, and what can change these trends.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two groups of factors.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Is marital behaviour a demographic or a non-demographic factor?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demographic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young and old populations.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a youthful population grow fast?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Many young people will soon have children.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flood.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can a flood of the Benue affect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causes deaths and displaces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family policy poster in China.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kind of policy was the one-child policy?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anti-natalist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growth patterns by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demographic dividend?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Fast economic growth made possible by a large working-age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Demographic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Non-demographic factors and Demographic explosion.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Demographic dividend.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Demographic Factors. Population growth is influenced by the following demographic factors. Copy the point on Birth rate on the left, then draw the diagram on the right: demographic and non-demographic factors.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Demographic Factors. Copy the point on Death rate: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Demographic Factors. Copy the point on Migration: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Structure and marital behaviour on the left, then draw the diagram on the right: youthful and ageing populations.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Non-Demographic Factors. Population growth is also influenced by the following non-demographic factors. Copy the point on Wars and natural disasters on the left, then draw the diagram on the right: refugees.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Non-Demographic Factors. Copy the point on Epidemics and medical services: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Government policies on the left, then draw the diagram on the right: the one-child policy.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Non-Demographic Factors. Copy the point on Economic conditions: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How the Factors Influence Growth in Various Regions. The factors produce the following growth patterns in different regions. Copy the point on Developing regions on the left, then draw the diagram on the right: growth by region.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How the Factors Influence Growth in Various Regions. Copy the point on Developed regions: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How the Factors Influence Growth in Various Regions. Copy the point on Emerging economies: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How the Factors Influence Growth in Various Regions. Copy the point on Unstable regions: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demographic and non-demographic factors with one example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demographic factors belong to the population itself, e.g. the birth rate; non-demographic factors are external, e.g. wars.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 developed countries often depend on immigration?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their low birth rates and ageing populations cause shortages of workers.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non-demographic; number 2, anti; number 3, dividend.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 pro-natalist policy.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The Modern Demographic Explosion and Population Policies.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10: FACTORS OF POPULATION GROWTH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Factors of Population Growth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Factors of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Demographic factors, non-demographic factors, marital behaviour, epidemic, pro-natalist, anti-natalist, demographic dividend.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Demographic factors (birth rate, death rate, migration, population structure, marital behaviour); non-demographic factors (wars, epidemics, disasters, medical services, policies, economy); how these factors act in developing, developed, emerging and unstable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demographic and non-demographic factors produce different growth patterns across the world.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4: Calculating Demographic Indices):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non-demographic factors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Wars, epidemics, natural disasters, medical services, government policies or economic conditions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demographic and non-demographic factors.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demographic factors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non-demographic factors.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growth patterns in developing, developed, emerging and unstable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CBR = births ÷ population × 1,000.</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grows by about 2.6 % a year.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Vaccines lower the death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Fatou, a student in Garoua, has five brothers and sisters; her parents married young.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 cousin Moussa, who lives in Germany, is an only child; his parents married after 30, when they had finished university.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Fatou's grandmother remembers that many children died of measles, but today all the children of the family are vaccinated.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Fatou asks: "Which factors make families so different in Cameroon and Germany, and how do they affect the growth of each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Fatou does not know the factors that explain different growth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Fatou have many siblings?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 parents married young and large families are valued: demographic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fewer children die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of better medical services, a non-demographic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Encourage the education of girls and the use of health services in your community.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population grows fast in Cameroon and slowly in Europe, and what can change these trends.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op2_demo_nondemo.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Two groups of factors.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marital behaviour a demographic or a non-demographic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demographic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youth_age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Young and old populations.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 youthful population grow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young people will soon have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NON-DEMOGRAPHIC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floo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NON-DEMOGRAPHIC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a flood of the Benue affect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NON-DEMOGRAPHIC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causes deaths and displaces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NON-DEMOGRAPHIC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onechi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family policy poster in China.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NON-DEMOGRAPHIC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kind of policy was the one-child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NON-DEMOGRAPHIC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anti-natalist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op2_region_growth.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Growth patterns by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demographic dividend?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 economic growth made possible by a large working-age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Change over Time (Population Growth)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Growth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Factors of Population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Demographic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characteristics of the population itself that affect its growth, such as births, deaths and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Non-demographic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external events and conditions that affect population, such as wars, epidemics and policies.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Demographic explosion: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rapid and sudden growth of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Demographic dividend: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economic growth made possible when the working-age population is large compared with dependants.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Factors of Population Growth</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Demographic Factors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Population growth is influenced by the following demographic factors: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Birth rate: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High birth rates, common in rural areas, cause rapid growth. Low birth rates in cities and rich countries slow it down.</a:t>
            </a:r>
            <a:endParaRPr lang="en-US" sz="3200" dirty="0"/>
          </a:p>
        </p:txBody>
      </p:sp>
      <p:pic>
        <p:nvPicPr>
          <p:cNvPr id="6" name="Image 0" descr="/home/claude/f4/img/v2/pop2_demo_nondemo.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demographic and non-demographic factors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Factors of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Demographic Factors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Better health care and sanitation lower death rates. When deaths fall while births stay high, growth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Factors of Population Growth</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Demographic Factors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Positive net migration makes the population grow, as in strong economies. Negative net migration makes it shrink.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Factors of Population Growth</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Demographic Factors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Structure and marital behaviour: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 youthful population grows quickly because many people are of child-bearing age, while an ageing population grows slowly or shrinks. Societies where people marry young and value large families have higher birth rates.</a:t>
            </a:r>
            <a:endParaRPr lang="en-US" sz="3200" dirty="0"/>
          </a:p>
        </p:txBody>
      </p:sp>
      <p:pic>
        <p:nvPicPr>
          <p:cNvPr id="6" name="Image 0" descr="/home/claude/f4/img/v2/youth_ageing_big.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youthful and ageing populations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Factors of Population Growth</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Non-Demographic Factors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Population growth is also influenced by the following non-demographic factors: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Wars and natural disasters: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Wars raise death rates and force people to flee, which reduces the population. Floods of the Benue or droughts in the Sahel also cause deaths and displacement.</a:t>
            </a:r>
            <a:endParaRPr lang="en-US" sz="2800" dirty="0"/>
          </a:p>
        </p:txBody>
      </p:sp>
      <p:pic>
        <p:nvPicPr>
          <p:cNvPr id="6" name="Image 0" descr="/home/claude/f4/img/v2/usa_refugee.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refugees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Factors of Population Growth</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Non-Demographic Factors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Epidemics and medical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Epidemics such as HIV/AIDS, Ebola and COVID-19 increase death rates. On the other hand, hospitals, clinics and vaccines lower death rates and raise life expectancy.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Factors of Population Growth</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Non-Demographic Factors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Government policies: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Pro-natalist policies encourage births with allowances and leave. Anti-natalist policies, like the former one-child policy of China, limit them.</a:t>
            </a:r>
            <a:endParaRPr lang="en-US" sz="3600" dirty="0"/>
          </a:p>
        </p:txBody>
      </p:sp>
      <p:pic>
        <p:nvPicPr>
          <p:cNvPr id="6" name="Image 0" descr="/home/claude/f4/img/v2/usa_onechild.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one-child policy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Factors of Population Growth</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Non-Demographic Factors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conditions: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poor countries, better food and income first reduce deaths and increase growth. In rich countries, economic crises make people delay marriage and births.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How the Factors Influence Growth in Various Regions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factors produce the following growth patterns in different regions: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Developing regions: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In sub-Saharan Africa, high birth rates and falling death rates give rapid growth and a youthful population. Many young people also migrate from villages to towns.</a:t>
            </a:r>
            <a:endParaRPr lang="en-US" sz="3000" dirty="0"/>
          </a:p>
        </p:txBody>
      </p:sp>
      <p:pic>
        <p:nvPicPr>
          <p:cNvPr id="5" name="Image 0" descr="/home/claude/f4/img/v2/pop2_region_growth.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growth by region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How the Factors Influence Growth in Various Regions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Developed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Western Europe and Japan, low birth and death rates give slow or negative growth and an ageing population. These countries need immigrants to fill labour shortages.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How the Factors Influence Growth in Various Regions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Emerging economies: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Brazil and Mexico have falling births and low deaths, so their growth is moderate. Their large workforce can bring a demographic dividend.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How the Factors Influence Growth in Various Regions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Unstable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war zones, deaths rise suddenly and health services collapse. Waves of refugees move into neighbouring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demographic and non-demographic factors with one example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Demographic factors belong to the population itself, e.g. the birth rate; non-demographic factors are external, e.g. wars.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developed countries often depend on immigration?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low birth rates and ageing populations cause shortages of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epidemic is a ______ factor.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China's one-child policy was ______-natalist.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Growth brought by a large workforce is the demographic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pro-natalist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The Modern Demographic Explosion and Population Policies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Government policy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politique gouvernementale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natalité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Epidemic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L'épidémie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Developed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 développée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Developing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 en développement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Economic crisis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crise économique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Time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Factors of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demographic and non-demographic factors. Explain the demographic factors of population growth. Explain the non-demographic factors. Compare growth patterns in developing, developed, emerging and unstable regions.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demographic and non-demographic factors produce different growth patterns across the world.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Demographic Factors; Non-Demographic Factors; How the Factors Influence Growth in Various Regions.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pro-natalist policy.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two columns.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Niger and Japan.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talk about floods in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explain the one-child policy.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the four regions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“Flood in Accra” by Stig Nygaard, CC BY 2.0, via Flickr (https://www.flickr.com/photos/10259776@N00/181742000)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“propaganda posters, one child policy” by kattebelletje, CC BY-NC 2.0, via Flickr (https://www.flickr.com/photos/97249369@N00/3349125321)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(Wars and natural disasters): “Secretary-General Visits Refugee Camps in Chad” by United Nations Photo, CC BY-NC-ND 2.0, via Flickr (https://www.flickr.com/photos/35483578@N03/6140060599)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2026-09-29T12:18:47Z</dcterms:created>
  <dcterms:modified xsi:type="dcterms:W3CDTF">2026-09-29T12:18:47Z</dcterms:modified>
</cp:coreProperties>
</file>