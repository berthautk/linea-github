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10: Factors of Population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4: Understanding and managing population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Population Change over Time (Population Growth), and the sub-topic is Population Growth. The key notions we shall use today are: fertility factors, mortality factors, family planning, infant mortality, female education. At the end, you should be able to do this: learners are able to explain the factors that raise or lower birth and death rates.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Practical Work 4: Calculating Demographic Indices. The question was: Find Cameroon's birth and death rates and calculate its natural increase and doubling time.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Cameroon (approximate): CBR 35‰, CDR 9‰; natural increase = (35 − 9) ÷ 10 = 2.6 %; doubling time = 70 ÷ 2.6 ≈ 27 years.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the factors of high and low fertility. Number 2: explain the factors of falling mortality. Number 3: compare these factors in MEDCs and LEDCs.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Births, deaths and migration change population. Africa has high birth rates.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a village near Maroua, a mother has eight children. Her daughter, a teacher in Yaoundé, plans to have three. Learners ask why family size changes between generations.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Family size falls from mother to daughter.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changed for the daughter?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Education, a job and life in town.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else lowers family size?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Family planning and falling child deaths.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promote education and health to manage population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why birth and death rates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factors of high fertility and falling mortality.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Give two factors of high fertility.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Early marriage and children as labour (also religion, little family planning).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girls at school.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does the education of girls lower birth rates?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Educated women marry later, work and choose smaller families.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family farm work.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do farming families often want many children?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Children help on the farm and support parents in old 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baby being vaccinated.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do vaccines and clean water reduce death rates?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prevent infectious diseases like measles and cholera.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doctor examining a patient.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is infant mortality still high in some regions?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Few doctors, poverty, malaria and poor nutrition.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Factors of population growth.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Factors Influencing Fertility. Fertility is influenced by the following factors. On this slide we have Social and cultural factors.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Influencing Fertility. On this slide we have Economic factors.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Influencing Fertility. On this slide we have Health and policy factors.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factors of population growth.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Factors Influencing Mortality. Mortality is influenced by the following factors. On this slide we have Health and hygiene.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Influencing Mortality. On this slide we have Food and income and Wars and disasters.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Regional Differences. These factors explain regional differences. On this slide we have Africa and Europe and East Asia.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three factors of high fertility.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early marriage, children as labour, low education of women (also religion, high infant mortality).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three factors of falling mortality.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vaccines, clean water, better food (also hospitals, medicines).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mortality; number 2, lowers; number 3, death.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Compare the number of children in your grandparents' and parents' families and explain the change.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11: The Modern Demographic Explosion and Population Policies.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10: FACTORS OF POPULATION GROWTH</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10</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Factors of Population Growth</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4: Understanding and managing population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Change over Time (Population Growth)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Growth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10: Factors of Population Growth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Fertility factors, mortality factors, family planning, infant mortality, female education.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How factors influence fertility, mortality and migration in various regions.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factors that raise or lower birth and death rates.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(Practical Work 4: Calculating Demographic Indices):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Cameroon's birth and death rates and calculate its natural increase and doubling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 (approximate): CBR 35‰, CDR 9‰; natural increase = (35 − 9) ÷ 10 = 2.6 %; doubling time = 70 ÷ 2.6 ≈ 27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factors of high and low fertility.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factors of falling mortality.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Compare these factors in MEDCs and LEDCs.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Births, deaths and migration change population.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Africa has high birth rates.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a village near Maroua, a mother has eight children. Her daughter, a teacher in Yaoundé, plans to have three. Learners ask why family size changes between generations.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Family size falls from mother to daughter.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changed for the daughter?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Education, a job and life in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else lowers family size?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Family planning and falling child deaths.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Promote education and health to manage population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why birth and death rates change.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FACTORS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growth_factor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Factors of high fertility and falling mortality.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factors of high fertility.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Early marriage and children as labour (also religion, little family planning).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 OF FERTILITY: EDUCATION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girl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Girls at school.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 OF FERTILITY: EDUCATION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the education of girls lower birth rates?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 OF FERTILITY: EDUCATION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Educated women marry later, work and choose smaller families.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 OF FERTILITY: ECONOMY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rice_fiel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Family farm work.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 OF FERTILITY: ECONOMY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farming families often want many children?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 OF FERTILITY: ECONOMY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Children help on the farm and support parents in old 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 OF MORTALITY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vaccin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baby being vaccinated.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 OF MORTALITY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vaccines and clean water reduce death rates?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 OF MORTALITY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prevent infectious diseases like measles and cholera.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 OF MORTALITY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docto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doctor examining a patient.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 OF MORTALITY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infant mortality still high in some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 OF MORTALITY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Few doctors, poverty, malaria and poor nutrition.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Population Change over Time (Population Growth)</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Population Growth</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10: Factors of Population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Factors of population growth: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the social, economic, cultural and political conditions that influence fertility, mortality and migration.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Factors Influencing Fertility</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Fertility is influenced by the following factors: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Social and cultural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Early marriage, polygamy, religion and the value placed on large families raise fertility. Education of girls delays marriage and lowers fertility.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Factors Influencing Fertility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Economic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farming societies children are a source of labour and security in old age. In towns and rich countries, children are costly, so families are smaller.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Factors Influencing Fertility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Health and policy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Access to contraception and family planning lowers fertility. High infant mortality pushes parents to have more children.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Factors Influencing Fertility</a:t>
            </a:r>
            <a:endParaRPr lang="en-US" sz="3600" dirty="0"/>
          </a:p>
        </p:txBody>
      </p:sp>
      <p:pic>
        <p:nvPicPr>
          <p:cNvPr id="4" name="Image 0" descr="/home/claude/f4/img/v2/growth_factor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factors of population growth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Influencing Mortality</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Mortality is influenced by the following factors: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Health and hygiene: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Vaccines, clean water, sanitation and hospitals reduce deaths. Diseases such as malaria and HIV still kill many in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Influencing Mortality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Food and income: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Good nutrition and higher incomes increase life expectancy. Famine and poverty increase deaths.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Wars and disasters: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Conflicts, accidents and natural disasters increase mortality. They explain high death rates in some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Regional Differences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These factors explain regional differences: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Africa: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High fertility and falling mortality give the fastest growth. Education and urbanisation are slowly lowering fertility.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Europe and East Asia: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Low fertility and long life expectancy give slow growth and ageing. Some countries depend on immigration.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factors of high fertility.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Early marriage, children as labour, low education of women (also religion, high infant mortality).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factors of falling mortality.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Vaccines, clean water, better food (also hospitals, medicines).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Deaths of babies under one year are infant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Educating girls ______ birth rates.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Vaccines reduce ______ rates.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the number of children in your grandparents' and parents' families and explain the change.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11: The Modern Demographic Explosion and Population Policies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Family planning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planification familiale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Infant mortality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mortalité infantile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Contraception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contraception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Education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L'éducation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Health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santé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Marriage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mariage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Population Change over Time (Population Growth)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10: Factors of Population Growth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the factors of high and low fertility. Explain the factors of falling mortality. Compare these factors in MEDCs and LEDCs.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factors that raise or lower birth and death rates.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Factors Influencing Fertility; Factors Influencing Mortality; Regional Differences.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Compare the number of children in your grandparents' and parents' families and explain the change.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the factors.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discuss girls' schooling.</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 rural families.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childhood vaccines.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health centres.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4 (Population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“Students in Primary Seven at Zanaki Primary School” by World Bank Photo Collection, CC BY-NC-ND 2.0, via Flickr (https://www.flickr.com/photos/10816734@N03/33423887921)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“Irrigated rice fields in Sefula, Zambia. Photo by Kate Longley, 2013.” by WorldFish, CC BY-NC-ND 2.0, via Flickr (https://www.flickr.com/photos/61545321@N06/8608804590)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“Isatu gets a vaccination for her 5 week old son” by World Bank Photo Collection, CC BY-NC-ND 2.0, via Flickr (https://www.flickr.com/photos/10816734@N03/26372818523)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“Medical Readiness and Training Exercise 15-3” by US Army Africa, CC BY 2.0, via Flickr (https://www.flickr.com/photos/36281822@N08/16958932197)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2026-09-27T10:31:41Z</dcterms:created>
  <dcterms:modified xsi:type="dcterms:W3CDTF">2026-09-27T10:31:41Z</dcterms:modified>
</cp:coreProperties>
</file>