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factors, non-demographic factors, marital behaviour, epidemic, pro-natalist, anti-natalist, demographic dividend. At the end, you should be able to do this: learners are able to explain how demographic and non-demographic factors produce different growth patterns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Name two non-demographic factors of population growth.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Wars, epidemics, natural disasters, medical services, government policies or economic conditions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demographic and non-demographic factors. Number 2: explain the demographic factors of population growth. Number 3: explain the non-demographic factors. Number 4: compare growth patterns in developing, developed, emerging and unstable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CBR = births ÷ population × 1,000. Cameroon grows by about 2.6 % a year. Vaccines lower the death rate.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Fatou, a student in Garoua, has five brothers and sisters; her parents married young. Her cousin Moussa, who lives in Germany, is an only child; his parents married after 30, when they had finished university. Fatou's grandmother remembers that many children died of measles, but today all the children of the family are vaccinated. Fatou asks: "Which factors make families so different in Cameroon and Germany, and how do they affect the growth of each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Fatou does not know the factors that explain different growth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Fatou have many siblings?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Her parents married young and large families are valued: demographic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fewer children die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better medical services, a non-demographic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the education of girls and the use of health services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population grows fast in Cameroon and slowly in Europe, and what can change these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two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marital behaviour a demographic or a non-demographic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youthful population grow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young people will soon have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flood of the Benue affect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causes deaths and displaces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kind of policy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anti-natalist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growth patterns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demographic dividend?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economic growth made possible by a large working-age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Non-demographic factors and Demographic explosion.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dividend.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Population growth is influenced by the following demographic factors. Copy the point on Birth rate on the left, then draw the diagram on the right: demographic and non-demographic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Death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Structure and marital behaviour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Population growth is also influenced by the following non-demographic factors. Copy the point on Wars and natural disasters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Epidemics and medical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Government policies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Economic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the Factors Influence Growth in Various Regions. The factors produce the following growth patterns in different regions. Copy the point on Developing regions on the left, then draw the diagram on the right: growth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Developed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Emerging economies: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Unstable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demographic and non-demographic factors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factors belong to the population itself, e.g. the birth rate; non-demographic factors are external, e.g. wars.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developed countries often depend on immigration?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low birth rates and ageing populations cause shortages of workers.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non-demographic; number 2, anti; number 3,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pro-natalist policy.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non-demographic factors, marital behaviour, epidemic, pro-natalist, anti-natalist, demographic dividend.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(birth rate, death rate, migration, population structure, marital behaviour); non-demographic factors (wars, epidemics, disasters, medical services, policies, economy); how these factors act in developing, developed, emerging and unstable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epidemics, natural disasters, medical services, government policies or economic conditions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demographic and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patterns in developing, developed, emerging and unstable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CBR = births ÷ population × 1,000.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lower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 student in Garoua, has five brothers and sisters; her parents married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cousin Moussa, who lives in Germany, is an only child; his parents married after 30, when they had finished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Fatou's grandmother remembers that many children died of measles, but today all the children of the family are vaccinated.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asks: "Which factors make families so different in Cameroon and Germany, and how do they affect the growth of each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does not know the factors that explain different growth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Fatou have many siblings?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parents married young and large families are valued: demographic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fewer children die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better medical services,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education of girls and the use of health services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population grows fast in Cameroon and slowly in Europe, and what can change these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demo_nonde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marital behaviour a demographic or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youthful population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will soon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flood of the Benue affect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deaths and displaces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policy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region_growth.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patterns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economic growth made possible by a large working-age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characteristics of the population itself that affect its growth, such as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external events and conditions that affect population, such as wars, epidemics and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rapid and sudden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dividend: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economic growth made possible when the working-age population is large compared with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is influenced by the following demographic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birth rates, common in rural areas, cause rapid growth. Low birth rates in cities and rich countries slow it down.</a:t>
            </a:r>
            <a:endParaRPr lang="en-US" sz="3200" dirty="0"/>
          </a:p>
        </p:txBody>
      </p:sp>
      <p:pic>
        <p:nvPicPr>
          <p:cNvPr id="6" name="Image 0" descr="/home/claude/f4/img/v2/pop2_demo_nondemo.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and non-demographic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health care and sanitation lower death rates. When deaths fall while births stay high, growth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net migration makes the population grow, as in strong economies. Negative net migration makes it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Structure and marital behaviour: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youthful population grows quickly because many people are of child-bearing age, while an ageing population grows slowly or shrinks. Societies where people marry young and value large families have higher birth rates.</a:t>
            </a:r>
            <a:endParaRPr lang="en-US" sz="3200" dirty="0"/>
          </a:p>
        </p:txBody>
      </p:sp>
      <p:pic>
        <p:nvPicPr>
          <p:cNvPr id="6"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growth is also influenced by the following non-demographic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Wars and natural disasters: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Wars raise death rates and force people to flee, which reduces the population. Floods of the Benue or droughts in the Sahel also cause deaths and displacement.</a:t>
            </a:r>
            <a:endParaRPr lang="en-US" sz="28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and medical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Epidemics such as HIV/AIDS, Ebola and COVID-19 increase death rates. On the other hand, hospitals, clinics and vaccines lower death rates and raise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Pro-natalist policies encourage births with allowances and leave. Anti-natalist policies, like the former one-child policy of China, limit them.</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poor countries, better food and income first reduce deaths and increase growth. In rich countries, economic crises make people delay marriage and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factors produce the following growth patterns in different regions: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Developing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sub-Saharan Africa, high birth rates and falling death rates give rapid growth and a youthful population. Many young people also migrate from villages to towns.</a:t>
            </a:r>
            <a:endParaRPr lang="en-US" sz="3000" dirty="0"/>
          </a:p>
        </p:txBody>
      </p:sp>
      <p:pic>
        <p:nvPicPr>
          <p:cNvPr id="5" name="Image 0" descr="/home/claude/f4/img/v2/pop2_region_growth.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Western Europe and Japan, low birth and death rates give slow or negative growth and an ageing population. These countries need immigrants to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Brazil and Mexico have falling births and low deaths, so their growth is moderate. Their large workforce can bring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war zones, deaths rise suddenly and health services collapse. Waves of refugees move into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demographic and non-demographic factors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factors belong to the population itself, e.g. the birth rate; non-demographic factors are external, e.g.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developed countries often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low birth rates and ageing populations cause shortages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epidemic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was ______-natalist.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brought by a large workforce is the demographic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gouvernementale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Epidemic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L'épidémie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développée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demographic and non-demographic factors. Explain the demographic factors of population growth. Explain the non-demographic factors. Compare growth patterns in developing, developed, emerging and unstable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Demographic Factors; Non-Demographic Factors; How the Factors Influence Growth in Various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pro-natalist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talk about floods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one-child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regions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(Wars and natural disasters):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2026-09-29T11:37:04Z</dcterms:created>
  <dcterms:modified xsi:type="dcterms:W3CDTF">2026-09-29T11:37:04Z</dcterms:modified>
</cp:coreProperties>
</file>