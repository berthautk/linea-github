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mapping, dot map, choropleth map, isopleth map, proportional symbol map, Lorenz curve, density lapse rate. At the end, you should be able to do this: learners are able to map population distribution and density and assess each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Find the population and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(example): population about 2.5 million, area about 66,000 km², density ≈ 2,500,000 ÷ 66,000 ≈ 38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and illustrate at least four methods of mapping population distribution and density. Number 2: explain how the Lorenz curve shows the unequal distribution of population. Number 3: define and interpret the population density lapse rate. Number 4: assess the advantages and disadvantages of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distribution is the way people are spread over an area. Population density = total population ÷ total area. The Littoral is the most densely populated region of Cameroon, and the East the least.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lives near the Grand Marché of Garoua, where houses and people are packed together. When she visits her cousin Bouba on the road to Maroua, she sees only a few houses scattered among the farms. For a school exhibition, she must show on one map of the North Region where people live and how crowded each place is, but she does not know how to do it. She asks her geography teacher: "How can one map show both where people live and how crowded they 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how to show on one map where people live (distribution) and how crowded each place is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Aïssatou notice between Garoua and the road to Maroua?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number of people and houses decreases as she moves away from the city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help her to solve the problem?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Mapping techniques such as dot, choropleth, isopleth and proportional symbol maps, and graphs such as the Lorenz curve and the density lapse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technique to map population data, and read population maps critically before using them for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represent population data on maps and graphs, to read such maps in examinations and to use them for planning in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population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each small red dot on this map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dot shows a fixed number of people: this map is a dot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are the dots crowded in some regions and rare in others?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live where the dots are crowded (West, Littoral, Far North), and few people live where they are rare (East,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another population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the different shades on this map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region is shaded according to its population density, darker for denser regions: this map is a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is the Littoral darker than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Littoral has about 190 people per km², while the East has only about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graph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dashed green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shows a perfectly even distribution of population: it is the line of perfect 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does the gap between the red curve and the green line tell us about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is very unevenly distributed: about half of the people live on the densest 20 % of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and distance from a city centre (invented figures).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density change as we move away from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from about 12,000 people per km² at the CBD to about 2,100 at 5 km and about 60 at 15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is density so high near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expensive there, so people live close together in tall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comparison of the techniques.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technique would you choose to show the population of each town,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proportional symbol map, because the size of each symbol shows the population of the town at a glance.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mapping.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Dot Maps. Copy the point on Dot map on the left, then draw the diagram on the right: a dot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Choropleth (Shading) Maps. Copy the point on Choropleth map on the left, then draw the diagram on the right: a choropleth map of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(Shading)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(Shading)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Isopleth Maps. Copy the point on Isopleth map on the left, then draw the diagram on the right: an isopleth map of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Isopleth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Isopleth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Proportional Symbol Maps. Copy the point on Proportional symbol map on the left, then draw the diagram on the right: proportional circles for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Lorenz Curve. On this slide we have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A straight diagonal line at 45°, the line of perfect equality, shows a perfectly even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lorenz curve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Density Lapse Rate. On this slide we have Population density lapse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In Garoua, density is very high around the Grand Marché and falls towards the outskirts..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a density lapse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methods of mapping population distribution and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dot map, choropleth map, isopleth map and proportional symbol map.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Lorenz curve far from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unequal distribution of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isopleths; number 2, equality; number 3,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a choropleth map of the North Region might be misleading, even if the data are correct.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mapping, dot map, choropleth map, isopleth map, proportional symbol map, Lorenz curve,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Dot and choropleth maps; the Lorenz curve; population density lapse rates;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(example): population about 2.5 million, area about 66,000 km², density ≈ 2,500,000 ÷ 66,000 ≈ 38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illustrate at least four methods of mapping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Lorenz curve shows the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interpret the population density lapse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of each technique.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distribution is the way people are spread over an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 total population ÷ total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the most densely populated region of Cameroon, and the East the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lives near the Grand Marché of Garoua, where houses and people are packed together.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she visits her cousin Bouba on the road to Maroua, she sees only a few houses scattered among the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school exhibition, she must show on one map of the North Region where people live and how crowded each place is, but she does not know how to do it.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how to show on one map where people live (distribution) and how crowded each place is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Aïssatou notice between Garoua and the road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and houses decreases as she moves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help her to solve the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Mapping techniques such as dot, choropleth, isopleth and proportional symbol maps, and graphs such as the Lorenz curve and the density lapse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technique to map population data, and read population maps critically before using them for decisions.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represent population data on maps and graphs, to read such maps in examinations and to use them for planning in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each small red dot on this map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dot shows a fixed number of people: this map is a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dots crowded in some regions and rare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live where the dots are crowded (West, Littoral, Far North), and few people live where they are rare (East,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Another population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different shades on this map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shaded according to its population density, darker for denser regions: this map is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Littoral darker than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has about 190 people per km², while the East has only about 11.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renz_cm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dashed green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a perfectly even distribution of population: it is the line of perfect 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gap between the red curve and the green line tell us about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very unevenly distributed: about half of the people live on the densest 20 %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apse_examp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and distance from a city centre (invented figures).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density change as we move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from about 12,000 people per km² at the CBD to about 2,100 at 5 km and about 60 at 15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density so high near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expensive there, so people live close together in tall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hods_compa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Comparison of the techniques.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technique would you choose to show the population of each town,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proportional symbol map, because the size of each symbol shows the population of the town at a glance.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mapping: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maps and graphs to show where people live (distribution) and how crowded places are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unit area, usually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Dot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dot represents a fixed number of people, for example 1 dot = 10,000 people. Crowded dots show dense areas, and scattered dots show sparse areas.</a:t>
            </a:r>
            <a:endParaRPr lang="en-US" sz="3200" dirty="0"/>
          </a:p>
        </p:txBody>
      </p:sp>
      <p:pic>
        <p:nvPicPr>
          <p:cNvPr id="6" name="Image 0" descr="/home/claude/f4/img/v2/dot_map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dot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gives a good visual impression of the real distribution.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easy to understand, and the number of people can be estimated by counting the dots.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very dense areas, the dots merge into black patches.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slow to draw, and the dots are hard to place and count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Choropleth (Shading)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administrative area is shaded according to its density class. The darker the shade, the higher the density.</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choropleth map of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Choropleth (Shading)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general patterns and allows quick comparison between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uses data that are easy to obtain for administrative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Choropleth (Shading) Maps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assumes that people are spread evenly inside each area, which is rarely true.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sharp changes at boundaries are misleading.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Isopleth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Lines called isopleths join places with the same population density. The spaces between the lines are shaded, darker for higher densities.</a:t>
            </a:r>
            <a:endParaRPr lang="en-US" sz="3400" dirty="0"/>
          </a:p>
        </p:txBody>
      </p:sp>
      <p:pic>
        <p:nvPicPr>
          <p:cNvPr id="6" name="Image 0" descr="/home/claude/f4/img/v2/pop_isople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isopleth map of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Isopleth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gradual changes in density and avoids the sharp boundaries of choropleth maps.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can represent density patterns more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Isopleth Maps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a large number of data points.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difficult to draw and to interpret.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Proportional Symbol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Proportional symbol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circle or a square is drawn for each place. Its size is proportional to the population of the place.</a:t>
            </a:r>
            <a:endParaRPr lang="en-US" sz="3600" dirty="0"/>
          </a:p>
        </p:txBody>
      </p:sp>
      <p:pic>
        <p:nvPicPr>
          <p:cNvPr id="6" name="Image 0" descr="/home/claude/f4/img/v2/prop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proportional circles for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Proportional Symbol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the total population of towns and cities very clearly.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can see at a glance which places have the largest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D) Proportional Symbol Maps (continued)</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Large symbols overlap in crowded areas and make the map hard to read.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does not show how people are distributed inside each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how unevenly the population is distributed over an area. It plots the cumulative percentage of population against the cumulative percentage of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straight diagonal line at 45°, the line of perfect equality, shows a perfectly 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Lorenz Curve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further the curve lies below the diagonal, the more unequal the distribution: in Cameroon, the densest 20 % of the land holds about half of the people.</a:t>
            </a:r>
            <a:endParaRPr lang="en-US" sz="3200" dirty="0"/>
          </a:p>
        </p:txBody>
      </p:sp>
      <p:pic>
        <p:nvPicPr>
          <p:cNvPr id="6" name="Image 0" descr="/home/claude/f4/img/v2/lorenz_cmr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Lorenz curve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measures inequality precisely.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allows comparison between countries or between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does not show where people live on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accurate data and hides differences inside each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decrease of population density as the distance from a central point increases. The central point is usually the Central Business District (CBD)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The Population Density Lapse Rate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density is very high around the Grand Marché and falls towards the outskirts.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curve slopes downwards: density is highest at the CBD and falls quickly, then slowly, towards the edge of the city.</a:t>
            </a:r>
            <a:endParaRPr lang="en-US" sz="3600" dirty="0"/>
          </a:p>
        </p:txBody>
      </p:sp>
      <p:pic>
        <p:nvPicPr>
          <p:cNvPr id="6" name="Image 0" descr="/home/claude/f4/img/v2/lapse_exampl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density lapse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clearly how density changes from the centre to the edge of a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helps planners to locate services, housing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Density Lapse Rate (continued)</a:t>
            </a:r>
            <a:endParaRPr lang="en-US" sz="30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describes only one city at a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real cities, density does not always fall smoothly, because of new suburbs and slums on the 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methods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Dot map, choropleth map, isopleth map and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joining places of equal density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Lorenz curve, the straight 45° line is the line of perfect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density usually ______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choropleth map of the North Region might be misleading, even if the data are correct.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Isopleth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Proportional 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 proportionnel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Lorenz 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Lorenz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 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de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and illustrate at least four methods of mapping population distribution and density. Explain how the Lorenz curve shows the unequal distribution of population. Define and interpret the population density lapse rate. Assess the advantages and disadvantages of each technique.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Dot Maps; Choropleth (Shading) Maps; Isopleth Maps; Proportional Symbol Maps; The Lorenz Curve; The Population Density Lapse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a choropleth map of the North Region might be misleading, even if the data are correct.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sketch map of Cameroon and place dots.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four regions with four pencils.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cumulative percentages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centre of Garoua and its outskirts.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2026-09-28T16:51:27Z</dcterms:created>
  <dcterms:modified xsi:type="dcterms:W3CDTF">2026-09-28T16:51:27Z</dcterms:modified>
</cp:coreProperties>
</file>