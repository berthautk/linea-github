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Techniques of Mapping Population Distribution and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Numbers, and the sub-topic is Population Density and Distribution. The key notions we shall use today are: choropleth map, isopleth map, dot map, proportional symbols, Lorenz curve, population density lapse rate. At the end, you should be able to do this: learners are able to choose, draw and read the main maps and graphs of population distribution and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Population Distribution and Density. The question was: Name two types of maps that show population density.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choropleth map and the dot map (also the isopleth map and the proportional symbol map).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choropleth, isopleth, dot and proportional symbol maps. Number 2: explain how the Lorenz curve and the density lapse rate show unevenness. Number 3: assess the advantages and disadvantages of each technique.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Population density is the number of people per km². The Littoral Region is denser than the East Region. A map key explains the colours and symbols of a map.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For the regional council, a student must show on one map that the Littoral and the West are crowded while the East is almost empty. He also wants to show that most people of Cameroon live on a small part of the land. He asks his teacher: "Which maps and graphs should I use, and what are their strengths and weaknesses?"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student does not know which techniques to use to map population distribution and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map uses shades of one colour by region?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choropleth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graph shows that people live on a small part of the land?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Lorenz curve.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choose the right map or graph for each set of population data and always add a title, a key and a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present population data clearly on maps and graphs, a skill used in examinations and in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choropleth map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 the darker shades show on this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Higher population densities.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dot map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each dot represent on a dot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fixed number of people, for example 10,000.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proportional circles.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circle of Yaoundé bigger than that of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Its population is larger, and the area of the circle is proportional to the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Lorenz curve for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does the gap between the curve and the diagonal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degree of unevenness: the bigger the gap, the more uneven the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density and distance from the city centre.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density change as we move away from the city centre?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falls steadily.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Choropleth map and Isopleth map.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Dot map and Lorenz curve.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Density lapse rate.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Techniques of Mapping Population Distribution and Density. Population is mapped with the following techniques. Copy the point on Choropleth map on the left, then draw the diagram on the right: a choropleth map.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Isopleth map on the left, then draw the diagram on the right: an isopleth map.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Dot map on the left, then draw the diagram on the right: a dot map.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Proportional symbols on the left, then draw the diagram on the right: proportional circles.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Showing Uneven Distribution. The unevenness of distribution is shown with the following methods. Copy the point on Constructing the Lorenz curve on the left, then draw the diagram on the right: a Lorenz curve.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Showing Uneven Distribution. Copy the point on Reading the Lorenz curve: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density lapse rate on the left, then draw the diagram on the right: a density lapse rate.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Assessment of the Techniques. The techniques have the following advantages and disadvantages. Copy the point on Choropleth map: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Assessment of the Techniques. Copy the point on Isopleth map: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Assessment of the Techniques. Copy the point on Dot map and proportional symbols: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Assessment of the Techniques. Copy the point on Lorenz curve and lapse rate: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one advantage and one disadvantage of the dot map.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advantage: it shows the real pattern of population; disadvantage: dots merge in dense areas.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does a Lorenz curve far from the diagonal show?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very uneven distribution of the population.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choropleth; number 2, isopleths; number 3, Lorenz.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regions of the world that are densely populated.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Spatial Population Distribution and its Factors.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1: TECHNIQUES OF MAPPING POPULATION DISTRIBUTION AND DENSITY</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Techniques of Mapping Population Distribution and Density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Numbers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and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Techniques of Mapping Population Distribution and Density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Choropleth map, isopleth map, dot map, proportional symbols, Lorenz curve, population density lapse rate.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Techniques of mapping distribution and density (choropleth, isopleth, dot map, proportional symbols); other methods showing unevenness (Lorenz curve, density lapse rate); assessment of these methods.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choose, draw and read the main maps and graphs of population distribution and density.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Population Distribution and Density):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types of maps that show 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choropleth map and the dot map (also the isopleth map and the proportional symbol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choropleth, isopleth, dot and proportional symbol maps.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the Lorenz curve and the density lapse rate show unevenness.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Assess the advantages and disadvantages of each technique.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density is the number of people per km².</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Littoral Region is denser than the East Region.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map key explains the colours and symbols of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the regional council, a student must show on one map that the Littoral and the West are crowded while the East is almost empty.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also wants to show that most people of Cameroon live on a small part of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asks his teacher: "Which maps and graphs should I use, and what are their strengths and weaknesses?"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student does not know which techniques to use to map population distribution and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map uses shades of one colour by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choropleth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graph shows that people live on a small part of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Lorenz curve.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the right map or graph for each set of population data and always add a title, a key and a source.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present population data clearly on maps and graphs, a skill used in examinations and in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CHOROPLETH MAP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choropleth map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CHOROPLETH MAP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the darker shades show on this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CHOROPLETH MAP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Higher population densities.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DOT MAP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ot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dot map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DOT MAP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each dot represent on a dot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DOT MAP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fixed number of people, for example 10,000.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PROPORTIONAL SYMBOLS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rop_circl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Proportional circles.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PROPORTIONAL SYMBOLS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circle of Yaoundé bigger than that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PROPORTIONAL SYMBOLS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population is larger, and the area of the circle is proportional to the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LORENZ CURVE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orenz_cmr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Lorenz curve for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LORENZ 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gap between the curve and the diagonal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LORENZ 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degree of unevenness: the bigger the gap, the more uneven the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DENSITY LAPSE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apse_exampl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Density and distance from the city centre.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DENSITY LAPSE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density change as we move away from the city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DENSITY LAPSE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falls steadily.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Population Numbers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Density and Distribution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1: Techniques of Mapping Population Distribution and Density</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Choropleth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map that shows densities with shades of colour for each administrative area.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Isopleth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map with lines (isopleths) joining places of equal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Dot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map on which each dot stands for a fixed number of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Lorenz curve: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comparing the cumulative percentage of population with the cumulative percentage of area to show unevenness.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Density lapse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rate at which population density falls with distance from a centre such as a city or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Techniques of Mapping Population Distribution and Density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Population is mapped with the following techniques: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Choropleth map: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Each administrative area is shaded according to its density, with darker shades for higher densities. The map of the regions of Cameroon by density is an example.</a:t>
            </a:r>
            <a:endParaRPr lang="en-US" sz="3200" dirty="0"/>
          </a:p>
        </p:txBody>
      </p:sp>
      <p:pic>
        <p:nvPicPr>
          <p:cNvPr id="5" name="Image 0" descr="/home/claude/f4/img/v2/choropleth_big.png">    </p:cNvPr>
          <p:cNvPicPr>
            <a:picLocks noChangeAspect="1"/>
          </p:cNvPicPr>
          <p:nvPr/>
        </p:nvPicPr>
        <p:blipFill>
          <a:blip r:embed="rId1"/>
          <a:stretch>
            <a:fillRect/>
          </a:stretch>
        </p:blipFill>
        <p:spPr>
          <a:xfrm>
            <a:off x="6537960" y="2550490"/>
            <a:ext cx="5470855" cy="2735428"/>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choropleth map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Techniques of Mapping Population Distribution and Density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Isopleth map: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Lines join places of equal density, like contour lines on a relief map. They show gradual changes across an area without following boundaries.</a:t>
            </a:r>
            <a:endParaRPr lang="en-US" sz="3600" dirty="0"/>
          </a:p>
        </p:txBody>
      </p:sp>
      <p:pic>
        <p:nvPicPr>
          <p:cNvPr id="5" name="Image 0" descr="/home/claude/f4/img/v2/pop_isopleth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isopleth map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Techniques of Mapping Population Distribution and Density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Dot map: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Each dot represents a fixed number of people, for example 10,000, and is placed where they live. Clusters of dots show densely populated areas.</a:t>
            </a:r>
            <a:endParaRPr lang="en-US" sz="3600" dirty="0"/>
          </a:p>
        </p:txBody>
      </p:sp>
      <p:pic>
        <p:nvPicPr>
          <p:cNvPr id="5" name="Image 0" descr="/home/claude/f4/img/v2/dot_map_big.png">    </p:cNvPr>
          <p:cNvPicPr>
            <a:picLocks noChangeAspect="1"/>
          </p:cNvPicPr>
          <p:nvPr/>
        </p:nvPicPr>
        <p:blipFill>
          <a:blip r:embed="rId1"/>
          <a:stretch>
            <a:fillRect/>
          </a:stretch>
        </p:blipFill>
        <p:spPr>
          <a:xfrm>
            <a:off x="6537960" y="2550490"/>
            <a:ext cx="5470855" cy="2735428"/>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dot map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Techniques of Mapping Population Distribution and Density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Proportional symbols: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Circles or squares are drawn with an area proportional to the population of each town. The radius is therefore proportional to the square root of the population.</a:t>
            </a:r>
            <a:endParaRPr lang="en-US" sz="3600" dirty="0"/>
          </a:p>
        </p:txBody>
      </p:sp>
      <p:pic>
        <p:nvPicPr>
          <p:cNvPr id="5" name="Image 0" descr="/home/claude/f4/img/v2/prop_circles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proportional circles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Showing Uneven Distribution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unevenness of distribution is shown with the following methods: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Constructing the Lorenz curve: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Areas are ranked from the least to the most dense, and their percentages of population and area are added up. The cumulative % of population is then plotted against the cumulative % of area.</a:t>
            </a:r>
            <a:endParaRPr lang="en-US" sz="3000" dirty="0"/>
          </a:p>
        </p:txBody>
      </p:sp>
      <p:pic>
        <p:nvPicPr>
          <p:cNvPr id="5" name="Image 0" descr="/home/claude/f4/img/v2/lorenz_cmr_big.png">    </p:cNvPr>
          <p:cNvPicPr>
            <a:picLocks noChangeAspect="1"/>
          </p:cNvPicPr>
          <p:nvPr/>
        </p:nvPicPr>
        <p:blipFill>
          <a:blip r:embed="rId1"/>
          <a:stretch>
            <a:fillRect/>
          </a:stretch>
        </p:blipFill>
        <p:spPr>
          <a:xfrm>
            <a:off x="6537960" y="2678713"/>
            <a:ext cx="5470855" cy="2478981"/>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Lorenz curve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Showing Uneven Distribution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Reading the Lorenz curve: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diagonal line shows a perfectly even distribution. The further the curve lies from the diagonal, the more uneven the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Showing Uneven Distribution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The density lapse rate: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Density is plotted against distance from a city centre or from the coast, and it usually falls quickly outwards. In Yaoundé, for example, density is very high near the centre and falls towards the outskirts.</a:t>
            </a:r>
            <a:endParaRPr lang="en-US" sz="3400" dirty="0"/>
          </a:p>
        </p:txBody>
      </p:sp>
      <p:pic>
        <p:nvPicPr>
          <p:cNvPr id="5" name="Image 0" descr="/home/claude/f4/img/v2/lapse_example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density lapse rate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Assessment of the Techniques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techniques have the following advantages and disadvantages: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Choropleth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easy to draw and read and allows areas to be compared quickly. However, it hides differences inside each area and depends on administrative boundaries.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Assessment of the Techniques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Isopleth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gradual changes across a region and is not limited by boundaries. However, it needs many data points and is harder to draw and read.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Assessment of the Techniques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Dot map and proportional symbols: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Dot maps show the real pattern and clusters of people, and proportional symbols are easy to compare at a glance. However, dots merge and symbols overlap in crowded areas, so exact numbers are hard to read.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Assessment of the Techniques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Lorenz curve and lapse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measure the degree of inequality and the change of density with distance. However, they need detailed data and do not show where people live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the dot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it shows the real pattern of population; disadvantage: dots merge in dense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Lorenz curve far from the diagonal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very uneven distribution of the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map with shades of colour for each region is a ______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Lines joining places of equal density are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______ curve compares cumulative population with cumulative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regions of the world that are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Spatial Population Distribution and its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Choropleth 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 choroplèthe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Dot 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 par points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Proportional circles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cercles proportionnels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Key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légende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Lorenz curve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courbe de Lorenz</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Unevenness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L'inégalité de répartition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Numbers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Techniques of Mapping Population Distribution and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choropleth, isopleth, dot and proportional symbol maps. Explain how the Lorenz curve and the density lapse rate show unevenness. Assess the advantages and disadvantages of each technique.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choose, draw and read the main maps and graphs of population distribution and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Techniques of Mapping Population Distribution and Density; Showing Uneven Distribution; Assessment of the Techniques.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regions of the world that are densely populated.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shade a sketch map with four shades.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dots on a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two circles of different sizes.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diagonal and a curve.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falling curve.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2026-09-29T11:34:35Z</dcterms:created>
  <dcterms:modified xsi:type="dcterms:W3CDTF">2026-09-29T11:34:35Z</dcterms:modified>
</cp:coreProperties>
</file>