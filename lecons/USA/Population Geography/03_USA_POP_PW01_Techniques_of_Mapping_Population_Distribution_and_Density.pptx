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dot map, choropleth map, Lorenz curve, density lapse rate. At the end, you should be able to do this: learners are able to map population distribution and density and assess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Find the population and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(example): population about 2.5 million, area about 66,000 km², density ≈ 2,500,000 ÷ 66,000 ≈ 38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and read dot and choropleth maps. Number 2: draw and interpret a Lorenz curve. Number 3: interpret a density lapse graph and assess the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people ÷ area. The Littoral is the most crowded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Delegate of Planning wants a single page that shows where people live in Cameroon. The class must choose the best way to map the data.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a way to map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mapping methods.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Dot map and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how unequal the distribution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map population data to show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population data clearly on maps and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dot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each dot represent? Where are dots closest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fixed number of people; in the West, Littoral and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choropleth map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choropleth map made?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area is shaded according to its density class; darker means denser.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Lorenz 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curve far from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unequal distribution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falls with distance from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density as we move away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quickly, then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advantages and disadvantages of each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weakness of a choropleth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hides differences inside each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Dot map and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Mapping Population. Distribution and density can be mapped as follows. On this slide we have Dot maps.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Mapping Population. On this slide we have Choropleth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dot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Lorenz Curve and Density Lapse Rate. Uneven distribution can be measured as follows. On this slide we have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and Density Lapse Rate. On this slide we have Density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Assessment of these Methods. Each method has advantages and disadvantages. On this slide we have Dot maps.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these Methods. On this slide we have Choropleth maps and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comparison of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a Lorenz curve close to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even distribution of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dot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shows the real pattern. Disadvantage: hard to count dots.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choropleth; number 2, Lorenz;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density figures of the ten regions, draw a choropleth map of Cameroon with four classes.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map, choropleth map, Lorenz curve,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and choropleth maps; the Lorenz curve; population density lapse rates;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(example): population about 2.5 million, area about 66,000 km², density ≈ 2,500,000 ÷ 66,000 ≈ 38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read dot and choropleth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a Lorenz curve.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a density lapse graph and assess the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people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the most crowded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Delegate of Planning wants a single page that shows where people live in Cameroon. The class must choose the best way to map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a way to map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mapping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Dot map and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how unequal the distribution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population data to show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population data clearly on maps and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dot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dot represent? Where are dots closest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fixed number of people; in the West, Littoral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choropleth map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area is shaded according to its density class; darker means denser.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nsity_laps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falls with distance from 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density as we move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quickly, then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ASSESSMENT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p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Advantages and disadvantages of each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ASSESSMENT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ASSESSMENT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hides differences inside each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where each dot represents a fixed number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where areas are shaded according to their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how unevenly a population is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Distribution and density can be mapped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value for each dot (e.g. 1 dot = 10,000 people) and place the dots where people live. They show distribution clearly.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density for each area, choose classes and shade darker for higher densities. They show density by administrative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Mapping Population</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dot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and Density Lapse Rate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Uneven distribution can be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 areas, then plot the cumulative % of area against the cumulative % of population. The further the curve is from the diagonal, the more unequal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and Density Lapse Rate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town, density usually decreases from the centre to the edge. A graph of density against distance shows this 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Lorenz Curve and Density Lapse Rate</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these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method has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real distribution, but dots are hard to count and to place accurately. Very dense areas become black.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these Methods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easy to read and compare, but they suggest sudden changes at boundaries. They hide differences inside each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inequality precisely, but it does not show where people live. It needs accurate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these Methods</a:t>
            </a:r>
            <a:endParaRPr lang="en-US" sz="3600" dirty="0"/>
          </a:p>
        </p:txBody>
      </p:sp>
      <p:pic>
        <p:nvPicPr>
          <p:cNvPr id="4" name="Image 0" descr="/home/claude/f4/img/v2/mapping_metho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comparison of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close to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even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shows the real pattern. Disadvantage: hard to count dots.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shaded areas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Inequality is shown by a ______ curve.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usually ______ away from a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density figures of the ten regions, draw a choropleth map of Cameroon with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read dot and choropleth maps. Draw and interpret a Lorenz curve. Interpret a density lapse graph and assess the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Methods of Mapping Population; The Lorenz Curve and Density Lapse Rate; Assessment of these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density figures of the ten regions, draw a choropleth map of Cameroon with four classes.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place dots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choose four shades.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cumulative percentages.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centre of Douala and its edges.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2026-09-27T10:31:40Z</dcterms:created>
  <dcterms:modified xsi:type="dcterms:W3CDTF">2026-09-27T10:31:40Z</dcterms:modified>
</cp:coreProperties>
</file>