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Techniques of Mapping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choropleth map, isopleth map, dot map, proportional symbols, Lorenz curve, population density lapse rate. At the end, you should be able to do this: learners are able to choose, draw and read the main maps and graphs of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Population Distribution and Density. The question was: Name two types of maps that show population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choropleth map and the dot map (also the isopleth map and the proportional symbol map).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choropleth, isopleth, dot and proportional symbol maps. Number 2: explain how the Lorenz curve and the density lapse rate show unevenness. Number 3: assess the advantages and disadvantages of each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is the number of people per km². The Littoral Region is denser than the East Region. A map key explains the colours and symbols of a map.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For the regional council, a student must show on one map that the Littoral and the West are crowded while the East is almost empty. He also wants to show that most people of Cameroon live on a small part of the land. He asks his teacher: "Which maps and graphs should I use, and what are their strengths and weaknesses?"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does not know which techniques to use to map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uses shades of one colour by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graph shows that people live on a small part of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Lorenz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map or graph for each set of population data and always add a title, a key and 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present population data clearly on maps and graphs, a skill used in examinations and in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choropleth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 darker shades show on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Higher population densities.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dot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each dot represent on a dot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fixed number of people, for example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proportional circles.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circle of Yaoundé bigger than that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population is larger, and the area of the circle is proportional to the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Lorenz curve for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gap between the curve and the diagonal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degree of unevenness: the bigger the gap, the more uneven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density and distance from the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density change as we move away from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falls steadily.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Choropleth map and Isopleth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Dot map and Lorenz curve.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Density lapse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Techniques of Mapping Population Distribution and Density. The main mapping techniques are the following. Copy the point on Choropleth map on the left, then draw the diagram on the right: a choropleth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Isopleth map on the left, then draw the diagram on the right: an isopleth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Dot map on the left, then draw the diagram on the right: a dot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Proportional symbols on the left, then draw the diagram on the right: proportional circles.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Methods Showing Unevenness. The other methods showing the unevenness of distribution are the following. Copy the point on The Lorenz curve on the left, then draw the diagram on the right: a Lorenz curve for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Methods Showing Unevenness. On this slide we have Reading the Lorenz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density lapse rate on the left, then draw the diagram on the right: a density lapse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Methods Showing Unevenness.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Assessment of the Techniques. The advantages and disadvantages of the techniques are the following. On this slide we have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On this slide we have Isopleth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On this slide we have Dot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On this slide we have Proportional symbols.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On this slide we have Lorenz curve and lapse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Assessment of the Techniques.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and one disadvantage of the dot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it shows the real pattern of population; disadvantage: dots merge in dense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Lorenz curve far from the diagonal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very uneven distribution of the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choropleth; number 2, isopleths; number 3, Lorenz.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regions of the world that are densely populated.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Spatial Population Distribution and its Factors.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TECHNIQUES OF MAPPING POPULATION DISTRIBUTION AND DENSITY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Techniques of Mapping 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Choropleth map, isopleth map, dot map, proportional symbols, Lorenz curve, population density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Techniques of mapping distribution and density (choropleth, isopleth, dot map, proportional symbols); other methods showing unevenness (Lorenz curve, density lapse rate); assessment of these methods.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draw and read the main maps and graphs of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maps that show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choropleth map and the dot map (also the isopleth map and the proportional symbol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choropleth, isopleth, dot and proportional symbol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Lorenz curve and the density lapse rate show unevenness.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of each technique.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is the number of people per km².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Region is denser than the East Region.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key explains the colours and symbols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the regional council, a student must show on one map that the Littoral and the West are crowded while the East is almost empty.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also wants to show that most people of Cameroon live on a small part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his teacher: "Which maps and graphs should I use, and what are their strengths and weaknesses?"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does not know which techniques to use to map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uses shades of one colour by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that people live on a small part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Lorenz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map or graph for each set of population data and always add a title, a key and a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present population data clearly on maps and graphs, a skill used in examinations and in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darker shades show on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population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dot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each dot represent on a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DOT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fixed number of people, for example 10,000.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op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Proportional circles.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circle of Yaoundé bigger than that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PROPORTIONAL SYMBOLS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population is larger, and the area of the circle is proportional to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renz_cm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Lorenz curve for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gap between the curve and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degree of unevenness: the bigger the gap, the more uneven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apse_examp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and distance from the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density change as we move away from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falls steadily.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Numbers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that shows densities with shades of colour for each administrative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with lines (isopleths) joining places of equal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map on which each dot stands for a fixed number of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comparing the cumulative percentage of population with the cumulative percentage of area to show unevenness.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Density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population density falls with distance from a centre such as a city or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mapping techniques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Each area is shaded according to its density, with darker shades for higher densities, as on a map of the regions of Cameroon.</a:t>
            </a:r>
            <a:endParaRPr lang="en-US" sz="3200" dirty="0"/>
          </a:p>
        </p:txBody>
      </p:sp>
      <p:pic>
        <p:nvPicPr>
          <p:cNvPr id="5"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choropleth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Lines join places of equal density, like contour lines, and show gradual change across an area.</a:t>
            </a:r>
            <a:endParaRPr lang="en-US" sz="3600" dirty="0"/>
          </a:p>
        </p:txBody>
      </p:sp>
      <p:pic>
        <p:nvPicPr>
          <p:cNvPr id="5" name="Image 0" descr="/home/claude/f4/img/v2/pop_isoplet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isopleth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dot represents a fixed number of people (for example 10,000), so clusters of dots show dense areas.</a:t>
            </a:r>
            <a:endParaRPr lang="en-US" sz="3600" dirty="0"/>
          </a:p>
        </p:txBody>
      </p:sp>
      <p:pic>
        <p:nvPicPr>
          <p:cNvPr id="5" name="Image 0" descr="/home/claude/f4/img/v2/dot_map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dot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Techniques of Mapping Population Distribution and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Proportional symbols: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Circles or squares are drawn with an area proportional to the population of each town, so the radius is proportional to the square root of the value.</a:t>
            </a:r>
            <a:endParaRPr lang="en-US" sz="3200" dirty="0"/>
          </a:p>
        </p:txBody>
      </p:sp>
      <p:pic>
        <p:nvPicPr>
          <p:cNvPr id="5" name="Image 0" descr="/home/claude/f4/img/v2/prop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proportional circles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Methods Showing Unevenness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other methods showing the unevenness of distribution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Lorenz curve: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Areas are ranked from least to most dense, and the cumulative % of population is plotted against the cumulative % of area.</a:t>
            </a:r>
            <a:endParaRPr lang="en-US" sz="2800" dirty="0"/>
          </a:p>
        </p:txBody>
      </p:sp>
      <p:pic>
        <p:nvPicPr>
          <p:cNvPr id="5" name="Image 0" descr="/home/claude/f4/img/v2/lorenz_cmr_big.png">    </p:cNvPr>
          <p:cNvPicPr>
            <a:picLocks noChangeAspect="1"/>
          </p:cNvPicPr>
          <p:nvPr/>
        </p:nvPicPr>
        <p:blipFill>
          <a:blip r:embed="rId1"/>
          <a:stretch>
            <a:fillRect/>
          </a:stretch>
        </p:blipFill>
        <p:spPr>
          <a:xfrm>
            <a:off x="5349240" y="2409394"/>
            <a:ext cx="6659575" cy="301762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Lorenz curve for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Methods Showing Unevenness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the 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diagonal shows a perfectly even distribution, and the further the curve lies from it, the more uneven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Methods Showing Unevenness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density lapse rate: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Density is plotted against distance from a city centre or from the coast, and it usually falls quickly outwards.</a:t>
            </a:r>
            <a:endParaRPr lang="en-US" sz="3600" dirty="0"/>
          </a:p>
        </p:txBody>
      </p:sp>
      <p:pic>
        <p:nvPicPr>
          <p:cNvPr id="5" name="Image 0" descr="/home/claude/f4/img/v2/lapse_exampl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density lapse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Methods Showing Unevenness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city like Yaoundé, density is very high near the centre and falls towards the outskirts.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advantages and disadvantages of the techniques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it is easy to read and to compare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it hides differences inside each area and depends on administrative boundaries.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it shows gradual changes across a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it needs many data points and is harder to read.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it shows the real pattern and clusters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dots merge in very dense areas, and exact numbers are hard to count.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Proportional symbols: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sizes are easy to compare at a glance.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symbols overlap in crowded areas and are not precise.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and lapse rate: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Advantage: they measure inequality and change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Assessment of the Techniques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Disadvantage: they need detailed data and do not show locations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the dot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it shows the real pattern of population; disadvantage: dots merge in dense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Lorenz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uneven distribution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shades of colour for each region is a ______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joining places of equal density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curve compares cumulative population with cumulative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regions of the world that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Proportional circles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cercles proportionnels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Lorenz 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Lorenz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Unevenness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L'inégalité de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choropleth, isopleth, dot and proportional symbol maps. Explain how the Lorenz curve and the density lapse rate show unevenness. Assess the advantages and disadvantages of each technique.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draw and read the main maps and graphs of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Techniques of Mapping Population Distribution and Density; Other Methods Showing Unevenness; Assessment of the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regions of the world that are densely populated.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a sketch map with four shades.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dots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two circles of different sizes.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diagonal and a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falling curve.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2026-09-28T21:55:11Z</dcterms:created>
  <dcterms:modified xsi:type="dcterms:W3CDTF">2026-09-28T21:55:11Z</dcterms:modified>
</cp:coreProperties>
</file>