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Lst>
  <p:notesMasterIdLst>
    <p:notesMasterId r:id="rId8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Techniques of Mapping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population mapping, dot map, choropleth map, isopleth map, proportional symbol map, Lorenz curve, density lapse rate. At the end, you should be able to do this: learners are able to map population distribution and density and assess each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Population Distribution and Density. The question was: Find the population and area of your region and calculate its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North Region (example): population about 2.5 million, area about 66,000 km², density ≈ 2,500,000 ÷ 66,000 ≈ 38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and illustrate at least four methods of mapping population distribution and density. Number 2: explain how the Lorenz curve shows the unequal distribution of population. Number 3: define and interpret the population density lapse rate. Number 4: assess the advantages and disadvantages of each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distribution is the way people are spread over an area. Population density = total population ÷ total area. The Littoral is the most densely populated region of Cameroon, and the East the least.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lives near the Grand Marché of Garoua, where houses and people are packed together. When she visits her cousin Bouba on the road to Maroua, she sees only a few houses scattered among the farms. For a school exhibition, she must show on one map of the North Region where people live and how crowded each place is, but she does not know how to do it. She asks her geography teacher: "How can one map show both where people live and how crowded they are?"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know how to show on one map where people live (distribution) and how crowded each place is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Aïssatou notice between Garoua and the road to Maroua?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number of people and houses decreases as she moves away from the city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help her to solve the problem?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Mapping techniques such as dot, choropleth, isopleth and proportional symbol maps, and graphs such as the Lorenz curve and the density lapse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right technique to map population data, and read population maps critically before using them for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represent population data on maps and graphs, to read such maps in examinations and to use them for planning in 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population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each small red dot on this map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Each dot shows a fixed number of people: this map is a dot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are the dots crowded in some regions and rare in others?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people live where the dots are crowded (West, Littoral, Far North), and few people live where they are rare (East,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another population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the different shades on this map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Each region is shaded according to its population density, darker for denser regions: this map is a choropleth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is the Littoral darker than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Littoral has about 190 people per km², while the East has only about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graph of the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the dashed green line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shows a perfectly even distribution of population: it is the line of perfect 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does the gap between the red curve and the green line tell us about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population is very unevenly distributed: about half of the people live on the densest 20 % of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and distance from a city centre (invented figures).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density change as we move away from the city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falls: from about 12,000 people per km² at the CBD to about 2,100 at 5 km and about 60 at 15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is density so high near the city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expensive there, so people live close together in tall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comparison of the techniques.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technique would you choose to show the population of each town, and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proportional symbol map, because the size of each symbol shows the population of the town at a glance.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mapping.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distribution and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Dot Maps. Copy the point on Dot map on the left, then draw the diagram on the right: a dot map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Dot Maps.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Dot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Choropleth (Shading) Maps. Copy the point on Choropleth map on the left, then draw the diagram on the right: a choropleth map of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(Shading) Maps.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(Shading)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Isopleth Maps. Copy the point on Isopleth map on the left, then draw the diagram on the right: an isopleth map of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Isopleth Maps.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Isopleth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Proportional Symbol Maps. Copy the point on Proportional symbol map on the left, then draw the diagram on the right: proportional circles for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Proportional Symbol Maps.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Proportional Symbol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Lorenz Curve. On this slide we have Lorenz curve.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On this slide we have A straight diagonal line at 45°, the line of perfect equality, shows a perfectly even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lorenz curve of the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Population Density Lapse Rate. On this slide we have Population density lapse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Density Lapse Rate. On this slide we have In Garoua, density is very high around the Grand Marché and falls towards the outskirts..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a density lapse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Density Lapse Rate.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Density Lapse Rate.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methods of mapping population distribution and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dot map, choropleth map, isopleth map and proportional symbol map.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Lorenz curve far from the diagonal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very unequal distribution of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isopleths; number 2, equality; number 3,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a choropleth map of the North Region might be misleading, even if the data are correct.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Spatial Population Distribution and its Factors.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TECHNIQUES OF MAPPING POPULATION DISTRIBUTION AND DENSITY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Techniques of Mapping 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mapping, dot map, choropleth map, isopleth map, proportional symbol map, Lorenz curve, density lapse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Dot and choropleth maps; the Lorenz curve; population density lapse rates;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map population distribution and density and assess each method.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and area of your region and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Region (example): population about 2.5 million, area about 66,000 km², density ≈ 2,500,000 ÷ 66,000 ≈ 38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and illustrate at least four methods of mapping population distribution and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Lorenz curve shows the unequal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interpret the population density lapse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and disadvantages of each technique.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distribution is the way people are spread over an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 total population ÷ total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is the most densely populated region of Cameroon, and the East the least.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lives near the Grand Marché of Garoua, where houses and people are packed together.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she visits her cousin Bouba on the road to Maroua, she sees only a few houses scattered among the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 school exhibition, she must show on one map of the North Region where people live and how crowded each place is, but she does not know how to do it.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know how to show on one map where people live (distribution) and how crowded each place is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Aïssatou notice between Garoua and the road to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people and houses decreases as she moves away from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help her to solve the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Mapping techniques such as dot, choropleth, isopleth and proportional symbol maps, and graphs such as the Lorenz curve and the density lapse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right technique to map population data, and read population maps critically before using them for decisions.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represent population data on maps and graphs, to read such maps in examinations and to use them for planning in 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ot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population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each small red dot on this map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dot shows a fixed number of people: this map is a dot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dots crowded in some regions and rare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live where the dots are crowded (West, Littoral, Far North), and few people live where they are rare (East,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Another population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different shades on this map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region is shaded according to its population density, darker for denser regions: this map is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Littoral darker than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has about 190 people per km², while the East has only about 11.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THE LORENZ 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orenz_cm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graph of the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dashed green line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a perfectly even distribution of population: it is the line of perfect 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gap between the red curve and the green line tell us about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very unevenly distributed: about half of the people live on the densest 20 %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POPULATION DENSITY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apse_exampl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and distance from a city centre (invented figures).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density change as we move away from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from about 12,000 people per km² at the CBD to about 2,100 at 5 km and about 60 at 15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density so high near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expensive there, so people live close together in tall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ASSESSMENT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hods_compa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Comparison of the techniques.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ASSESSMENT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technique would you choose to show the population of each town,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ASSESSMENT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proportional symbol map, because the size of each symbol shows the population of the town at a glance.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mapping: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use of maps and graphs to show where people live (distribution) and how crowded places are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per unit area, usually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Dot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Each dot represents a fixed number of people, for example 1 dot = 10,000 people. Crowded dots show dense areas, and scattered dots show sparse areas.</a:t>
            </a:r>
            <a:endParaRPr lang="en-US" sz="3200" dirty="0"/>
          </a:p>
        </p:txBody>
      </p:sp>
      <p:pic>
        <p:nvPicPr>
          <p:cNvPr id="6" name="Image 0" descr="/home/claude/f4/img/v2/dot_map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dot map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Dot Maps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gives a good visual impression of the real distribution.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easy to understand, and the number of people can be estimated by counting the dots.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Dot Maps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very dense areas, the dots merge into black patches.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slow to draw, and the dots are hard to place and count accurately.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Choropleth (Shading)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administrative area is shaded according to its density class. The darker the shade, the higher the density.</a:t>
            </a:r>
            <a:endParaRPr lang="en-US" sz="3600" dirty="0"/>
          </a:p>
        </p:txBody>
      </p:sp>
      <p:pic>
        <p:nvPicPr>
          <p:cNvPr id="6" name="Image 0" descr="/home/claude/f4/img/v2/choropleth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choropleth map of density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Choropleth (Shading) Maps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general patterns and allows quick comparison between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uses data that are easy to obtain for administrative units.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Choropleth (Shading) Maps (continued)</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assumes that people are spread evenly inside each area, which is rarely true.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sharp changes at boundaries are misleading.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Isopleth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Lines called isopleths join places with the same population density. The spaces between the lines are shaded, darker for higher densities.</a:t>
            </a:r>
            <a:endParaRPr lang="en-US" sz="3400" dirty="0"/>
          </a:p>
        </p:txBody>
      </p:sp>
      <p:pic>
        <p:nvPicPr>
          <p:cNvPr id="6" name="Image 0" descr="/home/claude/f4/img/v2/pop_isopleth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isopleth map of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Isopleth Maps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gradual changes in density and avoids the sharp boundaries of choropleth maps.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can represent density patterns more accurately.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Isopleth Maps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needs a large number of data points.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difficult to draw and to interpret.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Proportional Symbol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Proportional symbol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circle or a square is drawn for each place. Its size is proportional to the population of the place.</a:t>
            </a:r>
            <a:endParaRPr lang="en-US" sz="3600" dirty="0"/>
          </a:p>
        </p:txBody>
      </p:sp>
      <p:pic>
        <p:nvPicPr>
          <p:cNvPr id="6" name="Image 0" descr="/home/claude/f4/img/v2/prop_circl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proportional circles for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Proportional Symbol Maps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the total population of towns and cities very clearly.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can see at a glance which places have the largest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D) Proportional Symbol Maps (continued)</a:t>
            </a:r>
            <a:endParaRPr lang="en-US" sz="31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Large symbols overlap in crowded areas and make the map hard to read.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does not show how people are distributed inside each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Lorenz Curve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that shows how unevenly the population is distributed over an area. It plots the cumulative percentage of population against the cumulative percentage of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Lorenz Curve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straight diagonal line at 45°, the line of perfect equality, shows a perfectly even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Lorenz Curve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further the curve lies below the diagonal, the more unequal the distribution: in Cameroon, the densest 20 % of the land holds about half of the people.</a:t>
            </a:r>
            <a:endParaRPr lang="en-US" sz="3200" dirty="0"/>
          </a:p>
        </p:txBody>
      </p:sp>
      <p:pic>
        <p:nvPicPr>
          <p:cNvPr id="6" name="Image 0" descr="/home/claude/f4/img/v2/lorenz_cmr_big.png">    </p:cNvPr>
          <p:cNvPicPr>
            <a:picLocks noChangeAspect="1"/>
          </p:cNvPicPr>
          <p:nvPr/>
        </p:nvPicPr>
        <p:blipFill>
          <a:blip r:embed="rId1"/>
          <a:stretch>
            <a:fillRect/>
          </a:stretch>
        </p:blipFill>
        <p:spPr>
          <a:xfrm>
            <a:off x="5349240" y="2409394"/>
            <a:ext cx="6659575" cy="301762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Lorenz curve of the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Lorenz Curve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measures inequality precisely.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allows comparison between countries or between dates.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Lorenz Curve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does not show where people live on a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needs accurate data and hides differences inside each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Density Lapse Rate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decrease of population density as the distance from a central point increases. The central point is usually the Central Business District (CBD) of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100" b="1" dirty="0">
                <a:solidFill>
                  <a:srgbClr val="990011"/>
                </a:solidFill>
                <a:latin typeface="Times New Roman" pitchFamily="34" charset="0"/>
                <a:ea typeface="Times New Roman" pitchFamily="34" charset="-122"/>
                <a:cs typeface="Times New Roman" pitchFamily="34" charset="-120"/>
              </a:rPr>
              <a:t>B) The Population Density Lapse Rate (continued)</a:t>
            </a:r>
            <a:endParaRPr lang="en-US" sz="2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density is very high around the Grand Marché and falls towards the outskirts.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Population Density Lapse Rate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curve slopes downwards: density is highest at the CBD and falls quickly, then slowly, towards the edge of the city.</a:t>
            </a:r>
            <a:endParaRPr lang="en-US" sz="3600" dirty="0"/>
          </a:p>
        </p:txBody>
      </p:sp>
      <p:pic>
        <p:nvPicPr>
          <p:cNvPr id="6" name="Image 0" descr="/home/claude/f4/img/v2/lapse_exampl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density lapse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Density Lapse Rate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clearly how density changes from the centre to the edge of a 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helps planners to locate services, housing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Population Density Lapse Rate (continued)</a:t>
            </a:r>
            <a:endParaRPr lang="en-US" sz="30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describes only one city at a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real cities, density does not always fall smoothly, because of new suburbs and slums on the edge.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methods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Dot map, choropleth map, isopleth map and proportional symbol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Lorenz curve far from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unequal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joining places of equal density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Lorenz curve, the straight 45° line is the line of perfect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Population density usually ______ with distance from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choropleth map of the North Region might be misleading, even if the data are correct.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Dot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par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Choropleth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choroplèthe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Isopleth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Proportional symbol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symbole proportionnel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Lorenz curve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Lorenz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 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de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and illustrate at least four methods of mapping population distribution and density. Explain how the Lorenz curve shows the unequal distribution of population. Define and interpret the population density lapse rate. Assess the advantages and disadvantages of each technique.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map population distribution and density and assess each method.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Dot Maps; Choropleth (Shading) Maps; Isopleth Maps; Proportional Symbol Maps; The Lorenz Curve; The Population Density Lapse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a choropleth map of the North Region might be misleading, even if the data are correct.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sketch map of Cameroon and place dots.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shade four regions with four pencils.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plot cumulative percentages on graph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centre of Garoua and its outskirts.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copy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80</Slides>
  <Notes>80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2026-09-28T16:39:56Z</dcterms:created>
  <dcterms:modified xsi:type="dcterms:W3CDTF">2026-09-28T16:39:56Z</dcterms:modified>
</cp:coreProperties>
</file>