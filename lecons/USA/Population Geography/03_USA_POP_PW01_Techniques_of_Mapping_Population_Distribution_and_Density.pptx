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choropleth map, isopleth map, dot map, proportional symbols, Lorenz curve, population density lapse rate. At the end, you should be able to do this: learners are able to choose, draw and read the main maps and graphs of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Name two types of maps that show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choropleth map and the dot map (also the isopleth map and the proportional symbol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choropleth, isopleth, dot and proportional symbol maps. Number 2: explain how the Lorenz curve and the density lapse rate show unevenness. Number 3: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the number of people per km². The Littoral Region is denser than the East Region. A map key explains the colours and symbols of a map.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the regional council, a student must show on one map that the Littoral and the West are crowded while the East is almost empty. He also wants to show that most people of Cameroon live on a small part of the land. He asks his teacher: "Which maps and graphs should I use, and what are their strengths and weaknesses?"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which techniques to use to map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uses shades of one colour by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that people live on a small part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map or graph for each set of population data and always add a title, a key and 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present population data clearly on maps and graphs, a skill used in examinations and in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darker shades show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Higher population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dot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each dot represent on a dot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fixed number of people, for example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circle of Yaoundé bigger than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population is larger, and the area of the circle is proportional to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Lorenz curve for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gap between the curve and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degree of unevenness: the bigger the gap, the more uneven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and distance from the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density change as we move away from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steadily.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Choropleth map and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Dot map and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Density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Techniques of Mapping Population Distribution and Density. Population is mapped with the following techniques. Copy the point on Choropleth map on the left, then draw the diagram on the right: a choropleth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Isopleth map on the left, then draw the diagram on the right: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Dot map on the left, then draw the diagram on the right: a dot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Proportional symbols on the left, then draw the diagram on the right: proportional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Showing Uneven Distribution. The unevenness of distribution is shown with the following methods. Copy the point on Constructing the Lorenz curve on the left, then draw the diagram on the right: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Showing Uneven Distribution. Copy the point on Reading the Lorenz curve: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density lapse rate on the left, then draw the diagram on the right: a density lapse rate.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Mapping Techniques. The mapping techniques have the following advantages and disadvantages. Copy the point on Choropleth map: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Mapping Techniques. Copy the point on Isopleth map: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Mapping Techniques. Copy the point on Dot map: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Mapping Techniques. Copy the point on Proportional symbols: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Graphic Techniques. The graphic techniques have the following advantages and disadvantages. Copy the point on Lorenz curve: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Graphic Techniques. Copy the point on Density lapse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and one disadvantage of the dot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it shows the real pattern of population; disadvantage: dots merge in dense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uneven distribution of the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choropleth; number 2, isopleths; number 3, Lorenz.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regions of the world that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map, isopleth map, dot map, proportional symbols, Lorenz curve, population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Techniques of mapping distribution and density (choropleth, isopleth, dot map, proportional symbols); other methods showing unevenness (Lorenz curve, density lapse rate); assessment of these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 and the dot map (also the isopleth map and the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choropleth, isopleth, dot and proportional symbol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and the density lapse rate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denser than the East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key explains the colours and symbols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the regional council, a student must show on one map that the Littoral and the West are crowded while the East is almost empty.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also wants to show that most people of Cameroon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his teacher: "Which maps and graphs should I use, and what are their strengths and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which techniques to use to map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uses shades of one colour by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that people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map or graph for each set of population data and always add a title, a key and a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present population data clearly on maps and graphs, a skill used in examinations and in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darker shades show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population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dot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dot represent on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fixed number of people, for example 10,000.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circle of Yaoundé bigger than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larger, and the area of the circle is proportional to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 for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gap between the curve and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degree of unevenness: the bigger the gap,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the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density change as we move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steadily.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Numbers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that shows densities with shades of colour for each administrative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with lines (isopleths) joining places of equal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on which each dot stands for a fixed number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comparing the cumulative percentage of population with the cumulative percentage of area to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population density falls with distance from a centre such as a city or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is mapped with the following techniques: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administrative area is shaded according to its density, with darker shades for higher densities. The map of the regions of Cameroon by density is an example.</a:t>
            </a:r>
            <a:endParaRPr lang="en-US" sz="3200" dirty="0"/>
          </a:p>
        </p:txBody>
      </p:sp>
      <p:pic>
        <p:nvPicPr>
          <p:cNvPr id="5"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join places of equal density, like contour lines on a relief map. They show gradual changes across an area without following boundaries.</a:t>
            </a:r>
            <a:endParaRPr lang="en-US" sz="3600" dirty="0"/>
          </a:p>
        </p:txBody>
      </p:sp>
      <p:pic>
        <p:nvPicPr>
          <p:cNvPr id="5" name="Image 0" descr="/home/claude/f4/img/v2/pop_isople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dot represents a fixed number of people, for example 10,000, and is placed where they live. Clusters of dots show densely populated areas.</a:t>
            </a:r>
            <a:endParaRPr lang="en-US" sz="3600" dirty="0"/>
          </a:p>
        </p:txBody>
      </p:sp>
      <p:pic>
        <p:nvPicPr>
          <p:cNvPr id="5" name="Image 0" descr="/home/claude/f4/img/v2/dot_map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Proportional symbols: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Circles or squares are drawn with an area proportional to the population of each town. The radius is therefore proportional to the square root of the population.</a:t>
            </a:r>
            <a:endParaRPr lang="en-US" sz="3600" dirty="0"/>
          </a:p>
        </p:txBody>
      </p:sp>
      <p:pic>
        <p:nvPicPr>
          <p:cNvPr id="5" name="Image 0" descr="/home/claude/f4/img/v2/prop_circl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unevenness of distribution is shown with the following methods: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Constructing the Lorenz curve: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Areas are ranked from the least to the most dense, and their percentages of population and area are added up. The cumulative % of population is then plotted against the cumulative % of area.</a:t>
            </a:r>
            <a:endParaRPr lang="en-US" sz="3000" dirty="0"/>
          </a:p>
        </p:txBody>
      </p:sp>
      <p:pic>
        <p:nvPicPr>
          <p:cNvPr id="5" name="Image 0" descr="/home/claude/f4/img/v2/lorenz_cmr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Lorenz curve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diagonal line shows a perfectly even distribution. The further the curve lies from the diagonal,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density lapse rate: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Density is plotted against distance from a city centre or from the coast, and it usually falls quickly outwards. In Yaoundé, for example, density is very high near the centre and falls towards the outskirts.</a:t>
            </a:r>
            <a:endParaRPr lang="en-US" sz="3400" dirty="0"/>
          </a:p>
        </p:txBody>
      </p:sp>
      <p:pic>
        <p:nvPicPr>
          <p:cNvPr id="5" name="Image 0" descr="/home/claude/f4/img/v2/lapse_exampl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rate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Mapping Techniques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mapping techniques have the following advantages and disadvantages: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It is easy to draw and read and allows areas to be compared quickly. However, it hides differences inside each area and depends on administrative boundaries.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Mapping Techniques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gradual changes across a region and is not limited by boundaries. However, it needs many data points and is harder to draw and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Mapping Techniques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real pattern of the population and the clusters where people live. However, dots merge in crowded areas, so the exact number of people is hard to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Mapping Techniques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symbols: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it easy to compare the population of towns at a glance. However, large symbols overlap in crowded areas and hide smaller 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Graphic Techniques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graphic techniques have the following advantages and disadvantages: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measures the degree of unevenness of the distribution and allows regions or dates to be compared. However, it needs detailed data and does not show where people live on a map.</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Graphic Techniques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clearly how density falls with distance from a city centre or from the coast. However, it follows only one direction and hides differences between quarters at the same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it shows the real pattern of population; disadvantage: dots merge in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uneven distribution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of colour for each region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compares cumulative population with cumulative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circles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cercles proportionnels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Unevenness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choropleth, isopleth, dot and proportional symbol maps. Explain how the Lorenz curve and the density lapse rate show unevenness.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Techniques of Mapping Population Distribution and Density; Showing Uneven Distribution; Mapping Techniques; Graphic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regions of the world that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a sketch map with four shades.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dots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diagonal and a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falling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2026-10-06T05:44:01Z</dcterms:created>
  <dcterms:modified xsi:type="dcterms:W3CDTF">2026-10-06T05:44:01Z</dcterms:modified>
</cp:coreProperties>
</file>