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notesMasterIdLst>
    <p:notesMasterId r:id="rId8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Techniques of Mapping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population mapping, dot map, choropleth map, isopleth map, proportional symbol map, Lorenz curve, density lapse rate. At the end, you should be able to do this: learners are able to map population distribution and density and assess each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Population Distribution and Density. The question was: Find the population and area of your region and calculate its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North Region (example): population about 2.5 million, area about 66,000 km², density ≈ 2,500,000 ÷ 66,000 ≈ 38 people per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and illustrate at least four methods of mapping population distribution and density. Number 2: explain how the Lorenz curve shows the unequal distribution of population. Number 3: define and interpret the population density lapse rate. Number 4: assess the advantages and disadvantages of each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distribution is the way people are spread over an area. Population density = total population ÷ total area. The Littoral is the most densely populated region of Cameroon, and the East the least.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lives near the Grand Marché of Garoua, where houses and people are packed together. When she visits her cousin Bouba on the road to Maroua, she sees only a few houses scattered among the farms. For a school exhibition, she must show on one map of the North Region where people live and how crowded each place is, but she does not know how to do it. She asks her geography teacher: "How can one map show both where people live and how crowded they are?"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know how to show on one map where people live (distribution) and how crowded each place is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Aïssatou notice between Garoua and the road to Maroua?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number of people and houses decreases as she moves away from the city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help her to solve the problem?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Mapping techniques such as dot, choropleth, isopleth and proportional symbol maps, and graphs such as the Lorenz curve and the density lapse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right technique to map population data, and read population maps critically before using them for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represent population data on maps and graphs, to read such maps in examinations and to use them for planning in 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population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Look at the map. (a) What do the small red dots show? (b) Why are the dots crowded in some places and rare in others? (c) What can we call this kind of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Each dot shows a fixed number of people. (b) Many people live where the dots are crowded (West, Littoral, Far North) and few where they are rare (East, South). (c) It is a dot map (dot distribution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another population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What do the different shades on this map show? (b) Why is the Littoral darker than the East? (c) What do the numbers in each region represent?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Each region is shaded according to its density class: the darker, the denser. (b) The Littoral has many more people per km² (about 190) than the East (about 11). (c) The density of each region: this is a choropleth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graph of the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What does the dashed green line show? (b) Is the red curve close to it or far from it? (c) What does this tell us about how people are spread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A perfectly even distribution: x % of the land holds x % of the people. (b) It is far from it. (c) The population is very unevenly distributed: about half of the people live on the densest 20 % of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and distance from a city centre (invented figures).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(a) Where is density highest on the graph? (b) What happens to density between 5 km and 15 km from the centre? (c) Give one reason for this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At the city centre (CBD), about 12,000 people per km². (b) It falls from about 2,100 to about 60 people per km². (c) Land is expensive in the centre, so people live close together; on the outskirts, land is cheaper and plots are bigger.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comparison of the techniques.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 Which techniques show the real pattern of where people live? (b) Which technique hides differences inside each region? (c) Which technique would you choose to show the population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The dot map and the isopleth map. (b) The choropleth map. (c) The proportional symbol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mapping.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distribution and Population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Dot Maps. Copy the point on Dot map on the left, then draw the diagram on the right: a dot map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Dot Maps. On this slide we have Reading the map and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Dot Maps. On this slide we have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Dot Maps.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Choropleth Maps. Copy the point on Choropleth map on the left, then draw the diagram on the right: a choropleth map of density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Maps.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Maps.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Isopleth Maps. Copy the point on Isopleth map on the left, then draw the diagram on the right: an isopleth map of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Isopleth Maps. On this slide we have Shading and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Isopleth Maps.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Proportional Symbol Maps. Copy the point on Proportional symbol map on the left, then draw the diagram on the right: proportional circles for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Proportional Symbol Maps. On this slide we have Drawing the circles.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Proportional Symbol Maps.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Proportional Symbol Maps.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Lorenz Curve. Copy the point on Lorenz curve on the left, then draw the diagram on the right: lorenz curve of the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Lorenz Curve. On this slide we have Construction.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Lorenz Curve. On this slide we have Line of perfect equality.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Lorenz Curve. On this slide we have Reading the curve.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Lorenz Curve.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Population Density Lapse Rate. Copy the point on Density lapse rate on the left, then draw the diagram on the right: a density lapse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Density Lapse Rate. On this slide we have Central point.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Density Lapse Rate. On this slide we have The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Density Lapse Rate. On this slide we have Example of Garoua.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Density Lapse Rate. On this slide we have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methods of mapping population distribution and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dot map, choropleth map, isopleth map and proportional symbol map.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Lorenz curve far from the diagonal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very unequal distribution of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isopleths; number 2, equality; number 3,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a choropleth map of the North Region might be misleading, even if the data are correct.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Spatial Population Distribution and its Factors.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TECHNIQUES OF MAPPING POPULATION DISTRIBUTION AND DENSITY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Techniques of Mapping 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mapping, dot map, choropleth map, isopleth map, proportional symbol map, Lorenz curve, density lapse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Dot and choropleth maps; the Lorenz curve; population density lapse rates;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map population distribution and density and assess each method.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and area of your region and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Region (example): population about 2.5 million, area about 66,000 km², density ≈ 2,500,000 ÷ 66,000 ≈ 38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and illustrate at least four methods of mapping population distribution and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 Lorenz curve shows the unequal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interpret the population density lapse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and disadvantages of each technique.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distribution is the way people are spread over an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 total population ÷ total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is the most densely populated region of Cameroon, and the East the least.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lives near the Grand Marché of Garoua, where houses and people are packed together.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she visits her cousin Bouba on the road to Maroua, she sees only a few houses scattered among the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 school exhibition, she must show on one map of the North Region where people live and how crowded each place is, but she does not know how to do it.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know how to show on one map where people live (distribution) and how crowded each place is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Aïssatou notice between Garoua and the road to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people and houses decreases as she moves away from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help her to solve the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Mapping techniques such as dot, choropleth, isopleth and proportional symbol maps, and graphs such as the Lorenz curve and the density lapse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right technique to map population data, and read population maps critically before using them for decisions.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represent population data on maps and graphs, to read such maps in examinations and to use them for planning in 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ot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population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map. (a) What do the small red dots show? (b) Why are the dots crowded in some places and rare in others? (c) What can we call this kind of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Each dot shows a fixed number of people. (b) Many people live where the dots are crowded (West, Littoral, Far North) and few where they are rare (East, South). (c) It is a dot map (dot distribution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Another population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What do the different shades on this map show? (b) Why is the Littoral darker than the East? (c) What do the numbers in each region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Each region is shaded according to its density class: the darker, the denser. (b) The Littoral has many more people per km² (about 190) than the East (about 11). (c) The density of each region: this is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LORENZ 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orenz_cm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graph of the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What does the dashed green line show? (b) Is the red curve close to it or far from it? (c) What does this tell us about how people are spread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A perfectly even distribution: x % of the land holds x % of the people. (b) It is far from it. (c) The population is very unevenly distributed: about half of the people live on the densest 20 %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 DENSITY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apse_exampl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and distance from a city centre (invented figures).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Where is density highest on the graph? (b) What happens to density between 5 km and 15 km from the centre? (c) Give one reason for this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At the city centre (CBD), about 12,000 people per km². (b) It falls from about 2,100 to about 60 people per km². (c) Land is expensive in the centre, so people live close together; on the outskirts, land is cheaper and plots are bigger.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hods_compa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Comparison of the techniques.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Which techniques show the real pattern of where people live? (b) Which technique hides differences inside each region? (c) Which technique would you choose to show the population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The dot map and the isopleth map. (b) The choropleth map. (c) The proportional symbol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mapping: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use of maps and graphs to show where people live (distribution) and how crowded places are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per unit area, usually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Dot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Dot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dot represents a fixed number of people, for example 1 dot = 10,000 people. The dots are placed where people actually live.</a:t>
            </a:r>
            <a:endParaRPr lang="en-US" sz="3600" dirty="0"/>
          </a:p>
        </p:txBody>
      </p:sp>
      <p:pic>
        <p:nvPicPr>
          <p:cNvPr id="6" name="Image 0" descr="/home/claude/f4/img/v2/dot_map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dot map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Dot Maps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the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Crowded dots show dense areas, and scattered dots show sparse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gives a good visual impression of the real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Dot Maps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easy to understand, and the number of people can be estimated by counting the dots.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very dense areas, the dots merge into black patches.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Dot Maps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slow to draw, and the dots are hard to place and count accurately.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Choropleth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administrative area (region, division) is shaded according to its density class. The darker the shade, the higher the density.</a:t>
            </a:r>
            <a:endParaRPr lang="en-US" sz="3600" dirty="0"/>
          </a:p>
        </p:txBody>
      </p:sp>
      <p:pic>
        <p:nvPicPr>
          <p:cNvPr id="6" name="Image 0" descr="/home/claude/f4/img/v2/choropleth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choropleth map of density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Choropleth Maps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general patterns and allows quick comparison between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uses data that are easy to obtain for administrative units.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Choropleth Maps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assumes that people are spread evenly inside each area, which is rarely true.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sharp changes at boundaries are misleading, and the choice of classes can change the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Isopleth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Lines called isopleths join places with the same population density. They are drawn like contour lines on a relief map.</a:t>
            </a:r>
            <a:endParaRPr lang="en-US" sz="3600" dirty="0"/>
          </a:p>
        </p:txBody>
      </p:sp>
      <p:pic>
        <p:nvPicPr>
          <p:cNvPr id="6" name="Image 0" descr="/home/claude/f4/img/v2/pop_isopleth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isopleth map of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Isopleth Maps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spaces between the lines are shaded, darker for higher densities.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gradual changes in density and avoids the sharp boundaries of choropleth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Isopleth Maps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can represent density patterns more accurately.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needs a large number of data points to draw the lines accurately.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difficult to draw and to interpret.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Proportional Symbol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Proportional symbol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circle or a square is drawn for each place, and its size is proportional to the population.</a:t>
            </a:r>
            <a:endParaRPr lang="en-US" sz="3600" dirty="0"/>
          </a:p>
        </p:txBody>
      </p:sp>
      <p:pic>
        <p:nvPicPr>
          <p:cNvPr id="6" name="Image 0" descr="/home/claude/f4/img/v2/prop_circl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proportional circles for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Proportional Symbol Maps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Drawing the 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area of each circle represents the population, so the radius is proportional to the square root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D) Proportional Symbol Maps (continued)</a:t>
            </a:r>
            <a:endParaRPr lang="en-US" sz="31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the total population of towns and cities very clearly.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can see at a glance which places have the largest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D) Proportional Symbol Maps (continued)</a:t>
            </a:r>
            <a:endParaRPr lang="en-US" sz="31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Large symbols overlap in crowded areas and make the map hard to read.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does not show how people are distributed inside each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Lorenz Curve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graph that shows the degree of inequality in the distribution of population.</a:t>
            </a:r>
            <a:endParaRPr lang="en-US" sz="3600" dirty="0"/>
          </a:p>
        </p:txBody>
      </p:sp>
      <p:pic>
        <p:nvPicPr>
          <p:cNvPr id="5" name="Image 0" descr="/home/claude/f4/img/v2/lorenz_cmr_big.png">    </p:cNvPr>
          <p:cNvPicPr>
            <a:picLocks noChangeAspect="1"/>
          </p:cNvPicPr>
          <p:nvPr/>
        </p:nvPicPr>
        <p:blipFill>
          <a:blip r:embed="rId1"/>
          <a:stretch>
            <a:fillRect/>
          </a:stretch>
        </p:blipFill>
        <p:spPr>
          <a:xfrm>
            <a:off x="5349240" y="2409394"/>
            <a:ext cx="6659575" cy="3017620"/>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Lorenz curve of the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Lorenz Curve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Areas are ranked from the least to the most dense. The cumulative % of population is plotted against the cumulative % of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Lorenz Curve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 of perfect equality: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straight diagonal line at 45°, where 20 % of the land holds 20 % of the people. It represents a perfectly even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Lorenz Curve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the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real curve always lies below the diagonal. The further it is from the diagonal, the greater the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Lorenz Curve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80 % of the people live on only 20 % of the land, the distribution is very unequal. In Cameroon, the densest 20 % of the land holds about half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Lorenz Curve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Advantages and Disadvantages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measures inequality precisely.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allows comparison between countries or between dates, and it is easy to draw from simple 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Lorenz Curve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Advantages and Disadvantages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does not show where people live on a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needs accurate data and hides differences inside each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Population Density Lapse Rate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Density lapse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decrease of population density as the distance from a central point increases.</a:t>
            </a:r>
            <a:endParaRPr lang="en-US" sz="3600" dirty="0"/>
          </a:p>
        </p:txBody>
      </p:sp>
      <p:pic>
        <p:nvPicPr>
          <p:cNvPr id="5" name="Image 0" descr="/home/claude/f4/img/v2/lapse_exampl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density lapse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Population Density Lapse Rate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Central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usually the Central Business District (CBD) of a city. Density "lapses" (falls) outwards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Population Density Lapse Rate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is plotted on the vertical axis and the distance from the centre on the horizontal axis. The curve slopes downwards, steeply near the centre and gently further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Population Density Lapse Rate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is very high around the Grand Marché. It becomes progressively lower towards the airport and the outskirts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Population Density Lapse Rate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expensive near the centre, so houses are close together and buildings are high. On the outskirts, land is cheaper and plots are larger.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Population Density Lapse Rate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Advantages and Disadvantages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clearly how density changes from the centre to the edge of a 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helps planners to locate services, housing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Population Density Lapse Rate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Advantages and Disadvantages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describes only one city at a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real cities, density does not always fall smoothly, because of new high-density suburbs and slums on the edge.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methods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Dot map, choropleth map, isopleth map and proportional symbol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Lorenz curve far from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unequal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joining places of equal density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Lorenz curve, the straight 45° line is the line of perfect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Population density usually ______ with distance from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choropleth map of the North Region might be misleading, even if the data are correct.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Dot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par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Choropleth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choroplèthe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Isopleth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Proportional symbol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symbole proportionnel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Lorenz curve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Lorenz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 lapse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de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and illustrate at least four methods of mapping population distribution and density. Explain how the Lorenz curve shows the unequal distribution of population. Define and interpret the population density lapse rate. Assess the advantages and disadvantages of each technique.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map population distribution and density and assess each method.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Dot Maps; Choropleth Maps; Isopleth Maps; Proportional Symbol Maps; The Lorenz Curve; Advantages and Disadvantages; The Population Density Lapse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a choropleth map of the North Region might be misleading, even if the data are correct.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sketch map of Cameroon and place dots.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shade four regions with four pencils.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plot cumulative percentages on graph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centre of Garoua and its outskirts.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copy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78</Slides>
  <Notes>78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78</vt:i4>
      </vt:variant>
    </vt:vector>
  </HeadingPairs>
  <TitlesOfParts>
    <vt:vector size="8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2026-09-28T12:46:11Z</dcterms:created>
  <dcterms:modified xsi:type="dcterms:W3CDTF">2026-09-28T12:46:11Z</dcterms:modified>
</cp:coreProperties>
</file>