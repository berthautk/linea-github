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Modifications of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differential growth, replacement level, ageing, urbanisation, internal migration, international migration, push factor, pull factor, brain drain, remittances. At the end, you should be able to do this: learners are able to explain how different growth rates and migration change the distribution of population and to propose solutions to the problems caused.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Distribution and Altitude. The question was: Name one push factor of rural-urban migration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Lack of jobs, poor roads and services, poor harvests or insecurity in rural areas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effects of high population growth on distribution. Number 2: explain the effects of low or declining growth. Number 3: describe regional differences in growth within a country. Number 4: explain how internal and international migration redistribute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are attracted by jobs and services. War pushes people out of an area. Density is very uneven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village of Mayo-Oulo, many young men have left for Garoua, Douala and Yaoundé; only old people and children remain to cultivate the fields. At the same time, new neighbourhoods and informal settlements spread around Garoua, and some young people even try to reach Europe. The village chief asks: "How do population growth and migration change where people live, and what are the consequences?"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chief does not understand how growth and migration change the distribution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young men leave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look for jobs, schools and better living conditions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grows fast, with new neighbourhoods and informal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rural development (roads, schools, water) to reduce excessive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grow and villages empty, and to plan for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growth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has the highest growth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(about 2.4 %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growth and low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problem of a country with very low growth, like Japan.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shortage of workers or high spending on pensions.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push and pull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pull factor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water or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informal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effect of rural exodus on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unemployment, traffic jams and pressure on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migrants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brain drain?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emigration of skilled and educated people to richer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Differential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Replacement level, Push factor and Pull factor.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Brain drain.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High Growth Rates. High growth rates change the distribution of population in the following ways. Copy the point on Cause on the left, then draw the diagram on the right: growth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Urban overcrowding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High Growth Rates. Copy the point on Pressure on resources and the environment: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 or Declining Growth Rates. Low or declining growth rates have the following effects. Copy the point on Cause on the left, then draw the diagram on the right: effects of growth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 or Declining Growth Rates. Copy the point on A shrinking workforce and heavy dependency: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 or Declining Growth Rates. Copy the point on Social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Differences within Countries. Growth differs between regions of the same country as follows. Copy the point on Rural decline: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Urban growth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Internal Migration. Internal migration redistributes population as follows. Copy the point on Meaning on the left, then draw the diagram on the right: push and pull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Push and pull factors on the left, then draw the diagram on the right: a moto-taxi.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migrations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Internal Migration.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International Migration. International migration redistributes population as follows. Copy the point on Meaning on the left, then draw the diagram on the right: migrants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Copy the point on Push and pull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Copy the point on Effects on host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Copy the point on Effects on countries of origin: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rapid population growth on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housing shortages and slums, unemployment, pressure on water, schools and transport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international migration for the country of origin.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remittances; disadvantage: loss of skilled workers (brain drain).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push; number 3,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three main age groups of a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Population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MODIFICATIONS OF POPULATION DISTRIBUTION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Modifications of 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Modifications of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Differential growth, replacement level, ageing, urbanisation, internal migration, international migration, push factor, pull factor, brain drain, remittances.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differential population growth rates on distribution (high growth, low growth, regional differences); migration as a factor of redistribution (internal and international).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different growth rates and migration change the distribution of population and to propose solutions to the problems caused.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Distribution and Altitude):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push factor of rural-urban migration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poor roads and services, poor harvests or insecurity in rural areas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high population growth 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low or declining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regional differences in growth within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internal and international migration redistribute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are attracted by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 pushes people out of an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is very uneven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village of Mayo-Oulo, many young men have left for Garoua, Douala and Yaoundé; only old people and children remain to cultivate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same time, new neighbourhoods and informal settlements spread around Garoua, and some young people even try to reach Europe.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chief asks: "How do population growth and migration change where people live, and what are the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chief does not understand how growth and migration change the distribution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young men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look for jobs, schools and better living conditions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fast, with new neighbourhoods and informal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rural development (roads, schools, water) to reduce excessive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grow and villages empty, and to plan for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highest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(about 2.4 %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rowth_effec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growth and low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a country with very low growth, like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shortage of workers or high spending on pensions.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push_pull.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Push and pull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pull factor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water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of rural exodus 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unemployment, traffic jams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emigration of skilled and educated people to richer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population growth rates between countries or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Replacement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fertility (about 2.1 children per woman) needed for a population to replace itself.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condition that forces people to leave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condition that attracts people to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Brain drain: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emigration of skilled and educated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High Growth Rates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High growth rates change the distribution of population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Birth rates stay high while death rates fall, as in Niger, Nigeria and Ethiopia. The population of these countries therefore grows fast and their share of the world population increases.</a:t>
            </a:r>
            <a:endParaRPr lang="en-US" sz="2800" dirty="0"/>
          </a:p>
        </p:txBody>
      </p:sp>
      <p:pic>
        <p:nvPicPr>
          <p:cNvPr id="6" name="Image 0" descr="/home/claude/f4/img/v2/growth_rates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High Growth Rates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 overcrowding: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Cities grow very fast, with housing shortages, slums and pressure on roads, water and schools. Much of the new population concentrates in towns.</a:t>
            </a:r>
            <a:endParaRPr lang="en-US" sz="3600" dirty="0"/>
          </a:p>
        </p:txBody>
      </p:sp>
      <p:pic>
        <p:nvPicPr>
          <p:cNvPr id="6" name="Image 0" descr="/home/claude/f4/img/v2/usa_slum.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High Growth Rates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resources and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demand for food, water, land and health care becomes greater than what is available. Forests are cleared for farming, and pollution and waste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Low or declining growth rates have the following effects: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Fertility falls below the replacement level and people live longer, as in Japan, Germany and Italy. The population of these countries grows slowly or falls, and their share of the world population decreases.</a:t>
            </a:r>
            <a:endParaRPr lang="en-US" sz="2800" dirty="0"/>
          </a:p>
        </p:txBody>
      </p:sp>
      <p:pic>
        <p:nvPicPr>
          <p:cNvPr id="6" name="Image 0" descr="/home/claude/f4/img/v2/pop2_growth_effect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effects of growth 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shrinking workforce and heavy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workers, which slows economic growth. A growing number of old people must be supported by fewer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struggle to pay pensions and health care for the old. In rural areas, villages and schools close as people leave or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Growth differs between regions of the same country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Rural decline: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Rural areas grow slowly or lose population as young people leave, as in many villages of the West and North of Cameroon. Labour shortages then reduce farm output and local development.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Douala, Yaoundé and Garoua grow fast through natural increase and migration. They need more housing, transport, water and jobs.</a:t>
            </a:r>
            <a:endParaRPr lang="en-US" sz="3600" dirty="0"/>
          </a:p>
        </p:txBody>
      </p:sp>
      <p:pic>
        <p:nvPicPr>
          <p:cNvPr id="6"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Internal migration redistributes population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Internal migration is movement within a country, mostly from villages to towns, called rural exodus. It moves people from rural to urban areas and from poor to rich regions.</a:t>
            </a:r>
            <a:endParaRPr lang="en-US" sz="3200" dirty="0"/>
          </a:p>
        </p:txBody>
      </p:sp>
      <p:pic>
        <p:nvPicPr>
          <p:cNvPr id="6" name="Image 0" descr="/home/claude/f4/img/v2/pop2_push_pull.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push and pull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Push and pull factors: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Lack of jobs, poor roads and services, poor harvests and insecurity drive people out of villages. Towns attract them with jobs, better pay, schools, hospitals, water and electricity.</a:t>
            </a:r>
            <a:endParaRPr lang="en-US" sz="3400" dirty="0"/>
          </a:p>
        </p:txBody>
      </p:sp>
      <p:pic>
        <p:nvPicPr>
          <p:cNvPr id="6" name="Image 0" descr="/home/claude/f4/img/v2/f2t_moto_taxi.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moto-taxi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People move from the West, the North-West and the Far North to Douala and Yaoundé. The crises in the Far North, North-West and South-West have also pushed people towards safer towns.</a:t>
            </a:r>
            <a:endParaRPr lang="en-US" sz="3400" dirty="0"/>
          </a:p>
        </p:txBody>
      </p:sp>
      <p:pic>
        <p:nvPicPr>
          <p:cNvPr id="6" name="Image 0" descr="/home/claude/f4/img/v2/cmr_migration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Internal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quickly and suffer from slums, traffic jams and unemployment. Villages lose their young workers and become populated mainly by children and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International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International migration redistributes population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International migration is movement from one country to another, for example from sub-Saharan Africa to Europe or North America. It increases the population of receiving countries and reduces that of sending countries.</a:t>
            </a:r>
            <a:endParaRPr lang="en-US" sz="2800" dirty="0"/>
          </a:p>
        </p:txBody>
      </p:sp>
      <p:pic>
        <p:nvPicPr>
          <p:cNvPr id="6" name="Image 0" descr="/home/claude/f4/img/v2/usa_boat.jpg">    </p:cNvPr>
          <p:cNvPicPr>
            <a:picLocks noChangeAspect="1"/>
          </p:cNvPicPr>
          <p:nvPr/>
        </p:nvPicPr>
        <p:blipFill>
          <a:blip r:embed="rId1"/>
          <a:stretch>
            <a:fillRect/>
          </a:stretch>
        </p:blipFill>
        <p:spPr>
          <a:xfrm>
            <a:off x="6537960" y="2399472"/>
            <a:ext cx="5470855" cy="3037464"/>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and 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poverty, unemployment and environmental problems force people to leave. Stable economies, higher wages and better living conditions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host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fill labour shortages and contribute to economic growth. However, they may put pressure on services and cause social tensions.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countries of 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of origin lose skilled workers, which is called brain drain. On the other hand, they receive remittances that support families and investments.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rapid population growth 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Housing shortages and slums, unemployment, pressure on water, schools and transport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international migration for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remittances; disadvantage: loss of skilled workers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people from villages to towns is called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jobs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three main age groups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Modifications of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high population growth on distribution. Explain the effects of low or declining growth. Describe regional differences in growth within a country. Explain how internal and international migration redistribute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different growth rates and migration change the distribution of population and to propose solutions to the problems caused.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High Growth Rates; Low or Declining Growth Rates; Regional Differences within Countries; Internal Migration; International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three main age groups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growth rates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crowded neighbourhood.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doctors who work abroad.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(Urban growth):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(Push and pull factors): “Cameroon - UN Women's Gender Road Project” by UN Women Gallery, CC BY-NC-ND 2.0, via Flickr (https://www.flickr.com/photos/51431730@N04/47586053052)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2026-09-29T11:34:36Z</dcterms:created>
  <dcterms:modified xsi:type="dcterms:W3CDTF">2026-09-29T11:34:36Z</dcterms:modified>
</cp:coreProperties>
</file>