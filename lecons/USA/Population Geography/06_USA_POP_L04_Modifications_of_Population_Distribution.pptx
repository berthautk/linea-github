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Modifications of Population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differential growth, replacement level, ageing, urbanisation, internal migration, international migration, push factor, pull factor, brain drain, remittances. At the end, you should be able to do this: learners are able to explain how different growth rates and migration change the distribution of population and to propose solutions to the problems caused.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Population Distribution and Altitude. The question was: Name one push factor of rural-urban migration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Lack of jobs, poor roads and services, poor harvests or insecurity in rural areas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effects of high population growth on distribution. Number 2: explain the effects of low or declining growth. Number 3: describe regional differences in growth within a country. Number 4: explain how internal and international migration redistribute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are attracted by jobs and services. War pushes people out of an area. Density is very uneven in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village of Mayo-Oulo, many young men have left for Garoua, Douala and Yaoundé; only old people and children remain to cultivate the fields. At the same time, new neighbourhoods and informal settlements spread around Garoua, and some young people even try to reach Europe. The village chief asks: "How do population growth and migration change where people live, and what are the consequences?"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chief does not understand how growth and migration change the distribution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young men leave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look for jobs, schools and better living conditions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grows fast, with new neighbourhoods and informal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rural development (roads, schools, water) to reduce excessive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towns grow and villages empty, and to plan for these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growth rates by continent.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continent has the highest growth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(about 2.4 %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growth and low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problem of a country with very low growth, like Japan.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shortage of workers or high spending on pensions.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push and pull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pull factor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schools, hospitals, water or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informal settlement.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effect of rural exodus on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Slums, unemployment, traffic jams and pressure on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migrants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brain drain?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emigration of skilled and educated people to richer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Differential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Replacement level, Push factor and Pull factor.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Brain drain.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High Growth Rates. High growth rates change population distribution in the following ways. Copy the point on Cause on the left, then draw the diagram on the right: growth rates by continent.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Urban overcrowding on the left, then draw the diagram on the right: an informal settlement.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High Growth Rates. On this slide we have Pressure on resources and Environmental damage.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Low or Declining Growth Rates. Low or declining growth rates have the following effects. Copy the point on Cause on the left, then draw the diagram on the right: high and low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 or Declining Growth Rates. On this slide we have Shrinking workforce and Heavy dependency.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 or Declining Growth Rates. On this slide we have Social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Regional Differences within Countries. Growth differs between regions of the same country as follows. On this slide we have Rural decline.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Urban growth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Regional Differences within Countries. On this slide we have Effects on rural areas and Effects on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Internal Migration. Internal migration redistributes population as follows. Copy the point on Meaning on the left, then draw the diagram on the right: push and pull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Internal Migration. On this slide we have Push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Pull factors on the left, then draw the diagram on the right: town jobs: moto-taxi.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migration flows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Internal Migration.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International Migration. International migration redistributes population as follows. Copy the point on Meaning on the left, then draw the diagram on the right: migrants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On this slide we have Push factors and Pull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On this slide we have Effects on host countries.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On this slide we have Effects on countries of origin.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effects of rapid population growth on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housing shortages and slums, unemployment, pressure on water, schools and transport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international migration for the country of origin.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remittances; disadvantage: loss of skilled workers (brain drain).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push; number 3, remittances.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three main age groups of a population.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Population Structure.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MODIFICATIONS OF POPULATION DISTRIBUTION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Modifications of Population Distribution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Modifications of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Differential growth, replacement level, ageing, urbanisation, internal migration, international migration, push factor, pull factor, brain drain, remittances.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Effects of differential population growth rates on distribution (high growth, low growth, regional differences); migration as a factor of redistribution (internal and international).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different growth rates and migration change the distribution of population and to propose solutions to the problems caused.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Population Distribution and Altitude):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push factor of rural-urban migration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poor roads and services, poor harvests or insecurity in rural areas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high population growth on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low or declining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regional differences in growth within a country.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internal and international migration redistribute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are attracted by jobs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 pushes people out of an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is very uneven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village of Mayo-Oulo, many young men have left for Garoua, Douala and Yaoundé; only old people and children remain to cultivate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same time, new neighbourhoods and informal settlements spread around Garoua, and some young people even try to reach Europe.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chief asks: "How do population growth and migration change where people live, and what are the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chief does not understand how growth and migration change the distribution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young men leave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look for jobs, schools and better living conditions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fast, with new neighbourhoods and informal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rural development (roads, schools, water) to reduce excessive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towns grow and villages empty, and to plan for these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rates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has the highest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(about 2.4 %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growth_effec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growth and low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of a country with very low growth, like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shortage of workers or high spending on pensions.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2_push_pull.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Push and pull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pull factor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water 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informal settlement.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 of rural exodus on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unemployment, traffic jams and pressure 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oat.jpg">    </p:cNvPr>
          <p:cNvPicPr>
            <a:picLocks noChangeAspect="1"/>
          </p:cNvPicPr>
          <p:nvPr/>
        </p:nvPicPr>
        <p:blipFill>
          <a:blip r:embed="rId1"/>
          <a:stretch>
            <a:fillRect/>
          </a:stretch>
        </p:blipFill>
        <p:spPr>
          <a:xfrm>
            <a:off x="2250221" y="1783080"/>
            <a:ext cx="76912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brain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emigration of skilled and educated people to richer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Modifications of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Differential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in population growth rates between countries or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Replacement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fertility (about 2.1 children per woman) needed for a population to replace itself.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condition that forces people to leave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condition that attracts people to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Brain drain: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emigration of skilled and educated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High Growth Rates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High growth rates change population distribution in the following ways: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Birth rates stay high while death rates fall, as in Niger, Nigeria and Ethiopia.</a:t>
            </a:r>
            <a:endParaRPr lang="en-US" sz="3400" dirty="0"/>
          </a:p>
        </p:txBody>
      </p:sp>
      <p:pic>
        <p:nvPicPr>
          <p:cNvPr id="6" name="Image 0" descr="/home/claude/f4/img/v2/growth_rates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growth rates by continent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High Growth Rates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Urban overcrowding: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Cities grow very fast, with housing shortages, slums and pressure on roads, water and schools.</a:t>
            </a:r>
            <a:endParaRPr lang="en-US" sz="3600" dirty="0"/>
          </a:p>
        </p:txBody>
      </p:sp>
      <p:pic>
        <p:nvPicPr>
          <p:cNvPr id="6"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informal settlement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High Growth Rates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on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Demand for food, water, land and health care exceeds what is available.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cleared, and water and air pollution and waste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Low or Declining Growth Rates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Low or declining growth rates have the following effects: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Fertility falls below the replacement level and people live longer, as in Japan, Germany and Italy.</a:t>
            </a:r>
            <a:endParaRPr lang="en-US" sz="3200" dirty="0"/>
          </a:p>
        </p:txBody>
      </p:sp>
      <p:pic>
        <p:nvPicPr>
          <p:cNvPr id="6" name="Image 0" descr="/home/claude/f4/img/v2/pop2_growth_effects.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and low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Low or Declining Growth Rates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Shrinking workforce: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fewer workers, which slows economic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Heavy 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growing number of old people must be supported by fewer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Low or Declining Growth Rates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struggle to pay pensions and health care, and villages and schools close.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Regional Differences within Countries</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Growth differs between regions of the same country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decline: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areas grow slowly or lose population as young people leave, as in many villages of the West and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Regional Differences within Countries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Urban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such as Douala, Yaoundé and Garoua grow fast through natural increase and migration.</a:t>
            </a:r>
            <a:endParaRPr lang="en-US" sz="3600" dirty="0"/>
          </a:p>
        </p:txBody>
      </p:sp>
      <p:pic>
        <p:nvPicPr>
          <p:cNvPr id="6"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Regional Differences within Countries</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rural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shortages reduce farm output and local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need more housing, transport, water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Internal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Internal migration redistributes population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movement within a country, mostly from villages to towns (rural exodus).</a:t>
            </a:r>
            <a:endParaRPr lang="en-US" sz="3600" dirty="0"/>
          </a:p>
        </p:txBody>
      </p:sp>
      <p:pic>
        <p:nvPicPr>
          <p:cNvPr id="6" name="Image 0" descr="/home/claude/f4/img/v2/pop2_push_pull.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push and pull factors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Internal Migration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poor roads and services, poor harvests and insecurity drive people out of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Internal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offer jobs, better pay, schools, hospitals, water and electricity.</a:t>
            </a:r>
            <a:endParaRPr lang="en-US" sz="3600" dirty="0"/>
          </a:p>
        </p:txBody>
      </p:sp>
      <p:pic>
        <p:nvPicPr>
          <p:cNvPr id="6"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town jobs: moto-taxi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Internal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People move from the West, the North-West and the Far North to Douala and Yaoundé, and crisis areas push people towards safer towns.</a:t>
            </a:r>
            <a:endParaRPr lang="en-US" sz="3400" dirty="0"/>
          </a:p>
        </p:txBody>
      </p:sp>
      <p:pic>
        <p:nvPicPr>
          <p:cNvPr id="6" name="Image 0" descr="/home/claude/f4/img/v2/cmr_migration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migration flows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Internal Migration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suffer from slums, traffic jams and unemployment, while villages lose their young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International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International migration redistributes population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is movement from one country to another, for example from sub-Saharan Africa to Europe or North America.</a:t>
            </a:r>
            <a:endParaRPr lang="en-US" sz="3200" dirty="0"/>
          </a:p>
        </p:txBody>
      </p:sp>
      <p:pic>
        <p:nvPicPr>
          <p:cNvPr id="6" name="Image 0" descr="/home/claude/f4/img/v2/usa_boat.jpg">    </p:cNvPr>
          <p:cNvPicPr>
            <a:picLocks noChangeAspect="1"/>
          </p:cNvPicPr>
          <p:nvPr/>
        </p:nvPicPr>
        <p:blipFill>
          <a:blip r:embed="rId1"/>
          <a:stretch>
            <a:fillRect/>
          </a:stretch>
        </p:blipFill>
        <p:spPr>
          <a:xfrm>
            <a:off x="5349240" y="2069478"/>
            <a:ext cx="6659575" cy="3697452"/>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migrants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International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 poverty, unemployment and environmental problems force people to leave.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Stable economies, higher wages and better living conditions attract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International Migration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host countries: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Migrants fill labour shortages and contribute to growth.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may put pressure on services and cause social tensions.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International Migration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countries of origin: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lose skilled workers (brain drain).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receive remittances that support families and investments.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rapid population growth on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Housing shortages and slums, unemployment, pressure on water, schools and transport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international migration for the country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remittances; disadvantage: loss of skilled workers (brain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people from villages to towns is called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Lack of jobs in villages is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sent home by migrants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three main age groups of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Push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répulsif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Pull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attractif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Remittances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transferts de fonds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Modifications of Population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effects of high population growth on distribution. Explain the effects of low or declining growth. Describe regional differences in growth within a country. Explain how internal and international migration redistribute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different growth rates and migration change the distribution of population and to propose solutions to the problems caused.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High Growth Rates; Low or Declining Growth Rates; Regional Differences within Countries; Internal Migration; International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three main age groups of a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growth rates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Niger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crowded neighbourhood.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doctors who work abroad.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sailor from HMS BULWARK hands out water to rescued individuals on a ” by Royal Navy Media Archive, CC BY-NC 2.0, via Flickr (https://www.flickr.com/photos/69974959@N03/17374754690)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(Urban growth):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(Pull factors): “Cameroon - UN Women's Gender Road Project” by UN Women Gallery, CC BY-NC-ND 2.0, via Flickr (https://www.flickr.com/photos/51431730@N04/47586053052)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2026-09-28T21:55:12Z</dcterms:created>
  <dcterms:modified xsi:type="dcterms:W3CDTF">2026-09-28T21:55:12Z</dcterms:modified>
</cp:coreProperties>
</file>