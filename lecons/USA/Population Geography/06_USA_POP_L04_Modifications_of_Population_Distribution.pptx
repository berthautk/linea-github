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Modifications of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differential growth, replacement level, ageing, urbanisation, internal migration, international migration, push factor, pull factor, brain drain, remittances. At the end, you should be able to do this: learners are able to explain how different growth rates and migration change the distribution of population and to propose solutions to the problems caused.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Distribution and Altitude. The question was: Name one push factor of rural-urban migration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Lack of jobs, poor roads and services, poor harvests or insecurity in rural areas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effects of high population growth on distribution. Number 2: explain the effects of low or declining growth. Number 3: describe regional differences in growth within a country. Number 4: explain how internal and international migration redistribute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are attracted by jobs and services. War pushes people out of an area. Density is very uneven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village of Mayo-Oulo, many young men have left for Garoua, Douala and Yaoundé; only old people and children remain to cultivate the fields. At the same time, new neighbourhoods and informal settlements spread around Garoua, and some young people even try to reach Europe. The village chief asks: "How do population growth and migration change where people live, and what are the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chief does not understand how growth and migration change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young men leave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look for jobs, schools and better living conditions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fast, with new neighbourhoods and informal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rural development (roads, schools, water) to reduce excessive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grow and villages empty, and to plan for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has the highest growth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(about 2.4 %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growth and low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problem of a country with very low growth, like Japan.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shortage of workers or high spending on pensions.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push and pull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pull factor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water or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effect of rural exodus on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unemployment, traffic jams and pressure 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brain drain?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emigration of skilled and educated people to richer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Differential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Replacement level, Push factor and Pull factor.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 Growth Rates. High growth rates change population distribution in the following ways. Copy the point on Cause on the left, then draw the diagram on the right: growth rates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overcrowding on the left, then draw the diagram on the right: an informal settlement.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 Growth Rates. On this slide we have Pressure on resources and Environmental damage.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 or Declining Growth Rates. Low or declining growth rates have the following effects. Copy the point on Cause on the left, then draw the diagram on the right: high and low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On this slide we have Shrinking workforce and Heavy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On this slide we have Social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Differences within Countries. Growth differs between regions of the same country as follows. On this slide we have Rural decline.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growth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Differences within Countries. On this slide we have Effects on rural areas and Effects on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Internal Migration. Internal migration redistributes population as follows. Copy the point on Meaning on the left, then draw the diagram on the right: push and pull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Internal Migration. On this slide we have Push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Pull factors on the left, then draw the diagram on the right: town jobs: moto-taxi.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Internal Migration.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Migration. International migration redistributes population as follows. Copy the point on Meaning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Push factors and Pull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Effects on host countries.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Effects on countries of origin.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rapid population growth on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housing shortages and slums, unemployment, pressure on water, schools and transport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international migration for the country of origin.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remittances; disadvantage: loss of skilled workers (brain drain).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push;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three main age groups of a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Population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MODIFICATIONS OF POPULATION DISTRIBUTION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Modifications of 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Modifications of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Differential growth, replacement level, ageing, urbanisation, internal migration, international migration, push factor, pull factor, brain drain, remittances.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differential population growth rates on distribution (high growth, low growth, regional differences); migration as a factor of redistribution (internal and international).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Distribution and Altitude):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poor roads and services, poor harvests or insecurity in rural areas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high population growth 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low or declining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regional differences in growth within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internal and international migration redistribute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are attracted by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 pushes people out of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very uneven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village of Mayo-Oulo, many young men have left for Garoua, Douala and Yaoundé; only old people and children remain to cultivate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time, new neighbourhoods and informal settlements spread around Garoua, and some young people even try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chief asks: "How do population growth and migration change where people live, and 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chief does not understand how growth and migration change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young men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look for jobs, schools and better living conditions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fast, with new neighbourhoods and informal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rural development (roads, schools, water) to reduce excessive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grow and villages empty, and to plan for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highest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(about 2.4 %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rowth_effec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growth and low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a country with very low growth, like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shortage of workers or high spending on pensions.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push_pul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Push and pull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pull factor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water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rural exodus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unemployment, traffic jams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emigration of skilled and educated people to richer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population growth rates between countries or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Replacement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fertility (about 2.1 children per woman) needed for a population to replace itself.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forces people to leave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attracts people to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emigration of skilled and educated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High growth rates change population distribution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Birth rates stay high while death rates fall, as in Niger, Nigeria and Ethiopia.</a:t>
            </a:r>
            <a:endParaRPr lang="en-US" sz="3400" dirty="0"/>
          </a:p>
        </p:txBody>
      </p:sp>
      <p:pic>
        <p:nvPicPr>
          <p:cNvPr id="6" name="Image 0" descr="/home/claude/f4/img/v2/growth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rates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Cities grow very fast, with housing shortages, slums and pressure on roads, water and schools.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informal settlement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High Growth Rates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for food, water, land and health care exceeds what is available.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and water and air pollution and waste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Low or declining growth rates have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Fertility falls below the replacement level and people live longer, as in Japan, Germany and Italy.</a:t>
            </a:r>
            <a:endParaRPr lang="en-US" sz="3200" dirty="0"/>
          </a:p>
        </p:txBody>
      </p:sp>
      <p:pic>
        <p:nvPicPr>
          <p:cNvPr id="6" name="Image 0" descr="/home/claude/f4/img/v2/pop2_growth_effect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and low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Shrinking workforce: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workers, which slows economic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growing number of old people must be supported by fewer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Low or Declining Growth Rates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struggle to pay pensions and health care, and villages and schools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Growth differs between regions of the same country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decline: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areas grow slowly or lose population as young people leave, as in many villages of the West and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Douala, Yaoundé and Garoua grow fast through natural increase and migration.</a:t>
            </a:r>
            <a:endParaRPr lang="en-US" sz="3600" dirty="0"/>
          </a:p>
        </p:txBody>
      </p:sp>
      <p:pic>
        <p:nvPicPr>
          <p:cNvPr id="6"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rural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reduce farm output and local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need more housing, transport, water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Internal migration redistributes population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movement within a country, mostly from villages to towns (rural exodus).</a:t>
            </a:r>
            <a:endParaRPr lang="en-US" sz="3600" dirty="0"/>
          </a:p>
        </p:txBody>
      </p:sp>
      <p:pic>
        <p:nvPicPr>
          <p:cNvPr id="6" name="Image 0" descr="/home/claude/f4/img/v2/pop2_push_pull.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push and pull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Internal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poor roads and services, poor harvests and insecurity drive people out of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better pay, schools, hospitals, water and electricity.</a:t>
            </a:r>
            <a:endParaRPr lang="en-US" sz="3600" dirty="0"/>
          </a:p>
        </p:txBody>
      </p:sp>
      <p:pic>
        <p:nvPicPr>
          <p:cNvPr id="6"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 jobs: moto-taxi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People move from the West, the North-West and the Far North to Douala and Yaoundé, and crisis areas push people towards safer towns.</a:t>
            </a:r>
            <a:endParaRPr lang="en-US" sz="34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Internal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suffer from slums, traffic jams and unemployment, while villages lose their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International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International migration redistributes population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movement from one country to another, for example from sub-Saharan Africa to Europe or North America.</a:t>
            </a:r>
            <a:endParaRPr lang="en-US" sz="3200" dirty="0"/>
          </a:p>
        </p:txBody>
      </p:sp>
      <p:pic>
        <p:nvPicPr>
          <p:cNvPr id="6" name="Image 0" descr="/home/claude/f4/img/v2/usa_boat.jpg">    </p:cNvPr>
          <p:cNvPicPr>
            <a:picLocks noChangeAspect="1"/>
          </p:cNvPicPr>
          <p:nvPr/>
        </p:nvPicPr>
        <p:blipFill>
          <a:blip r:embed="rId1"/>
          <a:stretch>
            <a:fillRect/>
          </a:stretch>
        </p:blipFill>
        <p:spPr>
          <a:xfrm>
            <a:off x="5349240" y="2069478"/>
            <a:ext cx="6659575" cy="3697452"/>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poverty, unemployment and environmental problems force people to leave.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economies, higher wages and better living conditions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host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Migrants fill labour shortages and contribute to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may put pressure on services and cause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countries of origin: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lose skilled workers (brain drain).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receive remittances that support families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rapid population growth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Housing shortages and slums, unemployment, pressure on water, schools and transport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international 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remittances; disadvantage: loss of skilled workers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people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jobs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Modifications of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high population growth on distribution. Explain the effects of low or declining growth. Describe regional differences in growth within a country. Explain how internal and international migration redistribute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 Growth Rates; Low or Declining Growth Rates; Regional Differences within Countries; Internal Migration; International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three main age groups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growth rates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crowded neighbourhood.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doctors who work abroad.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(Urban growth):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(Pull factors): “Cameroon - UN Women's Gender Road Project” by UN Women Gallery, CC BY-NC-ND 2.0, via Flickr (https://www.flickr.com/photos/51431730@N04/47586053052)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2026-09-29T03:12:59Z</dcterms:created>
  <dcterms:modified xsi:type="dcterms:W3CDTF">2026-09-29T03:12:59Z</dcterms:modified>
</cp:coreProperties>
</file>