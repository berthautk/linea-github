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Factors of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fertility factors, mortality factors, family planning, infant mortality, female education. At the end, you should be able to do this: learners are able to explain the factors that raise or lower birth and death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Calculating Demographic Indices. The question was: Find Cameroon's birth and death rates and calculate its natural increase and doubling time.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(approximate): CBR 35‰, CDR 9‰; natural increase = (35 − 9) ÷ 10 = 2.6 %; doubling time = 70 ÷ 2.6 ≈ 27 years.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factors of high and low fertility. Number 2: explain the factors of falling mortality. Number 3: compare these factors in MEDCs and LEDCs.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Births, deaths and migration change population. Africa has high birth rates.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Maroua, a mother has eight children. Her daughter, a teacher in Yaoundé, plans to have three. Learners ask why family size changes between generations.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Family size falls from mother to daughter.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changed for the daughter?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Education, a job and life in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lowers family size?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Family planning and falling child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promote education and health to manage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birth and death rates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factors of high fertility and falling mortality.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factors of high fertility.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 and children as labour (also religion, little family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education of girls lower birth rates?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women marry later, work and choose smaller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family farm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farming families often want many children?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Children help on the farm and support parents in old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baby being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vaccines and clean water reduce death rates?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prevent infectious diseases like measles and cholera.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doctor examining a patient.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infant mortality still high in some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Few doctors, poverty, malaria and poor nutrition.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Factors of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Fertility. Fertility is influenced by the following factors. On this slide we have Social and cultural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Fertility.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Fertility. On this slide we have Health and policy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Mortality. Mortality is influenced by the following factors. On this slide we have Health and hygiene.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Mortality. On this slide we have Food and income and Wars and disasters.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Differences. These factors explain regional differences. On this slide we have Africa and Europe and East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factors of high fertility.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marriage, children as labour, low education of women (also religion, high infant mortality).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factors of falling mortality.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vaccines, clean water, better food (also hospitals, medicines).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mortality; number 2, lowers;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number of children in your grandparents' and parents' families and explain the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Modern Demographic Explosion and Population Policies.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FACTORS OF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 Factors of Population Growth</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Factors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Fertility factors, mortality factors, family planning, infant mortality, female education.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How factors influence fertility, mortality and migration in various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factors that raise or lower birth and death rates.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Calculating Demographic Indices):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Cameroon's birth and death rates and calculate its natural increase and doubling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(approximate): CBR 35‰, CDR 9‰; natural increase = (35 − 9) ÷ 10 = 2.6 %; doubling time = 70 ÷ 2.6 ≈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high and low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falling mortality.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these factors in MEDCs and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deaths and migration change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has high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Maroua, a mother has eight children. Her daughter, a teacher in Yaoundé, plans to have three. Learners ask why family size changes between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size falls from mother to daughter.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changed for the daughter?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 job and life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lowers family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planning and falling child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Promote education and health to manage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birth and death rates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high fertility and falling mortality.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high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and children as labour (also religion, little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EDUCATION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EDUCATION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education of girls lower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EDUCATION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women marry later, work and choose smaller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Family farm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farming families often want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Children help on the farm and support parents in old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baby being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and clean water reduce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prevent infectious diseases like measles and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examining a patient.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infant mortality still high in some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doctors, poverty, malaria and poor nutrition.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social, economic, cultural and political conditions that influence fertility, mortality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Influencing Fertility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is influenced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cultural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polygamy, religion and the value placed on large families raise fertility. Education of girls delays marriage and lowers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Influencing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farming societies children are a source of labour and security in old age. In towns and rich countries, children are costly, so families are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Influencing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and policy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 to contraception and family planning lowers fertility. High infant mortality pushes parents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Influencing Fertility</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Mortality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Mortality is influenced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and hygiene: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clean water, sanitation and hospitals reduce deaths. Diseases such as malaria and HIV still kill many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Mortality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and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nutrition and higher incomes increase life expectancy. Famine and poverty increase deaths.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Wars and disasters: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Conflicts, accidents and natural disasters increase mortality. They explain high death rates in some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Regional Differences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factors explain regional differences: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fertility and falling mortality give the fastest growth. Education and urbanisation are slowly lowering fertility.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Europe and East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fertility and long life expectancy give slow growth and ageing. Some countries depend on immigration.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high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children as labour, low education of women (also religion, high infant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falling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clean water, better food (also hospitals,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Deaths of babies under one year are infant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Educating girls ______ birth rates.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 ______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number of children in your grandparents' and parents' families and explain the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Infant mortality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mortalité infantile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Contraception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contraception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Education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L'éducation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Marriage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factors of high and low fertility. Explain the factors of falling mortality. Compare these factors in MEDCs and LEDCs.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factors that raise or lower birth and death rates.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Factors Influencing Fertility; Factors Influencing Mortality; Regional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number of children in your grandparents' and parents' families and explain the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girls' schooling.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rural families.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childhood vaccines.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health centres.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2026-09-27T09:41:49Z</dcterms:created>
  <dcterms:modified xsi:type="dcterms:W3CDTF">2026-09-27T09:41:49Z</dcterms:modified>
</cp:coreProperties>
</file>