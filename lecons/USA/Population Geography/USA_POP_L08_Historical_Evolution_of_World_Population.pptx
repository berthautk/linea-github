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8: Historical Evolution of World Population.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J-curve.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inventions of the 1800s.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diseases now prevented.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two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birth 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J 2. Industrial 3. Africa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POPULATION GEOGRAPHY  —  LESSON 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Evolution of World Population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4: Understanding and managing population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Change over Time (Population Growth)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World's Population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Historical Evolution of World Population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growth, Industrial Revolution, J-curve, MEDCs, LEDCs.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trends before and after the Industrial Revolution; regional trends (slow in MEDCs, fast in LEDCs).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growth of world population over time.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world population growth over time.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 of the Industrial Revolution.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growth in MEDCs and LEDCs.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population is about 8 billion.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 grows fastest today.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took all of human history until 1800 for the world to reach 1 billion people, but only 12 years to go from 7 to 8 billion. Learners wonder what changed.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growth has become very fast.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event started the fast growth?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Industrial Revolution.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growth fastest today?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LEDCs, especially Africa.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and why world population grew so fast.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GLOBAL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world_growt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World population from year 1 to today.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GLOBAL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did world population reach 1 billion? When did it reach 8 billion?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GLOBAL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1800; in 2022.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INDUSTRIAL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s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steam locomotive of the industrial age.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INDUSTRIAL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did the Industrial Revolution increase population?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INDUSTRIAL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More food, better transport, jobs and later better health.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INDUSTRIAL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vacc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child being vaccinated.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INDUSTRIAL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death rates fall in the 20th century?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INDUSTRIAL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Vaccines, medicines, clean water and better food.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REGIONAL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regional_growt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of MEDCs and LEDCs, 1950–2050.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REGIONAL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growth of MEDCs and LEDCs since 1950.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REGIONAL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MEDCs grow slowly; LEDCs grow fast.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REGIONAL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growth_r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Growth rates by continent.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REGIONAL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Africa grow faster than Europe?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REGIONAL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birth rates and falling death rates.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Historical Evolution of World Population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Population Change over Time (Population Growth)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World's Population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8: Historical Evolution of World Population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growth: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increase in the number of people in an area over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J-curve: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graph that shows slow growth followed by very fast growth.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 Revolution: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to machine production that began in Britain around 1760.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Global Trends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Before 1750: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grew very slowly because of high death rates. Famine, war and disease killed many people.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After the Industrial Revolution: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Food, transport and medicine improved, and death rates fell. The world reached 1 billion around 1800 and 2 billion in 1927.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Global Trends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Since 1950: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Growth became explosive, with 8 billion people in 2022. Growth is now slowing.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Regional Trends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MEDCs: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grew fast in the 1800s but now grow slowly or decline. Birth rates are low.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LEDCs: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grew fast after 1950 as death rates fell while birth rates stayed high. Africa grows fastest today.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Regional Trends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Reasons: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Differences in health, education, income and culture explain the rates. Women's education lowers birth rates.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Regional Trends (3/3)</a:t>
            </a:r>
            <a:endParaRPr lang="en-US" sz="3600" dirty="0"/>
          </a:p>
        </p:txBody>
      </p:sp>
      <p:pic>
        <p:nvPicPr>
          <p:cNvPr id="13" name="Image 0" descr="/home/claude/f4/img/v2/world_growt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J-curve.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did the world reach 1 and 8 billion people?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1800 and 2022.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LEDCs grow faster than MEDCs?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Birth rates stay high while death rates have fallen.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growth curve of world population is a ______-curve.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 growth began after the ______ Revolution.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Today the fastest growth is in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timeline of world population from 1800 to 2022.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9: Population Growth.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croissance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milliard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révolution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Vaccine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vaccin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tendance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Century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siècle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Change over Time (Population Growth)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Historical Evolution of World Population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world population growth over time. Explain the effect of the Industrial Revolution. Compare growth in MEDCs and LEDCs.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growth of world population over time.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Population growth, J-curve, Industrial Revolution; II. Global Trends: Before 1750, After the Industrial Revolution, Since 1950; III. Regional Trends: MEDCs, LEDCs, Reasons.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timeline of world population from 1800 to 2022.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4 (Population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“Lowell Massachusetts - Boston &amp; Maine Railroad - Steam Engine - Monoch” by Onasill - Bill Badzo - 149 Million Views - Thank Y, CC BY-NC-SA 2.0, via Flickr (https://www.flickr.com/photos/7156765@N05/51797580418)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“Isatu gets a vaccination for her 5 week old son” by World Bank Photo Collection, CC BY-NC-ND 2.0, via Flickr (https://www.flickr.com/photos/10816734@N03/26372818523)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2026-09-26T18:49:33Z</dcterms:created>
  <dcterms:modified xsi:type="dcterms:W3CDTF">2026-09-26T18:49:33Z</dcterms:modified>
</cp:coreProperties>
</file>