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Modern Demographic Explosion and Population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explosion, Green Revolution, pro-natalist policy, anti-natalist policy, one-child policy, migration laws, points-based system. At the end, you should be able to do this: learners are able to explain the causes and consequences of rapid population growth and to evaluate population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Factors of Population Growth. The question was: Define a pro-natalist policy.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pro-natalist policy is a government policy that encourages people to have more children.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the demographic explosion. Number 2: explain its causes. Number 3: explain its positive and negative consequences. Number 4: describe pro-natalist and anti-natalist policies with examples. Number 5: describe restrictive and selective migration laws.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Demographic factors include births, deaths and migration. China had a one-child policy. Cameroon grows by about 2.6 % a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lives on the edge of Garoua, on the road to Figuil. When he was small, his quarter had a few houses among trees and farms. Today almost all the trees have been cut to build homes, the queue at the well is much longer, and his father complains that the price of firewood has doubled because it comes from further away. Ibrahim asks: "Why is everything so crowded, and what can a government do when the population grows too fast?"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the causes and consequences of rapid population growth and how it can be 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happening to the population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growing very fast: a demographic explosion.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a government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Adopt population policies, such as family planning and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and wood, and support education and family health programmes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pressure of rapid growth on resources and the policies used by governments to manage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high fertility and falling mortality.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causes of the demographic explosion.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Better medicine, sanitation and food supply, while births stay high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consequences of rapid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positive and one negative consequence of rapid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Positive: a large labour force; negative: pressure on water and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charcoal and firewood for sale.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firewood becoming expensive around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near the town have been cut, so wood comes from further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population policies.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France have a pro-natalist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its birth rate is low and its population is ageing.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family policy poster in China.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negative consequence of the one-child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many boys compared with girls, and a rapidly ageing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explosion and Pro-natalist policy.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Anti-natalist policy.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The causes of the demographic explosion are the following. Copy the point on Scale on the left, then draw the diagram on the right: the billions of people.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Improved medical care on the left, then draw the diagram on the right: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Improved sanitation and More food.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High birth rates.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 consequences of the demographic explosion are the following. On this slide we have Positive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Pressure on resources on the left, then draw the diagram on the right: firewood and charcoal.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Environmental damage and Unemployment.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Overcrowding on the left, then draw the diagram on the right: consequences of rapid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Pro-Natalist Policies. Pro-natalist policies are presented as follows. Copy the point on Aim on the left, then draw the diagram on the right: population policies.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Pro-Natalist Policies. On this slide we have Example of France.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Pro-Natalist Policies. On this slide we have Other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Anti-Natalist Policies: the Chinese Experience. The Chinese anti-natalist policy is presented as follows. On this slide we have Aim.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one-child policy on the left, then draw the diagram on the right: a family policy poster.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Anti-Natalist Policies: the Chinese Experience. On this slide we have Incentives and penalties and Results.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Anti-Natalist Policies: the Chinese Experience.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Migration Laws. Migration laws are used as follows. On this slide we have Restrictive policies.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Laws. On this slide we have Selective policies and Aim.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the modern demographic explosion.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better medicine and sanitation, more food (Green Revolution), high birth rates in developing countries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would Japan adopt a pro-natalist policy and Niger an anti-natalist policy?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japan has low births and an ageing population; Niger has very high births and rapid growth.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pro-natalist; number 2, 2015; number 3, points-based.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five stages of the demographic transition model.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Demographic Transition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11: THE MODERN DEMOGRAPHIC EXPLOSION AND POPULATION POLICIES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Modern Demographic Explosion and Population Policies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Modern Demographic Explosion and Population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explosion, Green Revolution, pro-natalist policy, anti-natalist policy, one-child policy, migration laws, points-based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modern demographic explosion: causes and consequences; management of growth: pro-natalist policies, anti-natalist policies (the Chinese experience) and 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and consequences of rapid population growth and to evaluate population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Factors of Population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pro-natalist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pro-natalist policy is a government policy that encourages people to have more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demographic explosion.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causes.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positive and negative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pro-natalist and anti-natalist policies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restrictive and selective migration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Demographic factors include births, deaths and migration.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China had a one-child policy.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lives on the edge of Garoua, on the road to Figuil.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he was small, his quarter had a few houses among trees and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Today almost all the trees have been cut to build homes, the queue at the well is much longer, and his father complains that the price of firewood has doubled because it comes from further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asks: "Why is everything so crowded, and what can a government do when the population grows too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the causes and consequences of rapid population growth and how it can be managed.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happening to the population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very fast: a demographic explosion.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a government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Adopt population policies, such as family planning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and wood, and support education and family health programmes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pressure of rapid growth on resources and the policies used by governments to manage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fertility and falling mortality.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demographic explosion.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medicine, sanitation and food supply, while births stay high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explosio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Consequences of rapid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consequence of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a large labour force; negative: pressure on water and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Charcoal and firewood for sale.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firewood becoming expensive around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near the town have been cut, so wood comes from further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policies.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France have a pro-natalist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its birth rate is low and its population is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family policy poster in China.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consequence of 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boys compared with girls, and a rapidly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11: The Modern Demographic Explosion and Population Policies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explosion: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rapid and unprecedented growth of the world population in the 20th and 21st centuries.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Pro-natalist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policy that encourages people to have more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Anti-natalist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policy that discourages large families in order to slow down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causes of the demographic explosion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world population rose from about 1.6 billion in 1900 to more than 8 billion today.</a:t>
            </a:r>
            <a:endParaRPr lang="en-US" sz="3200" dirty="0"/>
          </a:p>
        </p:txBody>
      </p:sp>
      <p:pic>
        <p:nvPicPr>
          <p:cNvPr id="6" name="Image 0" descr="/home/claude/f4/img/v2/pop2_milestones.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billions of people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Improved medical care: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Vaccines, antibiotics and better surgery reduced deaths from diseases.</a:t>
            </a:r>
            <a:endParaRPr lang="en-US" sz="3600" dirty="0"/>
          </a:p>
        </p:txBody>
      </p:sp>
      <p:pic>
        <p:nvPicPr>
          <p:cNvPr id="6" name="Image 0" descr="/home/claude/f4/img/v2/usa_vaccin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sanitation: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water and sewers reduced cholera and typhoid.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Green Revolution (new seeds, fertilisers, irrigation) fed a much larger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 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developing countries, births remain high because of traditions, limited family planning and the value of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consequences of the demographic explosion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consequences: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large labour force for industries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Bigger markets that stimulate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Pressure on resources: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food, housing and energy run short, as firewood around Garoua.</a:t>
            </a:r>
            <a:endParaRPr lang="en-US" sz="3600" dirty="0"/>
          </a:p>
        </p:txBody>
      </p:sp>
      <p:pic>
        <p:nvPicPr>
          <p:cNvPr id="6" name="Image 0" descr="/home/claude/f4/img/v2/f2t_charcoa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firewood and charcoal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pollution and loss of biodiversity increase.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economy does not create jobs fast enough for all the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Overcrowding: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Schools, hospitals and public transport are overloaded.</a:t>
            </a:r>
            <a:endParaRPr lang="en-US" sz="3600" dirty="0"/>
          </a:p>
        </p:txBody>
      </p:sp>
      <p:pic>
        <p:nvPicPr>
          <p:cNvPr id="6" name="Image 0" descr="/home/claude/f4/img/v2/pop2_explosion.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consequences of rapid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Pro-Natalist Policies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Pro-natalist policies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encourage births in countries with low fertility and ageing populations.</a:t>
            </a:r>
            <a:endParaRPr lang="en-US" sz="3600" dirty="0"/>
          </a:p>
        </p:txBody>
      </p:sp>
      <p:pic>
        <p:nvPicPr>
          <p:cNvPr id="6" name="Image 0" descr="/home/claude/f4/img/v2/polici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policies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Pro-Natalist Policies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France: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offers paid parental leave, cheap childcare and family allowances, which are larger from the third child.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A) Pro-Natalist Policies (continued)</a:t>
            </a:r>
            <a:endParaRPr lang="en-US" sz="2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Russia, Singapore and South Korea give money and other advantages to parents.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Anti-Natalist Policies: the Chinese Experience</a:t>
            </a:r>
            <a:endParaRPr lang="en-US" sz="25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Chinese anti-natalist policy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Anti-natalist policies slow down growth in countries where population grows too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Anti-Natalist Policies: the Chinese Experience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one-child policy: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From about 1980 to 2015, most Chinese couples were allowed only one child.</a:t>
            </a:r>
            <a:endParaRPr lang="en-US" sz="3600" dirty="0"/>
          </a:p>
        </p:txBody>
      </p:sp>
      <p:pic>
        <p:nvPicPr>
          <p:cNvPr id="6" name="Image 0" descr="/home/claude/f4/img/v2/usa_onechil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family policy poster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Anti-Natalist Policies: the Chinese Experience</a:t>
            </a:r>
            <a:endParaRPr lang="en-US" sz="29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Incentives and penalties: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Obedient families received better housing and free education, while others paid fines and faced social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Growth slowed down sharply.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600" b="1" dirty="0">
                <a:solidFill>
                  <a:srgbClr val="990011"/>
                </a:solidFill>
                <a:latin typeface="Times New Roman" pitchFamily="34" charset="0"/>
                <a:ea typeface="Times New Roman" pitchFamily="34" charset="-122"/>
                <a:cs typeface="Times New Roman" pitchFamily="34" charset="-120"/>
              </a:rPr>
              <a:t>B) Anti-Natalist Policies: the Chinese Experience (continued)</a:t>
            </a:r>
            <a:endParaRPr lang="en-US" sz="1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more boys than girls were born.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population aged rapidly.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China now allows three children per couple.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Migration Laws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laws are 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Restrictive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countries limit immigration with strict visas, quotas and border controls, as in the USA and many European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Migration Laws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Selective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and Australia attract skilled workers with a points-based system (education, skills, languages).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laws help to fill labour shortages or to protect 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modern demographic explosion.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medicine and sanitation, more food (Green Revolution), high birth rates in developing countries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would Japan adopt a pro-natalist policy and Niger an anti-natalist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 has low births and an ageing population; Niger has very high births and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policy that encourages births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China's one-child policy lasted until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Canada selects immigrants with a ______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stages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Demographic explosion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L'explosion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Pro-natalist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nataliste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Anti-natalist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antinataliste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planification familiale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Quota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quota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Modern Demographic Explosion and Population Policies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demographic explosion. Explain its causes. Explain its positive and negative consequences. Describe pro-natalist and anti-natalist policies with examples. Describe restrictive and selective migration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consequences of rapid population growth and to evaluate population policies.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Consequences; Pro-Natalist Policies; Anti-Natalist Policies: the Chinese Experience; Migration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five stages of the demographic transition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causes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price of firewood.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policies in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policy.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(Improved medical care):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2026-09-29T03:13:01Z</dcterms:created>
  <dcterms:modified xsi:type="dcterms:W3CDTF">2026-09-29T03:13:01Z</dcterms:modified>
</cp:coreProperties>
</file>