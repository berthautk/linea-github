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Modern Demographic Explosion and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explosion, Green Revolution, pro-natalist policy, anti-natalist policy, one-child policy, migration laws, points-based system. At the end, you should be able to do this: learners are able to explain the causes and consequences of rapid population growth and to evaluate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Factors of Population Growth. The question was: Define a pro-natalist policy.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pro-natalist policy is a government policy that encourages people to have more children.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the demographic explosion. Number 2: explain its causes. Number 3: explain its positive and negative consequences. Number 4: describe pro-natalist and anti-natalist policies with examples. Number 5: describe restrictive and selective migration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Demographic factors include births, deaths and migration. China had a one-child policy. Cameroon grows by about 2.6 %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lives on the edge of Garoua, on the road to Figuil. When he was small, his quarter had a few houses among trees and farms. Today almost all the trees have been cut to build homes, the queue at the well is much longer, and his father complains that the price of firewood has doubled because it comes from further away. Ibrahim asks: "Why is everything so crowded, and what can a government do when the population grows too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causes and consequences of rapid population growth and how it can be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happening to the population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growing very fast: a demographic explosion.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a government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Adopt population policies, such as family planning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wood, and support education and family health programmes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pressure of rapid growth on resources and the policies used by governments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high fertility and falling mortality.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causes of the demographic explosion.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medicine, sanitation and food supply, while births stay high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consequences of rapid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positive and one negative consequence of rapid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a large labour force; negative: pressure on water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charcoal and firewood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firewood becoming expensive around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near the town have been cut, so wood comes from further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population policies.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France have a pro-natalist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its birth rate is low and its population is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family policy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negative consequence of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boys compared with girls, and a rapidly ageing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explosion and Pro-natalist policy.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Anti-natalist policy and Migration law.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demographic explosion has the following causes. Copy the point on Improved medical care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Improved sanitation: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More food: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High birth rates: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demographic explosion has the following consequences. Copy the point on A large labour force and market: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on resources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Environmental damage: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Unemployment and overcrowding on the left, then draw the diagram on the right: the consequences of the explosion.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Pro-Natal Policies. Pro-natal policies are applied as follows. Copy the point on Aim on the left, then draw the diagram on the right: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Pro-Natal Policies. Copy the point on Example of France: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Pro-Natal Policies. Copy the point on Other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Anti-Natal Policies: the Chinese Measures. The Chinese anti-natal policy was applied with the following measures. Copy the point on The one-child policy on the left, then draw the diagram on the right: the one-child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 Policies: the Chinese Measures. Copy the point on Incentives: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 Policies: the Chinese Measures. Copy the point on Penalties: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Results of the Chinese Policy. The Chinese policy had the following results. Copy the point on Slower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Results of the Chinese Policy. Copy the point on Higher living standards: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Results of the Chinese Policy. Copy the point on Too many boys: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Results of the Chinese Policy. Copy the point on Rapid ageing: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Laws: the US and Canadian Cases. Migration laws are applied in the following ways. Copy the point on Restrictive laws, the United States: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Laws: the US and Canadian Cases. Copy the point on Relaxed and selective laws, Canada: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Laws: the US and Canadian Cases. Copy the point on Aim of migration laws: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modern demographic explosion.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better medicine and sanitation, more food (Green Revolution), high birth rates in developing countries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would Japan adopt a pro-natalist policy and Niger an anti-natalist policy?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japan has low births and an ageing population; Niger has very high births and rapid growth.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pro-natalist; number 2, 2015; number 3, points-based.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five stages of the demographic transition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Demographic Transition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11: THE MODERN DEMOGRAPHIC EXPLOSION AND POPULATION POLICIES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Modern Demographic Explosion and Population Policies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explosion, Green Revolution, pro-natalist policy, anti-natalist policy, one-child policy, migration laws, points-based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modern demographic explosion: causes and consequences; management of growth: pro-natalist policies, anti-natalist policies (the Chinese experience) and 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consequences of rapid population growth and to evaluate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Factors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pro-natalist policy is a government policy that encourages people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explosion.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positive and negative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pro-natalist and anti-natalist policies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restrictive and selective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Demographic factors include births, deaths and migration.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had a one-child policy.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lives on the edge of Garoua, on the road to Figuil.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he was small, his quarter had a few houses among trees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almost all the trees have been cut to build homes, the queue at the well is much longer, and his father complains that the price of firewood has doubled because it comes from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asks: "Why is everything so crowded, and what can a government do when the population grows too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causes and consequences of rapid population growth and how it can be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to the population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very fast: a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a government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Adopt population policies, such as family planning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wood, and support education and family health programmes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pressure of rapid growth on resources and the policies used by governments to manage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fertility and falling mortality.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medicine, sanitation and food supply, while births stay high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explosi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Consequences of rapid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of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a large labour force; negative: pressure on water and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and firewood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firewood becoming expensive around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near the town have been cut, so wood comes from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France have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its birth rate is low and its population is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family policy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consequence of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boys compared with girls, and a rapidly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and unprecedented growth of the world population in the 20th and 21st centuries.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Pro-natalist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policy that encourages people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Anti-natalist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policy that discourages large families in order to slow down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law that controls who may enter, live and work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demographic explosion has the following causes: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Improved medical care: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Vaccines, antibiotics and better surgery reduced deaths from diseases such as smallpox, measles and tuberculosis. Many more children survived and adults lived longer, so the population grew very fast.</a:t>
            </a:r>
            <a:endParaRPr lang="en-US" sz="2800" dirty="0"/>
          </a:p>
        </p:txBody>
      </p:sp>
      <p:pic>
        <p:nvPicPr>
          <p:cNvPr id="6" name="Image 0" descr="/home/claude/f4/img/v2/usa_vaccin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sanitation: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and sewers reduced diseases such as cholera and typhoid. Fewer children died, so more reached adulthood and had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 Revolution, with new seeds, fertilisers and irrigation, greatly increased food production. It fed a much larger population and reduced famines.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developing countries, births remain high because of traditions, limited family planning and the value of children. The gap between births and deaths creates the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explosion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large labour force and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growing population provides many workers for industries and services. It also creates bigger markets that stimulate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on resources: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food, housing and energy run short. Around Garoua, for example, the demand for firewood is destroying the savanna.</a:t>
            </a:r>
            <a:endParaRPr lang="en-US" sz="3600" dirty="0"/>
          </a:p>
        </p:txBody>
      </p:sp>
      <p:pic>
        <p:nvPicPr>
          <p:cNvPr id="6" name="Image 0" descr="/home/claude/f4/img/v2/f2t_charcoa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for farms and towns, and pollution increases. Many plants and animals lose their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Unemployment and overcrowding: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economy does not create jobs fast enough for all the young people. Schools, hospitals and public transport are overloaded.</a:t>
            </a:r>
            <a:endParaRPr lang="en-US" sz="3600" dirty="0"/>
          </a:p>
        </p:txBody>
      </p:sp>
      <p:pic>
        <p:nvPicPr>
          <p:cNvPr id="6" name="Image 0" descr="/home/claude/f4/img/v2/pop2_explosio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consequences of the explosion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Pro-Natal Policies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Pro-natal policies are applied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encourage births in countries with low fertility and ageing populations. They try to avoid a decline of the population and a shortage of workers.</a:t>
            </a:r>
            <a:endParaRPr lang="en-US" sz="3200" dirty="0"/>
          </a:p>
        </p:txBody>
      </p:sp>
      <p:pic>
        <p:nvPicPr>
          <p:cNvPr id="6" name="Image 0" descr="/home/claude/f4/img/v2/polici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Pro-Natal Policies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France: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France offers paid parental leave, cheap childcare and family allowances, which are larger from the third child. It has one of the highest fertility rates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Pro-Natal Policies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Singapore and South Korea give money, housing and other advantages to parents. Results are often limited, because the cost of raising children remains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Anti-Natal Policies: the Chinese Measures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Chinese anti-natal policy was applied with the following measures: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one-child policy: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From about 1980 to 2015, most Chinese couples were allowed only one child. Its aim was to slow down growth so that the economy could develop.</a:t>
            </a:r>
            <a:endParaRPr lang="en-US" sz="3000" dirty="0"/>
          </a:p>
        </p:txBody>
      </p:sp>
      <p:pic>
        <p:nvPicPr>
          <p:cNvPr id="6" name="Image 0" descr="/home/claude/f4/img/v2/usa_onechi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one-child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Anti-Natal Policies: the Chinese Measures</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who obeyed received better housing, free education and health care for their child. These advantages encouraged couples to stop at one child.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Anti-Natal Policies: the Chinese Measures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Penalties: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Couples who had more children paid heavy fines and could lose their jobs. They also faced strong social pressure from officials and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Results of the Chinese Policy</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Chinese policy had the following results: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slowed down sharply, and according to the Chinese government about 400 million births were avoided. The population grew less fast than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Results of the Chinese Policy</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Higher living standards: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fewer children to feed and educate, families and the state could save and invest more. This helped China to raise living standards.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Results of the Chinese Policy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Too many boys: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families wanted a son, so many more boys than girls were born. Millions of men today cannot find a wife.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Results of the Chinese Policy</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 ageing: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children were born, so the population aged rapidly and the workforce began to shrink. China therefore allowed two children in 2016 and three in 2021.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Migration Laws: the US and Canadian Cases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Migration laws are applied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Restrictive laws, the United States: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USA limits immigration with strict visas, quotas by country and strong border controls. Most legal immigrants enter through family links or employers, and a lottery offers some green cards.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Migration Laws: the US and Canadian Cases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Relaxed and selective laws, Canada: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welcomes many immigrants, about 1 % of its population each year, to fill labour shortages. A points-based system selects them by education, skills, age and languages.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D) Migration Laws: the US and Canadian Cases</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of migration 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Relaxed laws help to fill labour shortages and slow the ageing of the population. Restrictive laws aim to protect jobs, services and 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modern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medicine and sanitation, more food (Green Revolution), high birth rates in developing countries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would Japan adopt a pro-natalist policy and Niger an anti-natalist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has low births and an ageing population; Niger has very high births and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policy that encourages births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one-child policy lasted until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selects immigrants with a ______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Demographic 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Pro-natalist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nataliste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Anti-natalist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antinataliste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explosion. Explain its causes. Explain its positive and negative consequences. Describe pro-natalist and anti-natalist policies with examples. Describe restrictive and selective migration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consequences of rapid population growth and to evaluate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Consequences; Pro-Natal Policies; Anti-Natal Policies: the Chinese Measures; Results of the Chinese Policy; Migration Laws: the US and Canadian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five stages of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causes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price of firewood.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policies in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policy.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(Improved medical care):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2026-10-06T05:44:06Z</dcterms:created>
  <dcterms:modified xsi:type="dcterms:W3CDTF">2026-10-06T05:44:06Z</dcterms:modified>
</cp:coreProperties>
</file>