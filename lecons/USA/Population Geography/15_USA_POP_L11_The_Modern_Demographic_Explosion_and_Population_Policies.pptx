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Modern Demographic Explosion and Population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explosion, anti-natal policy, pro-natal policy, one-child policy, migration law. At the end, you should be able to do this: learners are able to explain the demographic explosion and evaluate population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Factors of Population Growth. The question was: Compare the number of children in your grandparents' and parents' families and explain the change.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Grandparents often had 8–10 children, parents 4–6. The change is due to education, the cost of schooling and life in town, better health care (fewer child deaths) and family planning.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causes and consequences of the demographic explosion. Number 2: describe anti-natal and pro-natal policies with examples. Number 3: describe restrictive and open migration laws.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World population grew very fast after 1950. Education of women lowers birth rates.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1979 China told most families to have only one child. Today it encourages families to have three. Meanwhile France pays families to have more children, and Canada invites skilled immigrants.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Governments try to control population in different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was China's policy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one-child policy (anti-natal).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France encourage births?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Its population is ageing (pro-natal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debate and manage population growth through appropriate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rapid population growth and how governments try to manage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caused the demographic explosion after 1950?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Death rates fell fast while birth rates stayed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crowded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consequences of rapid population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and pressure on schools, housing and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poster for China's one-child policy.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success and one problem of the one-child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Success: slower growth. Problem: ageing and too many boys.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immigrants at Ellis Island, New York (about 1909).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Canada's migration policy different from the USA's?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Canada invites skilled workers with a points system; the USA uses quotas and border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types of population policy.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would a country adopt a pro-natal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stop an ageing and declining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explosion and Population policy.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The demographic explosion has the following causes and consequences.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Managing Population Growth. Countries manage growth with the following policies. On this slide we have Pro-natal policies.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Managing Population Growth. On this slide we have Anti-natal policies.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Managing Population Growth. On this slide we have Migration laws.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policies.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was the one-child policy? Give one consequence.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Chinese anti-natal policy (1979–2015); consequence: ageing and more boys than girls.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restrictive and open migration laws.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restrictive laws limit immigrants (USA); open laws attract them (Canada).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anti-natal; number 2, one-child; number 3,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Should Cameroon adopt a population policy? Write a paragraph with two arguments.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Demographic Transition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11: THE MODERN DEMOGRAPHIC EXPLOSION AND POPULATION POLICIES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Modern Demographic Explosion and Population Policies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Modern Demographic Explosion and Population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explosion, anti-natal policy, pro-natal policy, one-child policy, migration law.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and consequences of the demographic explosion; managing growth: pro-natal and anti-natal policies (China); migration laws (USA, Canada).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demographic explosion and evaluate population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Factors of Population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number of children in your grandparents' and parents' families and explain the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Grandparents often had 8–10 children, parents 4–6. The change is due to education, the cost of schooling and life in town, better health care (fewer child deaths) and family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consequences of the demographic explosion.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anti-natal and pro-natal policies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restrictive and open migration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World population grew very fast after 1950.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Education of women lowers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1979 China told most families to have only one child. Today it encourages families to have three. Meanwhile France pays families to have more children, and Canada invites skilled immigrants.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try to control population in different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China's policy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one-child policy (anti-natal).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France encourage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population is ageing (pro-natal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Debate and manage population growth through appropriate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rapid population growth and how governments try to manage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demographic explosion after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fell fast while birth rates stayed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rapid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pressure on schools, housing and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 ANTI-NATAL POLICIES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poster for China's one-child policy.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 ANTI-NATAL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success and one problem of 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 ANTI-NATAL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Success: slower growth. Problem: ageing and too many boys.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 MIGRATION LAWS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elli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Immigrants at Ellis Island, New York (about 1909).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 MIGRATION LAWS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Canada's migration policy different from the USA's?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 MIGRATION LAWS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invites skilled workers with a points system; the USA uses quotas and border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 PRO-NATAL POLICIES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population policy.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 PRO-NATAL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would a country adopt a pro-natal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 PRO-NATAL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stop an ageing and declining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Modern Demographic Explosion and Population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explosion: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rapid growth of world population after 1950.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 of measures taken by a government to influence population growth or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demographic explosion has the following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fell quickly thanks to vaccines, antibiotics and clean water, while birth rates stayed high. Improved food supply also helped.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growth increases pressure on land, food, water, schools and jobs. It can cause unemployment, urban slums and environmental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Countries manage growth with the following policies: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Pro-natal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encourage births with family allowances, tax cuts and parental leave. France and Russia use them because of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Anti-natal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births through family planning and incentives. China's one-child policy (1979–2015) slowed growth but caused ageing and a male surplus.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laws: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has restrictive laws with quotas and border controls. Canada has relaxed laws with a points system to attract skilled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policies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one-child policy? Give one consequence.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Chinese anti-natal policy (1979–2015); consequence: ageing and more boys than girls.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restrictive and open migration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Restrictive laws limit immigrants (USA); open laws attract them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policy to reduce births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China's policy was the ______ policy.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Canada uses a ______ system for immigrants.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Cameroon adopt a population policy? Write a paragraph with two arguments.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Explosion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One-child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de l'enfant unique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Quota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quota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Skilled worker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travailleur qualifié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chômage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Modern Demographic Explosion and Population Policies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causes and consequences of the demographic explosion. Describe anti-natal and pro-natal policies with examples. Describe restrictive and open migration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demographic explosion and evaluate population policies.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and Consequences; Managing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Should Cameroon adopt a population policy? Write a paragraph with two arguments.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point to the steep part of the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problems in big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policy.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USA and Canada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copy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“No Known Restrictions: Ellis Island Immigrants by National Photo Co., ” by pingnews.com, Public domain 1.0, via Flickr (https://www.flickr.com/photos/39735679@N00/434439223)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2026-09-27T10:31:41Z</dcterms:created>
  <dcterms:modified xsi:type="dcterms:W3CDTF">2026-09-27T10:31:41Z</dcterms:modified>
</cp:coreProperties>
</file>