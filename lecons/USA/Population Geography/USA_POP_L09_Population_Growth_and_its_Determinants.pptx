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9: Population Growth and its Determinants.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family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the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emigration from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increase 2. negative 3. migration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LESSON 9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 and its Determinants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Growth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Population Growth and its Determinants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growth, zero growth, negative growth, natural increase, fertility, mortality, net migration.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positive, negative and zero growth; the population change system; determinants (fertility, mortality, migration) and their spatial differences.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births, deaths and migration change population.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positive, zero and negative growth.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population change system.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birth and death rates across the world.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population is still growing.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countries are losing population.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Niger's population grows by almost 4 % a year, while Japan's falls by about half a percent. Both countries have hospitals and schools. Learners want to know what decides growth.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Countries grow at very different rates.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three things change population?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Births, deaths and migration.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type of growth does Japan have?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Negative growth.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what makes a population grow or decline.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growth_typ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Positive, zero and negative growth.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countries have negative growth? Why?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 OF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Italy and Japan; deaths are greater than births.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CHANGE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change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population change system.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CHANGE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formula for population change.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CHANGE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(Births − deaths) + (in-migrants − out-migrants).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newbor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newborn baby.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birth rates high in many African countries?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FERTILITY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marriage, children as labour and security, low use of contraception.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SPATIAL DIFFERENCES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birth_deat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Birth and death rates by region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SPATIAL DIFFERENCES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region has the largest gap between births and deaths?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SPATIAL DIFFERENCES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Africa (33 and 8 per 1,000).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MIGRATION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usa_bo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276" y="1691640"/>
            <a:ext cx="8152399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Migrants rescued at sea.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MIGRATION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migration change a country's population?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MIGRATION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Immigration adds people; emigration removes them.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Growth and its Determinants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Change over Time (Population Growth)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Population Growth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9: Population Growth and its Determinants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increase: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difference between births and deaths.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actual number of children born to women.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Mortality: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number of deaths in a population.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 migration: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in-migrants minus out-migrants.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Growth and the System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Positive growth: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Births and in-migration exceed deaths and out-migration. Most LEDCs have positive growth.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Zero and negative growth: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growth means no change; negative growth means the population falls. Japan and Italy are declining.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Growth and the System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The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Births and in-migrants are inputs, and deaths and out-migrants are outputs. Population is the store.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Determinants and Differences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Fertility: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high in Africa (about 33 births per 1,000) and low in Europe (about 9). Culture, education and income explain this.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Mortality: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Death rates are now low almost everywhere. They are higher in old populations like Europe.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Determinants and Differences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Migration: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adds people to rich countries and removes them from poor ones. It is important in Europe and North America.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the formula for population change.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(Births − deaths) + (in-migrants − out-migrants).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Europe have a higher death rate than Africa?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Europe has an older 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Births minus deaths is natural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falling population has ______ growth.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In-migrants minus out-migrants is net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the population change system for your village or town.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Practical Work 4: Demographic Indices.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 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taux de natalité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Death 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taux de mortalité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fécondité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increase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L'accroissement naturel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Emigration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L'émigration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Immigration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L'immigration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Change over Time (Population Growth)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9: Population Growth and its Determinants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 positive, zero and negative growth. Describe the population change system. Compare birth and death rates across the world.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births, deaths and migration change population.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Natural increase, Fertility, Mortality, Net migration; II. Types of Growth and the System: Positive growth, Zero and negative growth, The system; III. Determinants and Differences: Fertility, Mortality, Migration.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the population change system for your village or town.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“Newborn baby rests” by World Bank Photo Collection, CC BY-NC-ND 2.0, via Flickr (https://www.flickr.com/photos/10816734@N03/19845580540)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“A sailor from HMS BULWARK hands out water to rescued individuals on a ” by Royal Navy Media Archive, CC BY-NC 2.0, via Flickr (https://www.flickr.com/photos/69974959@N03/17374754690)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2026-09-26T18:49:33Z</dcterms:created>
  <dcterms:modified xsi:type="dcterms:W3CDTF">2026-09-26T18:49:33Z</dcterms:modified>
</cp:coreProperties>
</file>