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Population Growth and its Determinants.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Time (Population Growth), and the sub-topic is Population Growth. The key notions we shall use today are: positive growth, zero growth, negative growth, natural increase, fertility, mortality, net migration. At the end, you should be able to do this: learners are able to explain how births, deaths and migration change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Historical Evolution of World Population. The question was: Draw a timeline of world population from 1800 to 2022.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Timeline: 1804 – 1 billion; 1927 – 2 billion; 1960 – 3 billion; 1974 – 4 billion; 1987 – 5 billion; 1999 – 6 billion; 2011 – 7 billion; 2022 – 8 billion.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distinguish positive, zero and negative growth. Number 2: describe the population change system. Number 3: compare birth and death rates across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World population is still growing. Some countries are losing population.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Niger's population grows by almost 4 % a year, while Japan's falls by about half a percent. Both countries have hospitals and schools. Learners want to know what decides growth.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Countries grow at very different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three things change population?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Births, deaths and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type of growth does Japan have?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Negative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the components of population change in our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what makes a population grow or decline.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positive, zero and negative growth.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countries have negative growth?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Italy and Japan; deaths are greater than births.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population change 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Write the formula for population change.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(Births − deaths) + (in-migrants − out-migrants).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newborn baby.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birth rates high in many African countries?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Early marriage, children as labour and security, low use of contraception.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birth and death rates by region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region has the largest gap between births and deaths?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Africa (33 and 8 per 1,000).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migrants rescued at sea.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migration change a country's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Immigration adds people; emigration removes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Population Growth. Population growth can be understood as follows. On this slide we have Population growth.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Population Growth. On this slide we have Positive, negative and zero growth.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growth.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Population Change System. Population change is explained as a system. On this slide we have Formula and Inputs and outputs.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population change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Determinants and their Spatial Differences. Population growth is determined by. On this slide we have Fertility.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Determinants and their Spatial Differences. On this slide we have Mortality.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Determinants and their Spatial Differences. On this slide we have Migration.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birth and death rates by region.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Write the formula for population change.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(Births − deaths) + (in-migrants − out-migrants).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does Europe have a higher death rate than Africa?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europe has an older population.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increase; number 2, negative; number 3,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population change system for your village or town.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4: Calculating Demographic Indices.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9: POPULATION GROWTH AND ITS DETERMINANTS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Growth and its Determinants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Population Growth and its Determinants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Positive growth, zero growth, negative growth, natural increase, fertility, mortality, net migration.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positive, negative and zero growth; the population change system; determinants (fertility, mortality, migration) and their spatial differences.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births, deaths and migration change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Historical Evolution of World Population):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timeline of world population from 1800 to 2022.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Timeline: 1804 – 1 billion; 1927 – 2 billion; 1960 – 3 billion; 1974 – 4 billion; 1987 – 5 billion; 1999 – 6 billion; 2011 – 7 billion; 2022 – 8 billion.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positive, zero and negative growth.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population change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birth and death rates across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World population is still growing.</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countries are losing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Niger's population grows by almost 4 % a year, while Japan's falls by about half a percent. Both countries have hospitals and schools. Learners want to know what decides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Countries grow at very different rates.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three things change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Births, deaths and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of growth does Japan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Negative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the components of population change in our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what makes a population grow or decline.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TYPES OF GROWTH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rowth_type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Positive, zero and negative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TYPES OF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countries have negative growth?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TYPES OF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Italy and Japan; deaths are greater than births.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POPULATION CHANGE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hange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population change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POPULATION CHANGE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formula for population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POPULATION CHANGE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(Births − deaths) + (in-migrants − out-migrants).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DETERMINANTS: FERTILITY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newbor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newborn baby.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DETERMINANTS: FERTILITY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birth rates high in many African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DETERMINANTS: FERTILITY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Early marriage, children as labour and security, low use of contraception.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SPATIAL DIFFERENCES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birth_dea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Birth and death rates by region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SPATIAL DIFFERENCES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has the largest gap between births and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SPATIAL DIFFERENCES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Africa (33 and 8 per 1,000).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DETERMINANTS: MIGRATION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boat.jpg">    </p:cNvPr>
          <p:cNvPicPr>
            <a:picLocks noChangeAspect="1"/>
          </p:cNvPicPr>
          <p:nvPr/>
        </p:nvPicPr>
        <p:blipFill>
          <a:blip r:embed="rId1"/>
          <a:stretch>
            <a:fillRect/>
          </a:stretch>
        </p:blipFill>
        <p:spPr>
          <a:xfrm>
            <a:off x="2250221" y="1783080"/>
            <a:ext cx="76912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Migrants rescued at sea.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DETERMINANTS: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migration change a country's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DETERMINANTS: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Immigration adds people; emigration removes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Change over Time (Population Growth)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Growth</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Population Growth and its Determinants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Population Growth</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Population growth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in the number of people in an area over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Population Growth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Positive, negative and zero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Growth is positive when the population increases, negative when it decreases and zero when it stays the same. Niger grows fast, Japan declines.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Population Growth</a:t>
            </a:r>
            <a:endParaRPr lang="en-US" sz="3600" dirty="0"/>
          </a:p>
        </p:txBody>
      </p:sp>
      <p:pic>
        <p:nvPicPr>
          <p:cNvPr id="4" name="Image 0" descr="/home/claude/f4/img/v2/growth_type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Population Change System</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Population change is explained as a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change = (births − deaths) + (immigrants − emigrants). Births minus deaths is natural increase.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Inputs and outputs: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Births and immigration are inputs, deaths and emigration are outputs. The population is the store.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Population Change System</a:t>
            </a:r>
            <a:endParaRPr lang="en-US" sz="3600" dirty="0"/>
          </a:p>
        </p:txBody>
      </p:sp>
      <p:pic>
        <p:nvPicPr>
          <p:cNvPr id="4" name="Image 0" descr="/home/claude/f4/img/v2/change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population change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Determinants and their Spatial Differences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Population growth is determined by: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Fertility: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high in Sub-Saharan Africa (about 4–7 children per woman) and low in Europe and East Asia (below 2). It is the main cause of growth differences.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Determinants and their Spatial Differences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Mortality: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Death rates are now low in most countries, but infant mortality is still high in poor regions. Life expectancy ranges from about 55 to over 85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Determinants and their Spatial Differences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Migration adds people to rich countries and cities and removes them from poor regions. It is important in the Gulf states, Europe and North America.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Determinants and their Spatial Differences</a:t>
            </a:r>
            <a:endParaRPr lang="en-US" sz="3600" dirty="0"/>
          </a:p>
        </p:txBody>
      </p:sp>
      <p:pic>
        <p:nvPicPr>
          <p:cNvPr id="4" name="Image 0" descr="/home/claude/f4/img/v2/birth_dea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birth and death rates by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formula for population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(Births − deaths) + (in-migrants − out-migrants).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Europe have a higher death rate than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Europe has an older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Births minus deaths is natural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falling population has ______ growth.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In-migrants minus out-migrants is net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population change system for your village or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4: Calculating Demographic Indices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natalité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Death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mortalité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fécondité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Natural increase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L'accroissement naturel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Immigration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Time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Population Growth and its Determinants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positive, zero and negative growth. Describe the population change system. Compare birth and death rates across the world.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births, deaths and migration change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Population Growth; The Population Change System; Determinants and their Spatial Differences.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population change system for your village or town.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bars.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system.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family size.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the bars.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emigration from Cameroon.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“Newborn baby rests” by World Bank Photo Collection, CC BY-NC-ND 2.0, via Flickr (https://www.flickr.com/photos/10816734@N03/19845580540)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 sailor from HMS BULWARK hands out water to rescued individuals on a ” by Royal Navy Media Archive, CC BY-NC 2.0, via Flickr (https://www.flickr.com/photos/69974959@N03/17374754690)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2026-09-27T10:08:06Z</dcterms:created>
  <dcterms:modified xsi:type="dcterms:W3CDTF">2026-09-27T10:08:06Z</dcterms:modified>
</cp:coreProperties>
</file>