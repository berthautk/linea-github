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notesMasterIdLst>
    <p:notesMasterId r:id="rId7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Population Pyramids.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Structure and Composition, and the sub-topic is Age-Sex Pyramids. The key notions we shall use today are: population pyramid, age cohort, base, apex, progressive, regressive, stationary and composite pyramids, dependency ratio. At the end, you should be able to do this: learners are able to read and interpret population pyramids and explain the factors of their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Age and Sex Composition. The question was: State what the base of a population pyramid represents.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base represents the youngest age groups, so it shows the birth rate.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define a population pyramid and describe its structure. Number 2: describe the four types of population pyramids. Number 3: compare the pyramids of developing, developed and emerging countries. Number 4: explain the demographic and non-demographic factors of their shape. Number 5: name the indices of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About 42 % of Cameroonians are under 15. Japan has an ageing population. The sex ratio compares males and females.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Saturday morning at the Central Market of Garoua, you see hundreds of children helping their parents, selling water or running errands, and many young adults working as shop assistants and moto-taxi drivers. You see very few people over 70 years. Your teacher says that all this can be shown on one graph shaped like a pyramid. You ask: "How is this graph built, what shapes can it take, and what makes its shape change?"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how a population pyramid is built and interpreted.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age group seems the largest in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young (children and teenagers).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problem does this cause for working adults?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heavy dependency burden: they must support many children.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read a population pyramid from the base to the apex and explain every bulge or notch.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read population pyramids, which are used in examinations, in planning and in the study of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parts of a pyramid.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On which side of the pyramid are the males?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four types of pyramids.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type of pyramid has a broad base and a narrow top?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progressive (expanding) pyramid.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pyramid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type is the pyramid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Progressive (expanding): broad base, narrow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people fleeing a war.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a war change the shape of a pyramid?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makes notches, especially among adult men, and lowers births.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dependency ratio.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Calculate the dependency ratio: 6,000 children, 2,000 elderly and 10,000 adults.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(6,000 + 2,000) ÷ 10,000 × 100 = 80 %.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Population pyramid and Age cohort.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Base and Apex.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Dependency ratio.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Structure. A population pyramid is built as follows. Copy the point on Vertical axis on the left, then draw the diagram on the right: the parts of a pyramid.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Structure. Copy the point on Horizontal axis and arrangement: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Structure. Copy the point on Base and apex: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There are four types of population pyramids. Copy the point on Progressive (expanding) pyramid on the left, then draw the diagram on the right: the four types of pyramids.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Regressive (contracting) pyramid on the left, then draw the diagram on the right: the pyramid of Japan.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Copy the point on Stationary pyramid: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Copy the point on Composite pyramid: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Differences between Parts of the World. Population pyramids differ between the following parts of the world. Copy the point on Developing countries on the left, then draw the diagram on the right: the pyramid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Differences between Parts of the World. Copy the point on Developed countries: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Differences between Parts of the World. Copy the point on Emerging countries: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Demographic Factors. The shape of pyramids is influenced by the following demographic factors. Copy the point on Falling births: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Demographic Factors. Copy the point on High births and falling deaths: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Demographic Factors. Copy the point on In-migration: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Out-migration on the left, then draw the diagram on the right: migrants at a bus station.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Non-Demographic Factors. The shape of pyramids is also influenced by the following non-demographic factors. Copy the point on War on the left, then draw the diagram on the right: refugees.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Improved medical services on the left, then draw the diagram on the right: vaccination.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Non-Demographic Factors. Copy the point on Epidemics and disasters: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Non-Demographic Factors. Copy the point on Marriage customs: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Indices of Population Structure. The structure of a population is measured with the following indices. Copy the point on Young dependency ratio on the left, then draw the diagram on the right: dependency indices.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Indices of Population Structure. Copy the point on Old-age dependency ratio: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Total dependency ratio on the left, then draw the diagram on the right: the dependency ratio.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Indices of Population Structure. Copy the point on Support ratios: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a regressive pyramid and give one example.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has a narrow base and a wide top, showing low births and many old people, e.g. Japan.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Calculate the dependency ratio of a region with 5,000 children, 1,000 elderly and 4,000 adults.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(5,000 + 1,000) ÷ 4,000 × 100 = 150 %.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left; number 2, birth; number 3, regressive.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the formula of the dependency ratio.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3: Dependency Ratio and Population Pyramids.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7: POPULATION PYRAMIDS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2.xml"/><Relationship Id="rId3"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Population Pyramids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Structure and Composition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Age-Sex Pyramids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Population Pyramids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pyramid, age cohort, base, apex, progressive, regressive, stationary and composite pyramids, dependency ratio.</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structure and types of population pyramids; differences between regions; demographic and non-demographic factors of their shape; dependency indices.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and interpret population pyramids and explain the factors of their shapes.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Age and Sex Composition):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what the base of a population pyramid represents.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base represents the youngest age groups, so it shows the birth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population pyramid and describe its structure.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four types of population pyramids.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the pyramids of developing, developed and emerging countries.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demographic and non-demographic factors of their shape.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indices of dependency.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About 42 % of Cameroonians are under 15.</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Japan has an ageing population.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sex ratio compares males and females.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Saturday morning at the Central Market of Garoua, you see hundreds of children helping their parents, selling water or running errands, and many young adults working as shop assistants and moto-taxi drivers.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see very few people over 70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Your teacher says that all this can be shown on one graph shaped like a pyramid.</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"How is this graph built, what shapes can it take, and what makes its shape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how a population pyramid is built and interpreted.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age group seems the largest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young (children and teenagers).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problem does this cause for working adults?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heavy dependency burden: they must support many children.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a population pyramid from the base to the apex and explain every bulge or notch.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read population pyramids, which are used in examinations, in planning and in the study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STRUCTURE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op2_pyramid_parts.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parts of a pyramid.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side of the pyramid are the males?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left.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op2_pyramid4.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Four types of pyramids.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type of pyramid has a broad base and a narrow top?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progressive (expanding) pyramid.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REGIONAL DIFFERENCES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yramid_cameroon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pyramid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REGIONAL DIFFERENCES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is the pyramid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REGIONAL DIFFERENCES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Progressive (expanding): broad base, narrow top.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refug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People fleeing a war.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war change the shape of a pyramid?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makes notches, especially among adult men, and lowers births.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DEPENDENCY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dependenc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dependency ratio.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DEPENDENCY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dependency ratio: 6,000 children, 2,000 elderly and 10,000 adults.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DEPENDENCY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(6,000 + 2,000) ÷ 10,000 × 100 = 80 %.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Structure and Composition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Age-Sex Pyramids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Population Pyramids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pyramid: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double bar graph showing the age and sex composition of a population at a given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Age cohort: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group of people born in the same period, usually five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bottom of the pyramid, showing the youngest people and the birth rate.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Apex: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top of the pyramid, showing old people and life expectancy.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Dependency ratio: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dependants (0 to 14 and 65+) for every 100 people aged 15 to 64.</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Population Pyramids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Structure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A population pyramid is built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Vertical axis: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It shows the age groups, usually in five-year cohorts (0 to 4, 5 to 9, 10 to 14, and so on up to 80+). The youngest are at the bottom and the oldest at the top.</a:t>
            </a:r>
            <a:endParaRPr lang="en-US" sz="3200" dirty="0"/>
          </a:p>
        </p:txBody>
      </p:sp>
      <p:pic>
        <p:nvPicPr>
          <p:cNvPr id="6" name="Image 0" descr="/home/claude/f4/img/v2/pop2_pyramid_parts.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parts of a pyramid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Population Pyramids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Structure</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Horizontal axis and arrangement: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the percentage or the number of people in each group. Males are always on the left and females on the right.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Population Pyramids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Structure</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Base and apex: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base shows births and children, so a wide base means a high birth rate. The apex shows old people, so a wide apex means a long life expectancy.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Population Pyramids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Types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There are four types of population pyramids: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Progressive (expanding) pyramid: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It has a broad base and a narrow top, showing high birth rates and short lives. It is found in Nigeria, Cameroon and most developing countries.</a:t>
            </a:r>
            <a:endParaRPr lang="en-US" sz="3200" dirty="0"/>
          </a:p>
        </p:txBody>
      </p:sp>
      <p:pic>
        <p:nvPicPr>
          <p:cNvPr id="6" name="Image 0" descr="/home/claude/f4/img/v2/pop2_pyramid4.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four types of pyramids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Population Pyramids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Types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Regressive (contracting) pyramid: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has a narrow base and a wide middle and top, showing low birth rates and an ageing population. It is found in Japan and Germany.</a:t>
            </a:r>
            <a:endParaRPr lang="en-US" sz="3600" dirty="0"/>
          </a:p>
        </p:txBody>
      </p:sp>
      <p:pic>
        <p:nvPicPr>
          <p:cNvPr id="6" name="Image 0" descr="/home/claude/f4/img/v2/pyramid_japan_big.png">    </p:cNvPr>
          <p:cNvPicPr>
            <a:picLocks noChangeAspect="1"/>
          </p:cNvPicPr>
          <p:nvPr/>
        </p:nvPicPr>
        <p:blipFill>
          <a:blip r:embed="rId1"/>
          <a:stretch>
            <a:fillRect/>
          </a:stretch>
        </p:blipFill>
        <p:spPr>
          <a:xfrm>
            <a:off x="6537960" y="2678713"/>
            <a:ext cx="5470855" cy="2478981"/>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pyramid of Japan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Population Pyramids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Types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Stationary pyramid: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nearly equal bars up to old age, showing low birth and death rates and slow growth. It is found in Sweden and the USA.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Population Pyramids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Types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Composite pyramid: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combines features of both, with a narrowing base above a wider middle. It shows a population in transition with falling births, as in Brazil and Mexico.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Differences between Parts of the World</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Population pyramids differ between the following parts of the world:</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Developing countries: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Sub-Saharan Africa has broad-based pyramids, with high birth rates, high child mortality and rapid growth. Few people reach old age.</a:t>
            </a:r>
            <a:endParaRPr lang="en-US" sz="3200" dirty="0"/>
          </a:p>
        </p:txBody>
      </p:sp>
      <p:pic>
        <p:nvPicPr>
          <p:cNvPr id="5" name="Image 0" descr="/home/claude/f4/img/v2/pyramid_cameroon_big.png">    </p:cNvPr>
          <p:cNvPicPr>
            <a:picLocks noChangeAspect="1"/>
          </p:cNvPicPr>
          <p:nvPr/>
        </p:nvPicPr>
        <p:blipFill>
          <a:blip r:embed="rId1"/>
          <a:stretch>
            <a:fillRect/>
          </a:stretch>
        </p:blipFill>
        <p:spPr>
          <a:xfrm>
            <a:off x="6537960" y="2678713"/>
            <a:ext cx="5470855" cy="2478981"/>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pyramid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Differences between Parts of the World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Developed countries: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Europe, North America and Japan have narrow bases and wide tops. Their fertility is low and their populations are ageing.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Differences between Parts of the World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Emerging countries: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India and Brazil have composite pyramids because their births are falling and life expectancy is rising. Their pyramids are becoming more rectangular.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the Shape of Pyramids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Demographic Factors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shape of pyramids is influenced by the following demographic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Falling births: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Declining birth rates narrow the base of the pyramid in the long run. The pyramid becomes top-heavy, as in industrial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the Shape of Pyramids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Demographic Factors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 births and falling deaths: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birth rates with falling death rates give a broad base and a young population. The pyramid widens at the bottom.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the Shape of Pyramids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Demographic Factors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arrival of adult workers, often men, creates a bulge in the working ages. This is seen in the Gulf countries and in big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the Shape of Pyramids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Demographic Factors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Out-migration: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departure of young adults creates a notch in the working ages. This is seen in the rural villages of Cameroon.</a:t>
            </a:r>
            <a:endParaRPr lang="en-US" sz="3600" dirty="0"/>
          </a:p>
        </p:txBody>
      </p:sp>
      <p:pic>
        <p:nvPicPr>
          <p:cNvPr id="6" name="Image 0" descr="/home/claude/f4/img/v2/usa_busstation.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migrants at a bus station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the Shape of Pyramids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Non-Demographic Factors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shape of pyramids is also influenced by the following non-demographic factors: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War: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War kills many adult men and reduces births in the short run, creating notches in the pyramid. A baby boom may follow when peace returns.</a:t>
            </a:r>
            <a:endParaRPr lang="en-US" sz="3200" dirty="0"/>
          </a:p>
        </p:txBody>
      </p:sp>
      <p:pic>
        <p:nvPicPr>
          <p:cNvPr id="6" name="Image 0" descr="/home/claude/f4/img/v2/usa_refugee.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refugees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the Shape of Pyramids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Non-Demographic Factors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Improved medical services: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Vaccination and better health care lower death rates at all ages. In the long run, the pyramid becomes more rectangular.</a:t>
            </a:r>
            <a:endParaRPr lang="en-US" sz="3600" dirty="0"/>
          </a:p>
        </p:txBody>
      </p:sp>
      <p:pic>
        <p:nvPicPr>
          <p:cNvPr id="6" name="Image 0" descr="/home/claude/f4/img/v2/usa_vaccine.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vaccination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the Shape of Pyramids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Non-Demographic Factors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Epidemics and disasters: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Diseases such as HIV/AIDS reduce some age groups, especially young adults. Earthquakes, floods and famines reduce the population of the groups affected.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the Shape of Pyramids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Non-Demographic Factors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Marriage customs: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marriage and the value placed on large families broaden the base. Late marriage and small families narrow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Indices of Population Structure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structure of a population is measured with the following indices: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Young dependency ratio: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calculated as people aged 0 to 14 ÷ people aged 15 to 64 × 100. It is very high in developing countries.</a:t>
            </a:r>
            <a:endParaRPr lang="en-US" sz="3600" dirty="0"/>
          </a:p>
        </p:txBody>
      </p:sp>
      <p:pic>
        <p:nvPicPr>
          <p:cNvPr id="5" name="Image 0" descr="/home/claude/f4/img/v2/pop2_dep_indices.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dependency indices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Indices of Population Structure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Old-age dependency ratio: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calculated as people aged 65+ ÷ people aged 15 to 64 × 100. It is very high in ageing countries such as Japan.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Indices of Population Structure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Total dependency ratio: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calculated as (people aged 0 to 14 + people aged 65+) ÷ people aged 15 to 64 × 100. It shows the total burden on the working population.</a:t>
            </a:r>
            <a:endParaRPr lang="en-US" sz="3600" dirty="0"/>
          </a:p>
        </p:txBody>
      </p:sp>
      <p:pic>
        <p:nvPicPr>
          <p:cNvPr id="5" name="Image 0" descr="/home/claude/f4/img/v2/dependency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dependency ratio</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Indices of Population Structure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Support ratios: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societal support ratio is people aged 65+ ÷ people aged 20 to 64, and the parental support ratio is people aged 85+ ÷ people aged 50 to 64. They show how many old people each worker or adult child must support.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a regressive pyramid and give one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 narrow base and a wide top, showing low births and many old people, e.g. Japan.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dependency ratio of a region with 5,000 children, 1,000 elderly and 4,000 adults.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(5,000 + 1,000) ÷ 4,000 × 100 = 150 %.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On a pyramid, males are on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broad base shows a high ______ rate.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pyramid of Japan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the formula of the dependency ratio.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3: Dependency Ratio and Population Pyramids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Population pyramid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pyramide des âges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Birth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 de natalité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Life expectancy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L'espérance de vie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Dependency ratio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 de dépendance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Age cohort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cohorte d'âge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Ageing 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population vieillissante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Structure and Composition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Population Pyramids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population pyramid and describe its structure. Describe the four types of population pyramids. Compare the pyramids of developing, developed and emerging countries. Explain the demographic and non-demographic factors of their shape. Name the indices of dependency.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and interpret population pyramids and explain the factors of their shapes.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Structure; Types; Differences between Parts of the World; Demographic Factors; Non-Demographic Factors; Indices of Population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the formula of the dependency ratio.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axes of a pyramid.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four shapes.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pyramid of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a notch on a pyramid.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do the calculation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Population Geography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United Nations, World Population Prospects 2024.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“Secretary-General Visits Refugee Camps in Chad” by United Nations Photo, CC BY-NC-ND 2.0, via Flickr (https://www.flickr.com/photos/35483578@N03/6140060599)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(Out-migration): “Wadi Halfa Bus Station” by D-Stanley, CC BY 2.0, via Flickr (https://www.flickr.com/photos/79721788@N00/8651154444)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(Improved medical services): “Isatu gets a vaccination for her 5 week old son” by World Bank Photo Collection, CC BY-NC-ND 2.0, via Flickr (https://www.flickr.com/photos/10816734@N03/26372818523)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72</Slides>
  <Notes>72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72</vt:i4>
      </vt:variant>
    </vt:vector>
  </HeadingPairs>
  <TitlesOfParts>
    <vt:vector size="7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2026-09-29T12:18:46Z</dcterms:created>
  <dcterms:modified xsi:type="dcterms:W3CDTF">2026-09-29T12:18:46Z</dcterms:modified>
</cp:coreProperties>
</file>