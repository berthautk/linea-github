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Pyramids. The key notions we shall use today are: population pyramid, age cohort, base, apex, progressive, regressive, stationary and composite pyramids, dependency ratio. At the end, you should be able to do this: learners are able to read and interpret population pyramids and explain the factors of their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Age and Sex Composition. The question was: State what the base of a population pyramid represents.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base represents the youngest age groups, so it shows the birth rate.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a population pyramid and describe its structure. Number 2: describe the four types of population pyramids. Number 3: compare the pyramids of developing, developed and emerging countries. Number 4: explain the demographic and non-demographic factors of their shape. Number 5: name the indices of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About 42 % of Cameroonians are under 15. Japan has an ageing population. The sex ratio compares males and females.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Saturday morning at the Central Market of Garoua, you see hundreds of children helping their parents, selling water or running errands, and many young adults working as shop assistants and moto-taxi drivers. You see very few people over 70 years. Your teacher says that all this can be shown on one graph shaped like a pyramid. You ask: "How is this graph built, what shapes can it take, and what makes its shape change?"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 population pyramid is built and interpreted.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age group seems the largest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young (children and teenagers).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problem does this cause for working adults?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heavy dependency burden: they must support many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 population pyramid from the base to the apex and explain every bulge or notch.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population pyramids, which are used in examinations, in planning and in the study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parts of a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side of the pyramid are the males?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four types of pyramids.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type of pyramid has a broad base and a narrow top?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progressive (expanding)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type is the pyramid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Progressive (expanding): broad base, narrow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people fleeing a war.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 war change the shape of a pyramid?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makes notches, especially among adult men, and lowers births.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dependency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Calculate the dependency ratio: 6,000 children, 2,000 elderly and 10,000 adults.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(6,000 + 2,000) ÷ 10,000 × 100 = 80 %.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pyramid and Age cohort.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Base and Apex.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Dependency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A population pyramid is built as follows. Copy the point on Vertical axis on the left, then draw the diagram on the right: the parts of a pyramid.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On this slide we have Horizontal axis and Arrangement.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On this slide we have Base and apex.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The four types of population pyramids are the following. Copy the point on Progressive (expanding) on the left, then draw the diagram on the right: four types of pyramids.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Regressive (contracting) on the left, then draw the diagram on the right: the pyramid of Japan.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On this slide we have Stationary and Composite.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Differences between Regions. Population pyramids differ between regions as follows. Copy the point on Developing countries on the left, then draw the diagram on the right: the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Regions. On this slide we have Developed countries and Emerging countries.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Demographic Factors. The demographic factors of the shape of pyramids are the following. On this slide we have Falling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On this slide we have Rising growth and In-migration.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Out-migration on the left, then draw the diagram on the right: people leaving the village.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Non-Demographic Factors. The non-demographic factors of the shape of pyramids are the following. Copy the point on War on the left, then draw the diagram on the right: people fleeing a war.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Improved medical services on the left, then draw the diagram on the right: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On this slide we have Epidemics and Disasters.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On this slide we have Marriage customs.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Indices of Population Structure: Dependency. The indices of dependency are the following. Copy the point on Young dependency ratio on the left, then draw the diagram on the right: the dependency indices.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Indices of Population Structure: Dependency. On this slide we have Old-age dependency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Total (societal) dependency ratio on the left, then draw the diagram on the right: the dependency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Indices of Population Structure: Dependency. On this slide we have Support ratios.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a regressive pyramid and give one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has a narrow base and a wide top, showing low births and many old people, e.g. Japan.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dependency ratio of a region with 5,000 children, 1,000 elderly and 4,000 adults.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(5,000 + 1,000) ÷ 4,000 × 100 = 150 %.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left; number 2, birth; number 3, regressive.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formula of the dependency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Dependency Ratio and Population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POPULATION PYRAMIDS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pyramid, age cohort, base, apex, progressive, regressive, stationary and composite pyramids, dependency ratio.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structure and types of population pyramids; differences between regions; demographic and non-demographic factors of their shape; dependency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interpret population pyramids and explain the factors of their shapes.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Age and Sex Composition):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what the base of a population pyramid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base represents the youngest age groups, so it shows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population pyramid and describe its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types of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pyramids of developing, developed and emerging countries.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demographic and non-demographic factors of their shape.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indices of dependency.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42 % of Cameroonians are under 15.</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has an ageing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sex ratio compares males and females.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Saturday morning at the Central Market of Garoua, you see hundreds of children helping their parents, selling water or running errands, and many young adults working as shop assistants and moto-taxi drivers.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see very few people over 70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teacher says that all this can be shown on one graph shaped like a pyramid.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is this graph built, what shapes can it take, and what makes its shape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 population pyramid is built and interpreted.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 seems the largest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(children and teenagers).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does this cause for working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heavy dependency burden: they must support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 population pyramid from the base to the apex and explain every bulge or notch.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population pyramids, which are used in examinations, in planning and in the study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pyramid_par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the pyramid are the males?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left.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pyramid4.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types of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pyramid has a broad base and a narrow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progressive (expanding)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is the pyramid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Progressive (expanding): broad base, narrow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fleeing a war.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war change the shape of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notches, especially among adult men, and lowers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dependency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6,000 children, 2,000 elderly and 10,000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(6,000 + 2,000) ÷ 10,000 × 100 = 80 %.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Pyramids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double bar graph showing the age and sex composition of a population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cohort: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people born in the same period, usually five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bottom of the pyramid, showing the youngest people and the birth rate.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top of the pyramid, showing old people and 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dependants (0–14 and 65+) for every 100 people aged 15–64.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Structure and Types of Population Pyramids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population pyramid is built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Vertical axis: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age groups, usually in five-year cohorts (0–4, 5–9, 10–14 … 80+).</a:t>
            </a:r>
            <a:endParaRPr lang="en-US" sz="3600" dirty="0"/>
          </a:p>
        </p:txBody>
      </p:sp>
      <p:pic>
        <p:nvPicPr>
          <p:cNvPr id="6" name="Image 0" descr="/home/claude/f4/img/v2/pop2_pyramid_parts.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parts of a pyramid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Structure and Types of Population Pyramids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Structure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Horizontal 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percentage (or the number) of people in each group.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Arrangement: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Males are always on the left and females on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Structure and Types of Population Pyramids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Structure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Base and apex: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base shows births and children, and the apex shows old people and 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Structure and Types of Population Pyramids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four types of population pyramids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Progressive (expanding):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has a broad base and a narrow top, showing high births and short lives, as in Nigeria and Cameroon.</a:t>
            </a:r>
            <a:endParaRPr lang="en-US" sz="3200" dirty="0"/>
          </a:p>
        </p:txBody>
      </p:sp>
      <p:pic>
        <p:nvPicPr>
          <p:cNvPr id="6" name="Image 0" descr="/home/claude/f4/img/v2/pop2_pyramid4.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four types of pyramids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Structure and Types of Population Pyramids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Regressive (contracting):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a narrow base and a wide middle and top, showing low births and an ageing population, as in Japan and Germany.</a:t>
            </a:r>
            <a:endParaRPr lang="en-US" sz="3600" dirty="0"/>
          </a:p>
        </p:txBody>
      </p:sp>
      <p:pic>
        <p:nvPicPr>
          <p:cNvPr id="6" name="Image 0" descr="/home/claude/f4/img/v2/pyramid_japan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Japan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Structure and Types of Population Pyramids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nearly equal bars up to old age, showing low births, low deaths and slow growth, as in Sweden and the USA.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combines features of both, showing a population in transition with falling births, as in Brazil and Mexico.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Regions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 pyramids differ between regions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Developing countries: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Sub-Saharan Africa has broad-based pyramids, with high births, high child mortality and rapid growth.</a:t>
            </a:r>
            <a:endParaRPr lang="en-US" sz="3200" dirty="0"/>
          </a:p>
        </p:txBody>
      </p:sp>
      <p:pic>
        <p:nvPicPr>
          <p:cNvPr id="5" name="Image 0" descr="/home/claude/f4/img/v2/pyramid_cameroon_big.png">    </p:cNvPr>
          <p:cNvPicPr>
            <a:picLocks noChangeAspect="1"/>
          </p:cNvPicPr>
          <p:nvPr/>
        </p:nvPicPr>
        <p:blipFill>
          <a:blip r:embed="rId1"/>
          <a:stretch>
            <a:fillRect/>
          </a:stretch>
        </p:blipFill>
        <p:spPr>
          <a:xfrm>
            <a:off x="5349240" y="2409394"/>
            <a:ext cx="6659575" cy="3017620"/>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Regions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North America and Japan have narrow bases and wide tops, with low fertility and ageing.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India and Brazil have composite pyramids: births are falling and life expectancy is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factors of the shape of pyramids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Declining births narrow the base and make the pyramid "top-heavy", as in industrial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Rising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births with falling deaths give a broad base and a young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arrival of adult workers, often men, creates a bulge in the working ages, as in Gulf countries and big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Out-migration: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departure of young adults creates a notch in the working ages, as in rural villages of Cameroon.</a:t>
            </a:r>
            <a:endParaRPr lang="en-US" sz="3600" dirty="0"/>
          </a:p>
        </p:txBody>
      </p:sp>
      <p:pic>
        <p:nvPicPr>
          <p:cNvPr id="6" name="Image 0" descr="/home/claude/f4/img/v2/usa_busstati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people leaving the village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non-demographic factors of the shape of pyramids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War: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kills many adult men and reduces births, creating notches; a "baby boom" may follow.</a:t>
            </a:r>
            <a:endParaRPr lang="en-US" sz="3200" dirty="0"/>
          </a:p>
        </p:txBody>
      </p:sp>
      <p:pic>
        <p:nvPicPr>
          <p:cNvPr id="6" name="Image 0" descr="/home/claude/f4/img/v2/usa_refuge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people fleeing a war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Improved medical services: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Lower death rates at all ages make the pyramid more rectangular.</a:t>
            </a:r>
            <a:endParaRPr lang="en-US" sz="3600" dirty="0"/>
          </a:p>
        </p:txBody>
      </p:sp>
      <p:pic>
        <p:nvPicPr>
          <p:cNvPr id="6" name="Image 0" descr="/home/claude/f4/img/v2/usa_vaccin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Epidemics: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such as HIV/AIDS reduce some age groups, especially young adults.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Disasters: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Earthquakes, floods and famines reduce the population of the affected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Non-Demographic Factors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Marriage customs: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and large families broaden the base, while late marriage narrows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 Dependency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indices of dependency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Young dependency ratio: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aged 0–14 ÷ people aged 15–64 × 100.</a:t>
            </a:r>
            <a:endParaRPr lang="en-US" sz="3600" dirty="0"/>
          </a:p>
        </p:txBody>
      </p:sp>
      <p:pic>
        <p:nvPicPr>
          <p:cNvPr id="5" name="Image 0" descr="/home/claude/f4/img/v2/pop2_dep_indic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dependency indices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 Dependency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Old-age 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aged 65+ ÷ people aged 15–64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 Dependency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Total (societal) dependency ratio: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aged 0–14 + people aged 65+) ÷ people aged 15–64 × 100.</a:t>
            </a:r>
            <a:endParaRPr lang="en-US" sz="3600" dirty="0"/>
          </a:p>
        </p:txBody>
      </p:sp>
      <p:pic>
        <p:nvPicPr>
          <p:cNvPr id="5" name="Image 0" descr="/home/claude/f4/img/v2/dependenc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dependency ratio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 Dependency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Support ratios: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Societal support ratio: people aged 65+ ÷ people aged 20–64.</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Parental support ratio: people aged 85+ ÷ people aged 50–64.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regressive pyramid and give one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narrow base and a wide top, showing low births and many old people, e.g.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of a region with 5,000 children, 1,000 elderly and 4,000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(5,000 + 1,000) ÷ 4,000 × 100 = 150 %.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pyramid, males are on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broad base shows a high ______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pyramid of Japan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Dependency Ratio and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Life expectancy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L'espérance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cohort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cohorte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Ageing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vieillissante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Population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population pyramid and describe its structure. Describe the four types of population pyramids. Compare the pyramids of developing, developed and emerging countries. Explain the demographic and non-demographic factors of their shape. Name the indices of dependency.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interpret population pyramids and explain the factors of their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Structure; Types; Differences between Regions; Demographic Factors; Non-Demographic Factors; Indices of Population Structure: Dependency.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formula of the dependency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axes of a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shapes.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pyramid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notch on a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do the calculation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(Out-migration):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(Improved medical services):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2026-09-29T03:12:59Z</dcterms:created>
  <dcterms:modified xsi:type="dcterms:W3CDTF">2026-09-29T03:12:59Z</dcterms:modified>
</cp:coreProperties>
</file>