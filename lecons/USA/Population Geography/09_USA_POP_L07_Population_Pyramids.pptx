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population pyramid, age cohort, base, apex, progressive, regressive, stationary and composite pyramids, dependency ratio. At the end, you should be able to do this: learners are able to read and interpret population pyramids and explain the factors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Age and Sex Composition. The question was: State what the base of a population pyramid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base represents the youngest age groups, so it shows the birth 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 population pyramid and describe its structure. Number 2: describe the four types of population pyramids. Number 3: compare the pyramids of developing, developed and emerging countries. Number 4: explain the demographic and non-demographic factors of their shape. Number 5: name the indices of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About 42 % of Cameroonians are under 15. Japan has an ageing population. The sex ratio compares males and females.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Saturday morning at the Central Market of Garoua, you see hundreds of children helping their parents, selling water or running errands, and many young adults working as shop assistants and moto-taxi drivers. You see very few people over 70 years. Your teacher says that all this can be shown on one graph shaped like a pyramid. You ask: "How is this graph built, what shapes can it take, and what makes its shape change?"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population pyramid is built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age group seems the largest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(children and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does this cause for working adults?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heavy dependency burden: they must support many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 population pyramid from the base to the apex and explain every bulge or notch.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population pyramids, which are used in examinations, in planning and in the study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parts of a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of the pyramid are the males?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four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pyramid has a broad base and a narrow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(expanding)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is the pyramid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Progressive (expanding): broad base, narrow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fleeing a war.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war change the shape of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notches, especially among adult men, and lowers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dependency ratio: 6,000 children, 2,000 elderly and 10,000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(6,000 + 2,000) ÷ 10,000 × 100 = 80 %.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pyramid and Age cohort.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Base and Apex.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A population pyramid is built as follows. Copy the point on Vertical axis on the left, then draw the diagram on the right: the parts of a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Copy the point on Horizontal axis and arrangement: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Copy the point on Base and apex: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four types of population pyramids. Copy the point on Progressive (expanding) pyramid on the left, then draw the diagram on the right: the four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Regressive (contracting) pyramid on the left, then draw the diagram on the right: the pyramid of Japan.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Copy the point on Stationary pyramid: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Copy the point on Composite pyramid: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Parts of the World. Population pyramids differ between the following parts of the world. Copy the point on Developing countries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Parts of the World. Copy the point on Developed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Parts of the World. Copy the point on Emerging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The shape of pyramids is influenced by the following demographic factors. Copy the point on Falling births: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High births and falling deaths: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In-migration: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Out-migration on the left, then draw the diagram on the right: migrants at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The shape of pyramids is also influenced by the following non-demographic factors. Copy the point on War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Improved medical services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Epidemics and disasters: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Marriage customs: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Dependency Ratios. The structure of a population is measured with the following dependency ratios. Copy the point on Young dependency ratio on the left, then draw the diagram on the right: dependency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Dependency Ratios. Copy the point on Old-age dependency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Total dependency ratio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Support Ratios. The burden of old people is measured with the following support ratios. Copy the point on Societal support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Support Ratios. Copy the point on Parental support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regressive pyramid and give one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a narrow base and a wide top, showing low births and many old people, e.g. Japan.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dependency ratio of a region with 5,000 children, 1,000 elderly and 4,000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(5,000 + 1,000) ÷ 4,000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number 2, birth; number 3, regressive.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the dependency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Dependency Ratio and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POPULATION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age cohort, base, apex, progressive, regressive, stationary and composite pyramids,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structure and types of population pyramids; differences between regions; demographic and non-demographic factors of their shape; dependency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Age and Sex Composition):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what the base of a population pyramid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represents the youngest age groups, so it shows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population pyramid and describe its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types of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pyramids of developing, developed and emerging countries.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and non-demographic factors of their shape.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indices of dependency.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42 % of Cameroonians are under 15.</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an ageing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sex ratio compares males and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Saturday morning at the Central Market of Garoua, you see hundreds of children helping their parents, selling water or running errands, and many young adults working as shop assistants and moto-taxi drivers.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see very few people over 70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says that all this can be shown on one graph shaped like a pyramid.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is this graph built, what shapes can it take, and what makes its shape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population pyramid is built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 seems the largest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(children and teenagers).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this cause for working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heavy dependency burden: they must support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 population pyramid from the base to the apex and explain every bulge or notch.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population pyramids, which are used in examinations, in planning and in the study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pyramid_par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the pyramid are the 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pyramid4.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pyramid has a broad base and a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(expanding)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is the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(expanding): broad base, narrow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fleeing a war.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war change the shape of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notches, especially among adult men, and lowers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6,000 children, 2,000 elderly and 10,000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+ 2,000) ÷ 10,000 × 100 =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double bar graph showing the age and sex composition of a population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cohort: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people born in the same period, usually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bottom of the pyramid, showing the youngest people and the birth rate.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top of the pyramid, showing old people and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(0 to 14 and 65+) for every 100 people aged 15 to 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Structure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population pyramid is built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Vertical axis: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shows the age groups, usually in five-year cohorts (0 to 4, 5 to 9, 10 to 14, and so on up to 80+). The youngest are at the bottom and the oldest at the top.</a:t>
            </a:r>
            <a:endParaRPr lang="en-US" sz="3200" dirty="0"/>
          </a:p>
        </p:txBody>
      </p:sp>
      <p:pic>
        <p:nvPicPr>
          <p:cNvPr id="6" name="Image 0" descr="/home/claude/f4/img/v2/pop2_pyramid_part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parts of a pyramid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axis and arrangement: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percentage or the number of people in each group. Males are always on the left and females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Structure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and apex: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base shows births and children, so a wide base means a high birth rate. The apex shows old people, so a wide apex means a long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four types of population pyramids: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Progressive (expanding) pyramid: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has a broad base and a narrow top, showing high birth rates and short lives. It is found in Nigeria, Cameroon and most developing countries.</a:t>
            </a:r>
            <a:endParaRPr lang="en-US" sz="3200" dirty="0"/>
          </a:p>
        </p:txBody>
      </p:sp>
      <p:pic>
        <p:nvPicPr>
          <p:cNvPr id="6" name="Image 0" descr="/home/claude/f4/img/v2/pop2_pyramid4.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types of pyramids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Regressive (contracting) pyramid: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narrow base and a wide middle and top, showing low birth rates and an ageing population. It is found in Japan and Germany.</a:t>
            </a:r>
            <a:endParaRPr lang="en-US" sz="3600" dirty="0"/>
          </a:p>
        </p:txBody>
      </p:sp>
      <p:pic>
        <p:nvPicPr>
          <p:cNvPr id="6" name="Image 0" descr="/home/claude/f4/img/v2/pyramid_japa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Japan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nearly equal bars up to old age, showing low birth and death rates and slow growth. It is found in Sweden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Population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combines features of both, with a narrowing base above a wider middle. It shows a population in transition with falling births, as in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Parts of the World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pyramids differ between the following parts of the world:</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Sub-Saharan Africa has broad-based pyramids, with high birth rates, high child mortality and rapid growth. Few people reach old age.</a:t>
            </a:r>
            <a:endParaRPr lang="en-US" sz="3200" dirty="0"/>
          </a:p>
        </p:txBody>
      </p:sp>
      <p:pic>
        <p:nvPicPr>
          <p:cNvPr id="5"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Parts of the World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Japan have narrow bases and wide tops. Their fertility is low and their populations are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Parts of the World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and Brazil have composite pyramids because their births are falling and life expectancy is rising. Their pyramids are becoming more rectangular.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pyramids is influenced by the following demographic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births: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Declining birth rates narrow the base of the pyramid in the long run. The pyramid becomes top-heavy, as in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births and falling deaths: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with falling death rates give a broad base and a young population. The pyramid widens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arrival of adult workers, often men, creates a bulge in the working ages. This is seen in the Gulf countries and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Out-migration: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departure of young adults creates a notch in the working ages. This is seen in the rural villages of Cameroon.</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shape of pyramids is also influenced by the following non-demographic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War kills many adult men and reduces births in the short run, creating notches in the pyramid. A baby boom may follow when peace returns.</a:t>
            </a:r>
            <a:endParaRPr lang="en-US" sz="32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Improved medical services: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Vaccination and better health care lower death rates at all ages. In the long run, the pyramid becomes more rectangular.</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and 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HIV/AIDS reduce some age groups, especially young adults. Earthquakes, floods and famines reduce the population of the groups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the Shape of Pyramids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Marriage customs: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and the value placed on large families broaden the base. Late marriage and small families narrow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Dependency Ratios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structure of a population is measured with the following dependency ratios: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Young dependency ratio: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calculated as people aged 0 to 14 ÷ people aged 15 to 64 × 100. It is very high in developing countries.</a:t>
            </a:r>
            <a:endParaRPr lang="en-US" sz="3200" dirty="0"/>
          </a:p>
        </p:txBody>
      </p:sp>
      <p:pic>
        <p:nvPicPr>
          <p:cNvPr id="6" name="Image 0" descr="/home/claude/f4/img/v2/pop2_dep_indic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dependency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Dependency Ratios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Old-age 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calculated as people aged 65+ ÷ people aged 15 to 64 × 100. It is very high in ageing countries such as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Dependency Ratios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Total dependency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calculated as (people aged 0 to 14 + people aged 65+) ÷ people aged 15 to 64 × 100. It shows the total burden on the working population.</a:t>
            </a:r>
            <a:endParaRPr lang="en-US" sz="3600" dirty="0"/>
          </a:p>
        </p:txBody>
      </p:sp>
      <p:pic>
        <p:nvPicPr>
          <p:cNvPr id="6" name="Image 0" descr="/home/claude/f4/img/v2/dependency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Support Ratios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burden of old people is measured with the following support ratios: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Societal support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calculated as people aged 65+ ÷ people aged 20 to 64. It shows how many old people each worker must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Indices of Population Structure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Support Ratios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Parental support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calculated as people aged 85+ ÷ people aged 50 to 64. It shows how many very old parents each adult child must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one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 top, showing low births and many old people, e.g.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region with 5,000 children, 1,000 elderly and 4,000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(5,000 + 1,000) ÷ 4,000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pyramid, males are on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broad base shows a high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pyramid of Japan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cohort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cohorte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vieillissante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population pyramid and describe its structure. Describe the four types of population pyramids. Compare the pyramids of developing, developed and emerging countries. Explain the demographic and non-demographic factors of their shape. Name the indices of dependency.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interpret population pyramids and explain the factors of their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Types; Differences between Parts of the World; Demographic Factors; Non-Demographic Factors; Dependency Ratios; Support Ratios.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the dependency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axes of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pyramid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notch on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(Out-migration):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(Improved medical services):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2026-10-06T05:44:04Z</dcterms:created>
  <dcterms:modified xsi:type="dcterms:W3CDTF">2026-10-06T05:44:04Z</dcterms:modified>
</cp:coreProperties>
</file>