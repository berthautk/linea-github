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1: Sources of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list the four sources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who has a birth certificate.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a border 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difficulties in remote villages.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census 2. registration 3.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POPULATION GEOGRAPHY  —  LESSON 1</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Sources of Population Data</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1: Sources of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Census, sample survey, vital registration, migration records, demography.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Censuses, sample surveys, vital registration and migration records; current state of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identify sources of population data, judge their reliability and describe the world population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Name and describe the main sources of population data.</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problems of collecting population data in LEDCs.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current state of world population.</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Population geography studies people in space.</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Cameroon held censuses in 1976, 1987 and 2005.</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Health must decide how many schools and health centres to build in the Far North. An official says, "We cannot plan without good numbers." The last full census was many years ago.</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Planners need reliable population figures.</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can they find population figures?</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censuses, surveys and registers of births and deaths.</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old figures a problem?</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has grown and moved since then.</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population figures come from and how reliable they are.</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SOURCES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data_source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four main sources of population data.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SOURCES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counts every person in the country at one time?</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SOURCES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census.</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SOURCES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usa_newborn.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newborn baby.</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SOURCES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records births and deaths as they happen?</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SOURCES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Vital registration (civil status registers).</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SOURCES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usa_passport.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Travellers arriving at an airport (London).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SOURCES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records people entering and leaving a country?</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SOURCES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records (passports, visas, border counts).</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PROBLEMS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usa_children.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School children in rural Africa.</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PROBLEMS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taking a census in LEDCs.</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PROBLEMS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Cost, poor roads, illiteracy, nomads and people who hide from counting.</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WORLD POPULATION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world_pop_big.png">    </p:cNvPr>
          <p:cNvPicPr>
            <a:picLocks noChangeAspect="1"/>
          </p:cNvPicPr>
          <p:nvPr/>
        </p:nvPicPr>
        <p:blipFill>
          <a:blip r:embed="rId1"/>
          <a:stretch>
            <a:fillRect/>
          </a:stretch>
        </p:blipFill>
        <p:spPr>
          <a:xfrm>
            <a:off x="921585" y="1691640"/>
            <a:ext cx="10345783"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World population by continent (2024, approximate).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WORLD POPULATION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has the most people? About how many people live on Earth?</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WORLD POPULATION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 about 8.1 billion.</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Sources of Population Data</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Numbers</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Data</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Sources of Population Data</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Census: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an official count of all the people of a country at one time.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Sample survey: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study of a small part of the population to estimate the whole.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Vital registration: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recording of births, deaths and marriages as they happen.</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Sources of Data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Census: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counts every person, usually every ten years, and gives age, sex, work and housing. It is costly and difficult in poor countries.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Sample surveys: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They question a part of the population, like demographic and health surveys. They are cheaper and faster but less complete.</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Sources of Data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Registers and migration records: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Vital registers record births and deaths, and migration records count people crossing borders. Many births in LEDCs are not registered.</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Reliability and World Population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Problems: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Poor roads, insecurity, nomads and illiteracy make counting hard. Some people are counted twice or not at all.</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World population today: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world has about 8.1 billion people and grows by about 70 million a year. Asia has about 60 % of them.</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Reliability and World Population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Uses: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Data help to plan schools, hospitals, roads and elections. Without data, planning is guesswork.</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census and a sample survey.</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census counts everyone; a sample survey studies only a part of the population.</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population data in LEDCs.</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and illiteracy (also cost, insecurity, nomads, unregistered births).</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An official count of all people is a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Births and deaths are recorded by vital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continent with most people is ______.</a:t>
            </a:r>
            <a:endParaRPr lang="en-US" sz="3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five adults if they have a birth certificate and explain why some do not.</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2: Population Distribution and Density.</a:t>
            </a:r>
            <a:endParaRPr lang="en-US" sz="4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Census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recensement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Survey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L'enquête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Birth certificate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L'acte de naissance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Data</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Les données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Migration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migration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Demography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démographie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Population Numbers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1: Sources of Population Data</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Name and describe the main sources of population data. Explain the problems of collecting population data in LEDCs. Describe the current state of world population.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identify sources of population data, judge their reliability and describe the world population today.</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Census, Sample survey, Vital registration; II. Sources of Data: Census, Sample surveys, Registers and migration records; III. Reliability and World Population: Problems, World population today, Uses.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Ask five adults if they have a birth certificate and explain why some do not.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4 (Population 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“Newborn baby rests” by World Bank Photo Collection, CC BY-NC-ND 2.0, via Flickr (https://www.flickr.com/photos/10816734@N03/19845580540)</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“London Heathrow T4 arrivals” by markhillary, CC BY 2.0, via Flickr (https://www.flickr.com/photos/56087830@N00/1568955656)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“African school children” by World Resources, CC BY-NC-SA 2.0, via Flickr (https://www.flickr.com/photos/26107309@N05/2658469563)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2026-09-26T18:49:32Z</dcterms:created>
  <dcterms:modified xsi:type="dcterms:W3CDTF">2026-09-26T18:49:32Z</dcterms:modified>
</cp:coreProperties>
</file>