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Sources of Population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Data. The key notions we shall use today are: census, sample survey, vital registration, migration records, demography. At the end, you should be able to do this: learners are able to identify sources of population data, judge their reliability and describe the world population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and describe the main sources of population data. Number 2: explain the problems of collecting population data in LEDCs. Number 3: describe the current state of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geography studies people in space. Cameroon held censuses in 1976, 1987 and 2005.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Health must decide how many schools and health centres to build in the Far North. An official says, "We cannot plan without good numbers." The last full census was many years ago.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Planners need reliable population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can they find population figures?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censuses, surveys and registers of births and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old figures a problem?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population has grown and moved since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register births and deaths and take part in censuses so that planning is based on good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population figures come from and how reliable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main sources of population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source counts every person in the country at one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newborn baby.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source records births and deaths as they happen?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Vital registration (civil status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travellers arriving at an airport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source records people entering and leaving a country?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Migration records (passports, visas, border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school children in rural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taking a census in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Cost, poor roads, illiteracy, nomads and people who hide from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world population by continent (2024,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continent has the most people? About how many people live on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Asia; about 8.1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data and Census.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Population Data. Population data come from the following sources. On this slide we have Censuses.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Population Data. On this slide we have Sample surveys.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Population Data. On this slide we have Vital registration.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Population Data. On this slide we have Migration records.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sources of population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Data Collection in LEDCs. Data collection faces the following problems. On this slide we have Practical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Data Collection in LEDCs. On this slide we have Financial and social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Current State of Global Population. The world population today can be described as follows. On this slide we have World total.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 State of Global Population. On this slide we have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population by continent.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census and a sample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census counts everyone; a sample survey studies only a part of the population.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population data in LEDCs.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poor roads and illiteracy (also cost, insecurity, nomads, unregistered births).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census; number 2, registration; number 3,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five adults if they have a birth certificate and explain why some do not.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Population Distribution and Density.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SOURCES OF POPULATION DATA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Sources of Population Data</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Sources of Population Data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Sources of 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Census, sample survey, vital registration, migration records, demography.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Censuses, sample surveys, vital registration and migration records; current state of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sources of population data, judge their reliability and describe the world population today.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and describe the main sources of population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collecting population data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current state of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geography studies people in space.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held censuses in 1976, 1987 and 2005.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Health must decide how many schools and health centres to build in the Far North. An official says, "We cannot plan without good numbers." The last full census was many years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Planners need reliable population figures.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they find population figures?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censuses, surveys and registers of births and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old figures a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has grown and moved since then.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Register births and deaths and take part in censuses so that planning is based on good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population figures come from and how reliable they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CENSUSES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main sources of population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CENSUSES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 counts every person in the country at one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CENSUSES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VITAL REGISTRATION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newbor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newborn baby.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VITAL REGISTRATION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 records births and deaths as they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VITAL REGISTRATION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Vital registration (civil status registers).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 MIGRATION RECORDS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ass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arriving at an airport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 MIGRATION RECORDS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 records people entering and leaving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 MIGRATION RECORDS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records (passports, visas, border counts).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PROBLEMS OF CENSUSES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School children in rural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PROBLEMS OF CENSUSES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taking a census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PROBLEMS OF CENSUSES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Cost, poor roads, illiteracy, nomads and people who hide from counting.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CURRENT STATE OF GLOBAL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orld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by continent (2024,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CURRENT STATE OF GLOBAL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continent has the most people? About how many people live on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CURRENT STATE OF GLOBAL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 about 8.1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Data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Sources of Population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figures on the number, structure and movement of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Census: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count of all the people of a country at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data come from the following 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Censuses: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census counts every person and records age, sex, occupation and residence, usually every ten years. Cameroon held censuses in 1976, 1987 and 2005 (BUCREP).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Sample surveys: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collect detailed information from a small part of the population, such as the Demographic and Health Surveys. They are cheaper and faster than a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Vital 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births, deaths and marriages as they happen at the civil status office. It gives birth and death rates between censuses.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records: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Passports, visas, border and refugee records show people entering and leaving a country. Many movements across African borders are not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sources of population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Problems of Data Collection in LEDCs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Data collection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Practical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remote villages, nomads and insecurity make counting difficult. Many births and deaths are never registered.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Population Data</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Problems of Data Collection in LEDCs (continued)</a:t>
            </a:r>
            <a:endParaRPr lang="en-US" sz="25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Financial and social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Censuses are very expensive, and illiteracy and mistrust lead to wrong answers. Data may be manipulated for political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Current State of Global Population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population today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World total: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population passed 8 billion in 2022 and grows by about 70 million a year. Growth is slowing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Current State of Global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 has about 60 % of the world population, with China and India above 1.4 billion each. Africa has the fastest growth and the youngest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Current State of Global Population</a:t>
            </a:r>
            <a:endParaRPr lang="en-US" sz="3600" dirty="0"/>
          </a:p>
        </p:txBody>
      </p:sp>
      <p:pic>
        <p:nvPicPr>
          <p:cNvPr id="4" name="Image 0" descr="/home/claude/f4/img/v2/world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population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census and a sample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census counts everyone; a sample survey studies only a part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population data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and illiteracy (also cost, insecurity, nomads, unregistered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official count of all people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Births and deaths are recorded by vital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continent with most people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five adults if they have a birth certificate and explain why some do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L'enquête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certificate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L'acte de 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Demography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démographie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Sources of Population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and describe the main sources of population data. Explain the problems of collecting population data in LEDCs. Describe the current state of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sources of population data, judge their reliability and describe the world population today.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Sources of Population Data; Problems of Data Collection in LEDCs; Current State of Global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five adults if they have a birth certificate and explain why some do not.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four sources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who has a birth certificate.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border post.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difficulties in remote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bars.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“Newborn baby rests” by World Bank Photo Collection, CC BY-NC-ND 2.0, via Flickr (https://www.flickr.com/photos/10816734@N03/19845580540)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“London Heathrow T4 arrivals” by markhillary, CC BY 2.0, via Flickr (https://www.flickr.com/photos/56087830@N00/1568955656)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2026-09-27T09:41:47Z</dcterms:created>
  <dcterms:modified xsi:type="dcterms:W3CDTF">2026-09-27T09:41:47Z</dcterms:modified>
</cp:coreProperties>
</file>