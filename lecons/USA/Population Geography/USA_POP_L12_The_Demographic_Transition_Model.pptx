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12: The Demographic Transition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two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copy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match the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the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2 2. 3 3.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LESSON 12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Demographic Transition Model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Time (Population Growth)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Growth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12: The Demographic Transition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transition model, stages, natural increase, Rostow's model.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Meaning; stages and their characteristics linked to Rostow's model; appraisal; application to Cameroon.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use the DTM to explain population change and apply it to Cameroon.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five stages of the DTM.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DTM to Rostow's stages of economic growth.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 the model and apply it to Cameroon.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rates fell before birth rates in LEDCs.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increase = births − deaths.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demographer says, "Cameroon is where Europe was about 100 years ago." Learners ask whether all countries follow the same path.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want to know if all countries follow the same demographic path.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model describes this path?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Demographic Transition Model.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which stage is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3 (falling births, low deaths).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explain population change with a model and to see where Cameroon stands.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dt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Demographic Transition Model.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stage is natural increase highest?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stage 2 (early expanding).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STAGES TODAY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dtm_countri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Countries at each stage.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STAGES TODAY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stage 1 hardly exist today?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STAGES TODAY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medicine has lowered death rates almost everywhere.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LINK WITH ROSTOW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rostow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Rostow's stages of economic growth.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LINK WITH ROSTOW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Rostow stage matches stage 4 of the DTM?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LINK WITH ROSTOW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drive to maturity.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CAMEROON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cmr_rat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Birth and death rates of Cameroon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CAMEROON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Cameroon in stage 3?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CAMEROON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Death rates are low and birth rates are starting to fall.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APPRAISAL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usa_gir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Girls at school.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APPRAISAL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weakness of the DTM.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APPRAISAL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based on Europe and may not fit all countries; it ignores migration.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Demographic Transition Model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Population Change over Time (Population Growth)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Population Growth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12: The Demographic Transition Model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Demographic Transition Model: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model that shows how birth and death rates change as a country develops.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increase: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gap between birth and death rates.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Stages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Stages 1 and 2: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stage 1 both rates are high and growth is slow. In stage 2 death rates fall fast and growth is rapid.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Stage 3: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Birth rates fall because of education, towns and family planning. Growth slows but is still high.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Stages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Stages 4 and 5: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stage 4 both rates are low and growth is slow. In stage 5 births fall below deaths and population declines.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Link with Rostow: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stages match Rostow's traditional society, take-off and maturity. Economic growth and demographic change go together.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Appraisal and Cameroon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Strengths: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simple and fits the history of Europe. It helps to predict change.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Weaknesses: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based on Europe and ignores migration. Some LEDCs change faster, and stage 5 was not in the original model.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Appraisal and Cameroon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Cameroon: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is in stage 3, with a death rate near 9 and a birth rate near 35 per 1,000. Faster female education could speed up the transition.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Appraisal and Cameroon (3/3)</a:t>
            </a:r>
            <a:endParaRPr lang="en-US" sz="3600" dirty="0"/>
          </a:p>
        </p:txBody>
      </p:sp>
      <p:pic>
        <p:nvPicPr>
          <p:cNvPr id="13" name="Image 0" descr="/home/claude/f4/img/v2/dt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DTM.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stage 2 of the DTM.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Death rates fall fast while birth rates stay high; rapid growth.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weaknesses of the DTM.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Based on Europe; ignores migration (also timing differs, stage 5 not in original).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fastest growth is in stage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is in stage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Japan is in stage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DTM and place Niger, Cameroon, France and Japan on it.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13: Migration.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modèle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stade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transition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 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taux de natalité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développement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Appraisal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L'évaluation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Time (Population Growth)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12: The Demographic Transition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five stages of the DTM. Link the DTM to Rostow's stages of economic growth. Appraise the model and apply it to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use the DTM to explain population change and apply it to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Demographic Transition Model, Natural increase; II. The Stages: Stages 1 and 2, Stage 3, Stages 4 and 5, Link with Rostow; III. Appraisal and Cameroon: Strengths, Weaknesses,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DTM and place Niger, Cameroon, France and Japan on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“Students in Primary Seven at Zanaki Primary School” by World Bank Photo Collection, CC BY-NC-ND 2.0, via Flickr (https://www.flickr.com/photos/10816734@N03/33423887921)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2026-09-26T18:49:34Z</dcterms:created>
  <dcterms:modified xsi:type="dcterms:W3CDTF">2026-09-26T18:49:34Z</dcterms:modified>
</cp:coreProperties>
</file>