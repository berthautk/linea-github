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distribution, unevenness, continentality, insularity, population density, arithmetic density, physiological density, agricultural density. At the end, you should be able to do this: learners are able to describe the unevenness of population distribution at different levels and to calculate and use the three types of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Sources of Population Data. The question was: Define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density is the number of people living per unit area, usually per square kilometre.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population distribution and population density. Number 2: describe the unevenness of population distribution at the continental, national, latitudinal, vertical and coastal levels. Number 3: calculate arithmetic, physiological and agricultural densities. Number 4: evaluate the usefulness of distribution and density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every person of a country. Asia has about 60 % of the world population. Cameroon has an area of about 475,650 km².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has about 190 people per km² while the East Region has only about 11 people per km². A company wants to open a supermarket and a new bus line and hesitates between Douala and Bertoua. The manager asks: "How are people spread across Cameroon and the world, and how can we measure how crowded an area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company does not know how population is distributed and how to measure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more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Region (about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 supermarket go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 where many customers live close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figures before choosing where to build a school, a market or a health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are unevenly spread and to use density figures to plan services and investments.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density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is the most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 (about 150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population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hemisphere do about 90 % of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northern hemisphere.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altitude, the sea and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About what share of humanity lives within 500 km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two-thirds.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density of a country with 10 million people on 500,000 km².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10,000,000 ÷ 500,000 = 20 people per km² (arithmetic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use of density data for a town council.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decide where to build schools, parks, markets or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density and Continentality.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Insularity.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Continental and National Levels. The unevenness of population at the continental and national levels is the following. Copy the point on Uneven spread on the left, then draw the diagram on the right: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Continental level on the left, then draw the diagram on the right: density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Continental and National Levels. On this slide we have Very large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Continental and National Levels. On this slide we have Very small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Inside Cameroon on the left, then draw the diagram on the right: density by region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Latitudinal, Vertical and Coastal Levels. The unevenness of population by latitude, altitude and distance from the sea is the following. Copy the point on Latitudinal distribution on the left, then draw the diagram on the right: population by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Vertical distribution on the left, then draw the diagram on the right: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Latitudinal, Vertical and Coastal Levels. On this slide we have Tropical exception.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Coastal distribution on the left, then draw the diagram on the right: altitude, coast and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Latitudinal, Vertical and Coastal Levels.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Density and its Types. The types of population density and their calculation are the following. Copy the point on Arithmetic (crude) density on the left, then draw the diagram on the right: three types of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Density and its Types. On this slide we have Physiological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Density and its Types. On this slide we have Agricultural density and Meaning of each.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Density and its Types.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Population distribution and density are measured with the following tools. On this slide we have Census data.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 Information Systems (GIS) on the left, then draw the diagram on the right: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On this slide we have Surveys.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Usefulness of Distribution and Density Data. Distribution and density data are useful in the following ways. Copy the point on Urban planning on the left, then draw the diagram on the right: a crowded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Usefulness of Distribution and Density Data. On this slide we have Resource management and Economic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Usefulness of Distribution and Density Data. On this slide we have Environmental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arithmetic and physiological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arithmetic density divides the population by the total area; physiological density divides it by the area of cultivable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the unevenness of world population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people live in the northern hemisphere; about two-thirds live within 500 km of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physiological; number 3,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types of maps that show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Techniques of Mapping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POPULATION DISTRIBUTION AND DENSITY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unevenness, continentality, insularity, population density, arithmetic density, physiological density, agricultural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concept of population distribution; levels of unevenness (continental, national, latitudinal, vertical, coastal); population density and its types; measurement; usefulness.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living per unit area, usually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unevenness of population distribution at the continental, national, latitudinal, vertical and coastal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arithmetic, physiological and agricultural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 usefulness of distribution and density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every person of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about 60 % of the world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area of about 475,650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has about 190 people per km² while the East Region has only about 11 people per km².</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wants to open a supermarket and a new bus line and hesitates between Douala and Bertoua.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asks: "How are people spread across Cameroon and the world, and how can we measure how crowded an area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company does not know how population is distributed and how to measure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more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(about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 supermarket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where many customers live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figures before choosing where to build a school, a market or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are unevenly spread and to use density figures to plan services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cont_density.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is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150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hemispher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hemisphere do about 90 % of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coas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the sea and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humanity lives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dens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country with 10 million people on 500,000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10,000,000 ÷ 500,000 = 20 people per km² (arithmetic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use of density data for a town council.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decide where to build schools, parks, markets or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 showing where they are concentrated and where they are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per unit area, usually per square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areas far inland are generally less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condition of being an island or near the coast, which often attracts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unevenness of population at the continental and national levels is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Uneven spread: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world population is very unevenly spread: a few regions are crowded and large areas are almost empty.</a:t>
            </a:r>
            <a:endParaRPr lang="en-US" sz="2800" dirty="0"/>
          </a:p>
        </p:txBody>
      </p:sp>
      <p:pic>
        <p:nvPicPr>
          <p:cNvPr id="6" name="Image 0" descr="/home/claude/f4/img/v2/world_density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level: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Asia is the densest continent (about 150 per km²), while Oceania has only about 5 per km².</a:t>
            </a:r>
            <a:endParaRPr lang="en-US" sz="3600" dirty="0"/>
          </a:p>
        </p:txBody>
      </p:sp>
      <p:pic>
        <p:nvPicPr>
          <p:cNvPr id="6" name="Image 0" descr="/home/claude/f4/img/v2/pop2_cont_density.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large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fifteen countries have more than 100 million people, such as India, China, the USA, Indonesia, Pakistan and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A) Continental and National Levels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small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countries have fewer than 2 million people, such as Guyana, Equatorial Guinea, Eswatini and Djibouti.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West and Far North Regions are dense, while the East and South Regions are sparsely populated.</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by region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unevenness of population by latitude, altitude and distance from the sea is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Latitudinal 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About 90 % of people live in the northern hemisphere, mostly between 20° N and 60° N.</a:t>
            </a:r>
            <a:endParaRPr lang="en-US" sz="2800" dirty="0"/>
          </a:p>
        </p:txBody>
      </p:sp>
      <p:pic>
        <p:nvPicPr>
          <p:cNvPr id="6" name="Image 0" descr="/home/claude/f4/img/v2/pop2_hemisphere.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by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Vertical 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generally falls with altitude: about 56 % of people live below 200 m, and about four-fifths live below 500 m.</a:t>
            </a:r>
            <a:endParaRPr lang="en-US" sz="3600" dirty="0"/>
          </a:p>
        </p:txBody>
      </p:sp>
      <p:pic>
        <p:nvPicPr>
          <p:cNvPr id="6" name="Image 0" descr="/home/claude/f4/img/v2/altitude_pop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exception: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tropics, cool highlands such as the Ethiopian Highlands and the Western Highlands of Cameroon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two-thirds of the world population lives within 500 km of the sea, and about three-quarters within 1,000 km.</a:t>
            </a:r>
            <a:endParaRPr lang="en-US" sz="3600" dirty="0"/>
          </a:p>
        </p:txBody>
      </p:sp>
      <p:pic>
        <p:nvPicPr>
          <p:cNvPr id="6" name="Image 0" descr="/home/claude/f4/img/v2/pop2_coast.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coast and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Unevenness of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Lagos and Abidjan are large coastal cities, while the interior of the Sahara and Central Africa is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types of population density and their calculation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Arithmetic (crude) density: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the total population divided by the total land area; 10 million people on 500,000 km² give 20 people per km².</a:t>
            </a:r>
            <a:endParaRPr lang="en-US" sz="2800" dirty="0"/>
          </a:p>
        </p:txBody>
      </p:sp>
      <p:pic>
        <p:nvPicPr>
          <p:cNvPr id="5" name="Image 0" descr="/home/claude/f4/img/v2/pop2_density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types of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area of cultivable land; 10 million people on 200,000 km² of farmland give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cultivable land; 1 million farmers on 200,000 km² give 5 farmers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of each: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Arithmetic density shows the general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Physiological density shows the pressure on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Agricultural density shows how efficient farming 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29 million people on 475,650 km² give an arithmetic density of about 61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Measurement</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distribution and density are measured with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number of people in each region, division and district.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Measurement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 Information Systems (GIS):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combine population figures with maps and satellite images to map density precisely.</a:t>
            </a:r>
            <a:endParaRPr lang="en-US" sz="3600" dirty="0"/>
          </a:p>
        </p:txBody>
      </p:sp>
      <p:pic>
        <p:nvPicPr>
          <p:cNvPr id="6" name="Image 0" descr="/home/claude/f4/img/v2/gis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GIS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Density and its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Measurement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density figures for small areas such as a neighbourhood or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Usefulness of Distribution and Density Data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Distribution and density data are useful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show where to build roads, schools, markets and parks, as in the crowded quarters of Douala.</a:t>
            </a:r>
            <a:endParaRPr lang="en-US" sz="3200" dirty="0"/>
          </a:p>
        </p:txBody>
      </p:sp>
      <p:pic>
        <p:nvPicPr>
          <p:cNvPr id="5"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Usefulness of Distribution and Density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help to share water, electricity, transport and health care according to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Investors use them to choose where to open shops, banks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Usefulness of Distribution and Density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where human pressure threatens forests,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arithmetic and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 density divides the population by the total area; physiological density divides it by the area of cultivable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the unevenness of world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 about two-thirds live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densely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 farmland area gives the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humanity lives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Faiblement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cultivables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population density. Describe the unevenness of population distribution at the continental, national, latitudinal, vertical and coastal levels. Calculate arithmetic, physiological and agricultural densities. Evaluate the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Continental and National Levels; Latitudinal, Vertical and Coastal Levels; Population Density and its Types; Measurement;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types of maps that show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20° N and 60° N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three percentages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crowded market.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2026-09-28T21:55:11Z</dcterms:created>
  <dcterms:modified xsi:type="dcterms:W3CDTF">2026-09-28T21:55:11Z</dcterms:modified>
</cp:coreProperties>
</file>