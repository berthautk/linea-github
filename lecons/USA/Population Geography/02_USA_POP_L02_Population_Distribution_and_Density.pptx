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notesMasterIdLst>
    <p:notesMasterId r:id="rId7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Population Distribution and Density.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Numbers, and the sub-topic is Population Density and Distribution. The key notions we shall use today are: population distribution, unevenness, continentality, insularity, population density, arithmetic density, physiological density, agricultural density. At the end, you should be able to do this: learners are able to describe the unevenness of population distribution at different levels and to calculate and use the three types of population density.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 Sources of Population Data. The question was: Define population density.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Population density is the number of people living per unit area, usually per square kilometre.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define population distribution and population density. Number 2: describe the unevenness of population distribution at the continental, national, latitudinal, vertical and coastal levels. Number 3: calculate arithmetic, physiological and agricultural densities. Number 4: evaluate the usefulness of distribution and density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census counts every person of a country. Asia has about 60 % of the world population. Cameroon has an area of about 475,650 km².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Littoral Region has about 190 people per km² while the East Region has only about 11 people per km². A company wants to open a supermarket and a new bus line and hesitates between Douala and Bertoua. The manager asks: "How are people spread across Cameroon and the world, and how can we measure how crowded an area is?"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company does not know how population is distributed and how to measure density.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region is more crowded?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Littoral Region (about 190 people per km²).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should the supermarket go first?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Douala, where many customers live close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density figures before choosing where to build a school, a market or a health 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people are unevenly spread and to use density figures to plan services and investments.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density by continent.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continent is the most densely populated?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Asia (about 150 people per km²).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population by latitude.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In which hemisphere do about 90 % of people live?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northern hemisphere.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altitude, the sea and population.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About what share of humanity lives within 500 km of the sea?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two-thirds.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three types of density.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Calculate the density of a country with 10 million people on 500,000 km².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10,000,000 ÷ 500,000 = 20 people per km² (arithmetic density).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crowded street.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use of density data for a town council.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decide where to build schools, parks, markets or health centres.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Population distribution.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Population density and Continentality.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Insularity.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Continental and National Levels. The unevenness of population at the continental and national levels is the following. Copy the point on Uneven spread on the left, then draw the diagram on the right: dense and sparse areas of the world.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Continental level on the left, then draw the diagram on the right: density by continent.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Continental and National Levels. On this slide we have Very large countries.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Continental and National Levels. On this slide we have Very small countries.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Inside Cameroon on the left, then draw the diagram on the right: density by region in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Latitudinal, Vertical and Coastal Levels. The unevenness of population by latitude, altitude and distance from the sea is the following. Copy the point on Latitudinal distribution on the left, then draw the diagram on the right: population by latitude.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Vertical distribution on the left, then draw the diagram on the right: population and altitude.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Latitudinal, Vertical and Coastal Levels. On this slide we have Tropical exception.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Coastal distribution on the left, then draw the diagram on the right: altitude, coast and population.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Latitudinal, Vertical and Coastal Levels. On this slide we have Example.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Population Density and its Types. The types of population density and their calculation are the following. Copy the point on Arithmetic (crude) density on the left, then draw the diagram on the right: three types of density.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Population Density and its Types. On this slide we have Physiological density.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Population Density and its Types. On this slide we have Agricultural density and Meaning of each.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Population Density and its Types. On this slide we have Cameroon.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Measurement. Population distribution and density are measured with the following tools. On this slide we have Census data.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Geographic Information Systems (GIS) on the left, then draw the diagram on the right: gIS layers.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Measurement. On this slide we have Surveys.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Usefulness of Distribution and Density Data. Distribution and density data are useful in the following ways. Copy the point on Urban planning on the left, then draw the diagram on the right: a crowded street.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Usefulness of Distribution and Density Data. On this slide we have Resource management and Economic development.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Usefulness of Distribution and Density Data. On this slide we have Environmental management.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between arithmetic and physiological density.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arithmetic density divides the population by the total area; physiological density divides it by the area of cultivable land.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examples of the unevenness of world population distribution.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about 90 % of people live in the northern hemisphere; about two-thirds live within 500 km of the sea.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Asia; number 2, physiological; number 3, 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two types of maps that show population density.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1: Techniques of Mapping Population Distribution and Density.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 POPULATION DISTRIBUTION AND DENSITY</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2.xml"/><Relationship Id="rId3"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Population Distribution and Density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Numbers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Density and Distribution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Population Distribution and Density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distribution, unevenness, continentality, insularity, population density, arithmetic density, physiological density, agricultural density.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concept of population distribution; levels of unevenness (continental, national, latitudinal, vertical, coastal); population density and its types; measurement; usefulness.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unevenness of population distribution at different levels and to calculate and use the three types of population density.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 Sources of Population Data):</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population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density is the number of people living per unit area, usually per square kilometre.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population distribution and population density.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unevenness of population distribution at the continental, national, latitudinal, vertical and coastal levels.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arithmetic, physiological and agricultural densities.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Evaluate the usefulness of distribution and density data.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census counts every person of a country.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Asia has about 60 % of the world population.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an area of about 475,650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Littoral Region has about 190 people per km² while the East Region has only about 11 people per km².</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company wants to open a supermarket and a new bus line and hesitates between Douala and Bertoua.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manager asks: "How are people spread across Cameroon and the world, and how can we measure how crowded an area 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company does not know how population is distributed and how to measure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region is more crowded?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Littoral Region (about 190 people per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should the supermarket go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Douala, where many customers live close together.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density figures before choosing where to build a school, a market or a health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people are unevenly spread and to use density figures to plan services and investments.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CONTINENTAL LEVEL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op2_cont_density.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Density by continent.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CONTINENTAL LEVEL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continent is the most densely populated?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CONTINENTAL LEVEL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Asia (about 150 people per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LATITUDINAL LEVEL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op2_hemisphere.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Population by latitude.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LATITUDINAL LEVEL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hemisphere do about 90 % of people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LATITUDINAL LEVEL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northern hemisphere.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VERTICAL AND COASTAL LEVELS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pop2_coast.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Altitude, the sea and population.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VERTICAL AND COASTAL LEVELS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what share of humanity lives within 500 km of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VERTICAL AND COASTAL LEVELS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two-thirds.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DENSITY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pop2_density_calc.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Three types of density.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DENSITY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density of a country with 10 million people on 500,000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DENSITY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10,000,000 ÷ 500,000 = 20 people per km² (arithmetic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USEFULNESS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crow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crowded street.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USEFULNESS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use of density data for a town council.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USEFULNESS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decide where to build schools, parks, markets or health centres.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Numbers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Population Density and Distribution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Population Distribution and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distribution: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way people are spread over an area, showing where they are concentrated and where they are scattered.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density: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number of people living per unit area, usually per square kilometre.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Continentality: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effect of distance from the sea: areas far inland are generally less populated.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Insularity: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condition of being an island or near the coast, which often attracts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Unevenness of Population Distribution</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Continental and National Levels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The unevenness of population at the continental and national levels is the following:</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Uneven spread: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The world population is very unevenly spread: a few regions are crowded and large areas are almost empty.</a:t>
            </a:r>
            <a:endParaRPr lang="en-US" sz="2800" dirty="0"/>
          </a:p>
        </p:txBody>
      </p:sp>
      <p:pic>
        <p:nvPicPr>
          <p:cNvPr id="6" name="Image 0" descr="/home/claude/f4/img/v2/world_density_big.png">    </p:cNvPr>
          <p:cNvPicPr>
            <a:picLocks noChangeAspect="1"/>
          </p:cNvPicPr>
          <p:nvPr/>
        </p:nvPicPr>
        <p:blipFill>
          <a:blip r:embed="rId1"/>
          <a:stretch>
            <a:fillRect/>
          </a:stretch>
        </p:blipFill>
        <p:spPr>
          <a:xfrm>
            <a:off x="5349240" y="2253310"/>
            <a:ext cx="6659575" cy="3329788"/>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dense and sparse areas of the world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Unevenness of Population Distribution</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Continental and National Levels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Continental level: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Asia is the densest continent (about 150 per km²), while Oceania has only about 5 per km².</a:t>
            </a:r>
            <a:endParaRPr lang="en-US" sz="3600" dirty="0"/>
          </a:p>
        </p:txBody>
      </p:sp>
      <p:pic>
        <p:nvPicPr>
          <p:cNvPr id="6" name="Image 0" descr="/home/claude/f4/img/v2/pop2_cont_density.png">    </p:cNvPr>
          <p:cNvPicPr>
            <a:picLocks noChangeAspect="1"/>
          </p:cNvPicPr>
          <p:nvPr/>
        </p:nvPicPr>
        <p:blipFill>
          <a:blip r:embed="rId1"/>
          <a:stretch>
            <a:fillRect/>
          </a:stretch>
        </p:blipFill>
        <p:spPr>
          <a:xfrm>
            <a:off x="5349240" y="2461422"/>
            <a:ext cx="6659575" cy="2913564"/>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density by continent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Unevenness of Population Distribution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Continental and National Levels</a:t>
            </a:r>
            <a:endParaRPr lang="en-US" sz="30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Very large countries: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fifteen countries have more than 100 million people, such as India, China, the USA, Indonesia, Pakistan and Nigeria.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Unevenness of Population Distribution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200" b="1" dirty="0">
                <a:solidFill>
                  <a:srgbClr val="990011"/>
                </a:solidFill>
                <a:latin typeface="Times New Roman" pitchFamily="34" charset="0"/>
                <a:ea typeface="Times New Roman" pitchFamily="34" charset="-122"/>
                <a:cs typeface="Times New Roman" pitchFamily="34" charset="-120"/>
              </a:rPr>
              <a:t>A) Continental and National Levels (continued)</a:t>
            </a:r>
            <a:endParaRPr lang="en-US" sz="2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Very small countries: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countries have fewer than 2 million people, such as Guyana, Equatorial Guinea, Eswatini and Djibouti.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Unevenness of Population Distribution</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Continental and National Levels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Inside Cameroon: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Littoral, West and Far North Regions are dense, while the East and South Regions are sparsely populated.</a:t>
            </a:r>
            <a:endParaRPr lang="en-US" sz="3600" dirty="0"/>
          </a:p>
        </p:txBody>
      </p:sp>
      <p:pic>
        <p:nvPicPr>
          <p:cNvPr id="6" name="Image 0" descr="/home/claude/f4/img/v2/choropleth_big.png">    </p:cNvPr>
          <p:cNvPicPr>
            <a:picLocks noChangeAspect="1"/>
          </p:cNvPicPr>
          <p:nvPr/>
        </p:nvPicPr>
        <p:blipFill>
          <a:blip r:embed="rId1"/>
          <a:stretch>
            <a:fillRect/>
          </a:stretch>
        </p:blipFill>
        <p:spPr>
          <a:xfrm>
            <a:off x="5349240" y="2253310"/>
            <a:ext cx="6659575" cy="3329788"/>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density by region in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Unevenness of Population Distribution</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Latitudinal, Vertical and Coastal Levels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The unevenness of population by latitude, altitude and distance from the sea is the following:</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Latitudinal distribution: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About 90 % of people live in the northern hemisphere, mostly between 20° N and 60° N.</a:t>
            </a:r>
            <a:endParaRPr lang="en-US" sz="2800" dirty="0"/>
          </a:p>
        </p:txBody>
      </p:sp>
      <p:pic>
        <p:nvPicPr>
          <p:cNvPr id="6" name="Image 0" descr="/home/claude/f4/img/v2/pop2_hemisphere.png">    </p:cNvPr>
          <p:cNvPicPr>
            <a:picLocks noChangeAspect="1"/>
          </p:cNvPicPr>
          <p:nvPr/>
        </p:nvPicPr>
        <p:blipFill>
          <a:blip r:embed="rId1"/>
          <a:stretch>
            <a:fillRect/>
          </a:stretch>
        </p:blipFill>
        <p:spPr>
          <a:xfrm>
            <a:off x="5349240" y="2253310"/>
            <a:ext cx="6659575" cy="3329788"/>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population by latitude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Unevenness of Population Distribution</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Latitudinal, Vertical and Coastal Levels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Vertical distribution: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Density generally falls with altitude: about 56 % of people live below 200 m, and about four-fifths live below 500 m.</a:t>
            </a:r>
            <a:endParaRPr lang="en-US" sz="3600" dirty="0"/>
          </a:p>
        </p:txBody>
      </p:sp>
      <p:pic>
        <p:nvPicPr>
          <p:cNvPr id="6" name="Image 0" descr="/home/claude/f4/img/v2/altitude_pop_big.png">    </p:cNvPr>
          <p:cNvPicPr>
            <a:picLocks noChangeAspect="1"/>
          </p:cNvPicPr>
          <p:nvPr/>
        </p:nvPicPr>
        <p:blipFill>
          <a:blip r:embed="rId1"/>
          <a:stretch>
            <a:fillRect/>
          </a:stretch>
        </p:blipFill>
        <p:spPr>
          <a:xfrm>
            <a:off x="5349240" y="2461422"/>
            <a:ext cx="6659575" cy="2913564"/>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population and altitude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Unevenness of Population Distribution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300" b="1" dirty="0">
                <a:solidFill>
                  <a:srgbClr val="990011"/>
                </a:solidFill>
                <a:latin typeface="Times New Roman" pitchFamily="34" charset="0"/>
                <a:ea typeface="Times New Roman" pitchFamily="34" charset="-122"/>
                <a:cs typeface="Times New Roman" pitchFamily="34" charset="-120"/>
              </a:rPr>
              <a:t>B) Latitudinal, Vertical and Coastal Levels</a:t>
            </a:r>
            <a:endParaRPr lang="en-US" sz="23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Tropical exception: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tropics, cool highlands such as the Ethiopian Highlands and the Western Highlands of Cameroon are densely populated.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Unevenness of Population Distribution</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Latitudinal, Vertical and Coastal Levels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Coastal distribution: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About two-thirds of the world population lives within 500 km of the sea, and about three-quarters within 1,000 km.</a:t>
            </a:r>
            <a:endParaRPr lang="en-US" sz="3600" dirty="0"/>
          </a:p>
        </p:txBody>
      </p:sp>
      <p:pic>
        <p:nvPicPr>
          <p:cNvPr id="6" name="Image 0" descr="/home/claude/f4/img/v2/pop2_coast.png">    </p:cNvPr>
          <p:cNvPicPr>
            <a:picLocks noChangeAspect="1"/>
          </p:cNvPicPr>
          <p:nvPr/>
        </p:nvPicPr>
        <p:blipFill>
          <a:blip r:embed="rId1"/>
          <a:stretch>
            <a:fillRect/>
          </a:stretch>
        </p:blipFill>
        <p:spPr>
          <a:xfrm>
            <a:off x="5349240" y="2461422"/>
            <a:ext cx="6659575" cy="2913564"/>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altitude, coast and population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Unevenness of Population Distribution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300" b="1" dirty="0">
                <a:solidFill>
                  <a:srgbClr val="990011"/>
                </a:solidFill>
                <a:latin typeface="Times New Roman" pitchFamily="34" charset="0"/>
                <a:ea typeface="Times New Roman" pitchFamily="34" charset="-122"/>
                <a:cs typeface="Times New Roman" pitchFamily="34" charset="-120"/>
              </a:rPr>
              <a:t>B) Latitudinal, Vertical and Coastal Levels</a:t>
            </a:r>
            <a:endParaRPr lang="en-US" sz="23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Lagos and Abidjan are large coastal cities, while the interior of the Sahara and Central Africa is thinly populated.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Population Density and its Types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The types of population density and their calculation are the following:</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Arithmetic (crude) density: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It is the total population divided by the total land area; 10 million people on 500,000 km² give 20 people per km².</a:t>
            </a:r>
            <a:endParaRPr lang="en-US" sz="2800" dirty="0"/>
          </a:p>
        </p:txBody>
      </p:sp>
      <p:pic>
        <p:nvPicPr>
          <p:cNvPr id="5" name="Image 0" descr="/home/claude/f4/img/v2/pop2_density_calc.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three types of density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Population Density and its Types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Physiological density: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total population divided by the area of cultivable land; 10 million people on 200,000 km² of farmland give 50 people per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Population Density and its Types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Agricultural density: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number of farmers divided by the area of cultivable land; 1 million farmers on 200,000 km² give 5 farmers per km².</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of each:</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Arithmetic density shows the general crowding.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Population Density and its Types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Physiological density shows the pressure on farmland.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Agricultural density shows how efficient farming is.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Cameroon: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29 million people on 475,650 km² give an arithmetic density of about 61 people per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Population Density and its Types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Measurement</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Population distribution and density are measured with the following tools: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Census data: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give the number of people in each region, division and district.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Population Density and its Types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Measurement</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Geographic Information Systems (GIS):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combine population figures with maps and satellite images to map density precisely.</a:t>
            </a:r>
            <a:endParaRPr lang="en-US" sz="3600" dirty="0"/>
          </a:p>
        </p:txBody>
      </p:sp>
      <p:pic>
        <p:nvPicPr>
          <p:cNvPr id="6" name="Image 0" descr="/home/claude/f4/img/v2/gis_layers_big.png">    </p:cNvPr>
          <p:cNvPicPr>
            <a:picLocks noChangeAspect="1"/>
          </p:cNvPicPr>
          <p:nvPr/>
        </p:nvPicPr>
        <p:blipFill>
          <a:blip r:embed="rId1"/>
          <a:stretch>
            <a:fillRect/>
          </a:stretch>
        </p:blipFill>
        <p:spPr>
          <a:xfrm>
            <a:off x="5349240" y="2617506"/>
            <a:ext cx="6659575" cy="2601397"/>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GIS layers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Population Density and its Types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Measurement</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Surveys: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give density figures for small areas such as a neighbourhood or a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Usefulness of Distribution and Density Data</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Distribution and density data are useful in the following ways: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Urban planning: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They show where to build roads, schools, markets and parks, as in the crowded quarters of Douala.</a:t>
            </a:r>
            <a:endParaRPr lang="en-US" sz="3200" dirty="0"/>
          </a:p>
        </p:txBody>
      </p:sp>
      <p:pic>
        <p:nvPicPr>
          <p:cNvPr id="5" name="Image 0" descr="/home/claude/f4/img/v2/usa_crowd.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crowded street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Usefulness of Distribution and Density Data</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Resource management: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help to share water, electricity, transport and health care according to needs.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development: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Investors use them to choose where to open shops, banks and factories.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Usefulness of Distribution and Density Data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Environmental management: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show where human pressure threatens forests, soils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between arithmetic and physiological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Arithmetic density divides the population by the total area; physiological density divides it by the area of cultivable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examples of the unevenness of world population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90 % of people live in the northern hemisphere; about two-thirds live within 500 km of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most densely populated continent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People ÷ farmland area gives the ______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About ______ % of humanity lives in the northern hemisphere.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types of maps that show population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1: Techniques of Mapping Population Distribution and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Population distribution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répartition de la population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Population density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densité de population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Sparsely populated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Faiblement peuplé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Densely populated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Densément peuplé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Farmland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terres cultivables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Hemisphere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L'hémisphère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Numbers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Population Distribution and Density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population distribution and population density. Describe the unevenness of population distribution at the continental, national, latitudinal, vertical and coastal levels. Calculate arithmetic, physiological and agricultural densities. Evaluate the usefulness of distribution and density data.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unevenness of population distribution at different levels and to calculate and use the three types of population density.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Continental and National Levels; Latitudinal, Vertical and Coastal Levels; Population Density and its Types; Measurement; Usefulness of Distribution and Density Data.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two types of maps that show population density.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bars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Equator and the 20° N and 60° N lines.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write the three percentages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do the calculation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a crowded market.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Population Geography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United Nations, World Population Prospects 2024.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“Wax market” by zouzouwizman, CC BY 2.0, via Flickr (https://www.flickr.com/photos/61111202@N00/12129001)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2026-09-29T03:12:58Z</dcterms:created>
  <dcterms:modified xsi:type="dcterms:W3CDTF">2026-09-29T03:12:58Z</dcterms:modified>
</cp:coreProperties>
</file>