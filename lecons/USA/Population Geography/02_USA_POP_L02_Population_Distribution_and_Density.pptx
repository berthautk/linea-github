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distribution, unevenness, continentality, insularity, population density, arithmetic density, physiological density, agricultural density. At the end, you should be able to do this: learners are able to describe the unevenness of population distribution at different levels and to calculate and use the three types of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Sources of Population Data. The question was: Define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density is the number of people living per unit area, usually per square kilometre.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population distribution and population density. Number 2: describe the unevenness of population distribution at the continental, national, latitudinal, vertical and coastal levels. Number 3: calculate arithmetic, physiological and agricultural densities. Number 4: evaluate the usefulness of distribution and density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counts every person of a country. Asia has about 60 % of the world population. Cameroon has an area of about 475,650 km².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Region has about 190 people per km² while the East Region has only about 11 people per km². A company wants to open a supermarket and a new bus line and hesitates between Douala and Bertoua. The manager asks: "How are people spread across Cameroon and the world, and how can we measure how crowded an area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company does not know how population is distributed and how to measure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more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 Region (about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 supermarket go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 where many customers live close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density figures before choosing where to build a school, a market or a health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are unevenly spread and to use density figures to plan services and investments.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density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is the most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 (about 150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population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hemisphere do about 90 % of people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northern hemisphere.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altitude, the sea and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About what share of humanity lives within 500 km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two-thirds.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three types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density of a country with 10 million people on 500,000 km².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10,000,000 ÷ 500,000 = 20 people per km² (arithmetic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use of density data for a town council.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decide where to build schools, parks, markets or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density and Continentality.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Insularity.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Distribution and Density. The two concepts are explained as follows. Copy the point on Population distribution on the left, then draw the diagram on the right: world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Distribution and Density. Copy the point on Population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Continental and National Levels. Population is unevenly spread at the continental and national levels as follows. Copy the point on Continental level on the left, then draw the diagram on the right: density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Continental and National Levels. Copy the point on Large and small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Inside Cameroon on the left, then draw the diagram on the right: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Latitudinal, Vertical and Coastal Levels. Population is unevenly spread by latitude, altitude and distance from the sea as follows. Copy the point on Latitudinal distribution on the left, then draw the diagram on the right: population by hemisphere.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Vertical distribution on the left, then draw the diagram on the right: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Latitudinal, Vertical and Coastal Levels. Copy the point on Coastal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Measurement of Density. Density is of the following types and is measured as follows. Copy the point on Arithmetic (crude) density on the left, then draw the diagram on the right: calculating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Density. Copy the point on Physiological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Density. Copy the point on Agricultural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tools on the left, then draw the diagram on the right: gIS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the Data. Distribution and density data are useful in the following ways. Copy the point on Urban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Data. Copy the point on Resource management: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Data. Copy the point on Economic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Data. Copy the point on Environmental protection: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Limits of the Data. Distribution and density data have the following limits. Copy the point on A hidden contrast: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Limits of the Data. Copy the point on No information on living conditions: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arithmetic and physiological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arithmetic density divides the population by the total area; physiological density divides it by the area of cultivable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the unevenness of world population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90 % of people live in the northern hemisphere; about two-thirds live within 500 km of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Asia; number 2, physiological; number 3,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types of maps that show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Techniques of Mapping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POPULATION DISTRIBUTION AND DENSITY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unevenness, continentality, insularity, population density, arithmetic density, physiological density, agricultural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concept of population distribution; levels of unevenness (continental, national, latitudinal, vertical, coastal); population density and its types; measurement; usefulness.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unevenness of population distribution at different levels and to calculate and use the three types of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is the number of people living per unit area, usually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distribution and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unevenness of population distribution at the continental, national, latitudinal, vertical and coastal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arithmetic, physiological and agricultural densities.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 usefulness of distribution and density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every person of a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has about 60 % of the world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area of about 475,650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has about 190 people per km² while the East Region has only about 11 people per km².</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wants to open a supermarket and a new bus line and hesitates between Douala and Bertoua.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manager asks: "How are people spread across Cameroon and the world, and how can we measure how crowded an area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company does not know how population is distributed and how to measure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more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(about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 supermarket go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where many customers live close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density figures before choosing where to build a school, a market or a health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are unevenly spread and to use density figures to plan services and investments.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cont_density.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is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(about 150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hemispher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hemisphere do about 90 % of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coast.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the sea and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what share of humanity lives within 500 km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two-thirds.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density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 country with 10 million people on 500,000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10,000,000 ÷ 500,000 = 20 people per km² (arithmetic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use of density data for a town council.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decide where to build schools, parks, markets or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 showing where they are concentrated and where they are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per unit area, usually per square kilometre.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areas far inland are generally less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Insularity: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condition of being an island or near the coast, which often attracts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two concepts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Distribution describes where people live: where they are concentrated and where they are scattered or absent. It is shown on maps with dots, shading or symbols.</a:t>
            </a:r>
            <a:endParaRPr lang="en-US" sz="3200" dirty="0"/>
          </a:p>
        </p:txBody>
      </p:sp>
      <p:pic>
        <p:nvPicPr>
          <p:cNvPr id="5" name="Image 0" descr="/home/claude/f4/img/v2/world_density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Distribution and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measures how crowded an area is, by dividing the number of people by the area. It allows areas of different sizes to be compared.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is unevenly spread at the continental and national levels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Continental level: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Asia is the densest continent, with about 150 people per km², while Oceania has only about 5 per km². A few regions are crowded while large areas are almost empty.</a:t>
            </a:r>
            <a:endParaRPr lang="en-US" sz="2800" dirty="0"/>
          </a:p>
        </p:txBody>
      </p:sp>
      <p:pic>
        <p:nvPicPr>
          <p:cNvPr id="6" name="Image 0" descr="/home/claude/f4/img/v2/pop2_cont_density.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and small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fifteen countries have more than 100 million people, such as India, China, the USA, Indonesia, Pakistan and Nigeria. Others have fewer than 2 million, such as Equatorial Guinea, Eswatini and Djibouti.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West and Far North Regions are densely populated. The East and South Regions are sparsely populated.</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Population is unevenly spread by latitude, altitude and distance from the sea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Latitudinal distribution: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About 90 % of people live in the northern hemisphere, mostly between 20° N and 60° N. The southern hemisphere has more ocean and less land.</a:t>
            </a:r>
            <a:endParaRPr lang="en-US" sz="3000" dirty="0"/>
          </a:p>
        </p:txBody>
      </p:sp>
      <p:pic>
        <p:nvPicPr>
          <p:cNvPr id="6" name="Image 0" descr="/home/claude/f4/img/v2/pop2_hemisphere.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by hemisphere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Vertical 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Density generally falls with altitude: about 56 % of people live below 200 m and about four-fifths below 500 m. In the tropics, however, cool highlands such as the Western Highlands of Cameroon are densely populated.</a:t>
            </a:r>
            <a:endParaRPr lang="en-US" sz="3200" dirty="0"/>
          </a:p>
        </p:txBody>
      </p:sp>
      <p:pic>
        <p:nvPicPr>
          <p:cNvPr id="6" name="Image 0" descr="/home/claude/f4/img/v2/altitude_pop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two-thirds of the world population lives within 500 km of the sea. Douala, Lagos and Abidjan are large coastal cities, while the interior of the Sahara and Central Africa is thinly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Density is of the following types and is measured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Arithmetic (crude) density: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is the total population divided by the total land area, and it shows general crowding. Cameroon, with about 29 million people on 475,650 km², has an arithmetic density of about 61 people per km².</a:t>
            </a:r>
            <a:endParaRPr lang="en-US" sz="3000" dirty="0"/>
          </a:p>
        </p:txBody>
      </p:sp>
      <p:pic>
        <p:nvPicPr>
          <p:cNvPr id="5" name="Image 0" descr="/home/claude/f4/img/v2/pop2_density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area of cultivable land, so 10 million people on 200,000 km² of farmland give 50 people per km². It shows the pressure of the population on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farmers divided by the area of cultivable land, so 1 million farmers on 200,000 km² give 5 farmers per km². A high value shows inefficient farming with many workers on little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Measurement tools: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Census data give the number of people in each region, division and district. Geographic Information Systems (GIS) and surveys combine these figures with maps and satellite images to map density precisely.</a:t>
            </a:r>
            <a:endParaRPr lang="en-US" sz="3400" dirty="0"/>
          </a:p>
        </p:txBody>
      </p:sp>
      <p:pic>
        <p:nvPicPr>
          <p:cNvPr id="5" name="Image 0" descr="/home/claude/f4/img/v2/gis_layer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GIS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Uses of the Data</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Distribution and density data are useful in the following ways: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Urban planning: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They show where to build roads, schools, markets and parks, as in the crowded quarters of Douala. Planners can then provide services where people need them.</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Uses of the Data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help to share water, electricity, transport and health care according to needs. Densely populated areas receive more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Uses of the Data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Investors use them to choose where to open shops, banks and factories. A dense population means more customers and more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Uses of the Data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where human pressure threatens forests, soils and water. Governments can then protect these areas before they are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Limits of the Data</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Distribution and density data have the following limits: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 hidden contrast: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is an average that hides great differences inside an area, such as between a town and its countryside. A region may therefore look moderately populated while most people live in one city.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Limits of the Data</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 information on living 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only counts people per km² and says nothing about their wealth or needs. Two areas with the same density may have very different standards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arithmetic and physiological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 density divides the population by the total area; physiological density divides it by the area of cultivable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the unevenness of world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 about two-thirds live within 500 km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densely populated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 farmland area gives the ______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humanity lives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maps that show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Faiblement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cultivables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distribution and population density. Describe the unevenness of population distribution at the continental, national, latitudinal, vertical and coastal levels. Calculate arithmetic, physiological and agricultural densities. Evaluate the usefulness of distribution and density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unevenness of population distribution at different levels and to calculate and use the three types of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Population Distribution and Density; Continental and National Levels; Latitudinal, Vertical and Coastal Levels; Types and Measurement of Density; Uses of the Data; Limits of the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types of maps that show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20° N and 60° N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three percentages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crowded market.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2026-10-06T05:44:00Z</dcterms:created>
  <dcterms:modified xsi:type="dcterms:W3CDTF">2026-10-06T05:44:00Z</dcterms:modified>
</cp:coreProperties>
</file>