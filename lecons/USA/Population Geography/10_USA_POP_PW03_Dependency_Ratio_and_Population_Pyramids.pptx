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Dependency Ratio and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dependency ratio, young dependants, elderly dependants, working-age population, interpretation. At the end, you should be able to do this: learners are able to calculate and interpret the dependency ratio from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Population Pyramids. The question was: Write the formula of the dependency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Dependency ratio = (people aged 0–14 + people aged 65 and over) ÷ people aged 15–64 × 100.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dependency ratio. Number 2: calculate the dependency ratio from data. Number 3: interpret the result in words. Number 4: compare dependency ratios of different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Young dependants are aged 0–14. Old dependants are aged 65 and over. The working population is aged 15–64.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development NGO in Garoua compares two districts. In the first, there are 2,000 children, 800 elderly people and 3,000 adults of working age; in the second, the adults are much more numerous than the dependants. The NGO manager wants to know where families carry the heaviest burden. He asks: "How do we calculate and explain the dependency ratio?"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manager does not know how to calculate and interpret the dependency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are the dependants in the first district?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2,000 children and the 800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supports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3,000 adults of working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show the formula, the working and a sentence of interpretation when calculating a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the burden on workers, a key tool for planning and a frequent examination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dependency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age groups are the dependants?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aged 0–14 and people aged 65 and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worked example: UK, 1971.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dependency ratio of the UK in 1971?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65.45 %.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children and adults.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ratio: 2,000 children, 800 elderly and 3,000 adults.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(2,000 + 800) ÷ 3,000 × 100 ≈ 93.3 %.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young and old people in some countries.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kind of dependants dominates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young dependants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data of a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a ratio of 93 %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93 dependants for every 100 people of working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Dependency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Working-age population and Population pyramid.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Dependency Ratio. The dependency ratio is calculated with the following formula. Copy the point on Formula on the left, then draw the diagram on the right: the dependency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Dependency Ratio. Copy the point on Dependants and workers: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Examples. The calculation is done as in the following examples. Copy the point on Example 1: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2 (United Kingdom, 1971) on the left, then draw the diagram on the right: the United Kingdom in 1971.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Examples. Copy the point on Example 3: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of the Results. The dependency ratio is interpreted as follows. Copy the point on A high ratio on the left, then draw the diagram on the right: youthful and ageing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the Results. Copy the point on Cameroon: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the Results. Copy the point on A low ratio: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the Results. Copy the point on Ageing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of a Population Pyramid. A population pyramid is constructed in the following steps. Copy the point on Step 1, the axes on the left, then draw the diagram on the right: the parts of a pyramid.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Population Pyramid. Copy the point on Step 2, the percentages: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Population Pyramid. Copy the point on Step 3, the bars: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Population Pyramid. Copy the point on Step 4, the finishing: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of a Population Pyramid. A population pyramid is interpreted in the following steps. Copy the point on Describe the shape on the left, then draw the diagram on the right: the four types of pyramids.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a Population Pyramid. Copy the point on Pick out the distinguishing features: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a Population Pyramid. Copy the point on Explain the features: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dependency ratio of a population with 4,500 children, 500 elderly and 5,000 adults.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(4,500 + 500) ÷ 5,000 × 100 = 100 %.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Interpret a dependency ratio of 100 %.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there is one dependant for every person of working 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65; number 2, 100; number 3,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the world population around 1800.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Historical Evolution of World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3: DEPENDENCY RATIO AND POPULATION PYRAMIDS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Dependency Ratio and 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Dependency ratio, young dependants, elderly dependants, working-age population,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calculation of the dependency ratio; worked examples; interpretation of the results.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dependency ratio from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Dependency ratio = (people aged 0–14 + people aged 65 and over) ÷ people aged 15–64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dependency ratio.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dependency ratio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 in words.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dependency ratios of different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dependants are aged 0–14.</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Old dependants are aged 65 and 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working population is aged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development NGO in Garoua compares two districts.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first, there are 2,000 children, 800 elderly people and 3,000 adults of working age; in the second, the adults are much more numerous than the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NGO manager wants to know where families carry the heaviest burden.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"How do we calculate and explain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manager does not know how to calculate and interpret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are the dependants in the first district?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2,000 children and the 800 elderly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supports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3,000 adults of working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show the formula, the working and a sentence of interpretation when calculating a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the burden on workers, a key tool for planning and a frequent examination exercise.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groups are the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aged 0–14 and people aged 65 and 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dep_uk.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 UK, 1971.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dependency ratio of the UK in 1971?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65.45 %.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and adults.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ratio: 2,000 children, 800 elderly and 3,000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+ 800) ÷ 3,000 × 100 ≈ 93.3 %.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people in some countries.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kind of dependants dominates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dependants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w_pyramid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of a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ratio of 93 %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93 dependants for every 100 people of working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dependants (aged 0 to 14 and 65 and over) for every 100 people of working age (15 to 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Working-age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people aged 15 to 64, who are expected to produce and support the others.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double bar graph showing the age and sex composition of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Dependency Ratio</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dependency ratio is calculated with the following formula:</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Dependency ratio = (people aged 0 to 14 + people aged 65 and over) ÷ people aged 15 to 64 × 100. The result is the number of dependants for every 100 people of working age.</a:t>
            </a:r>
            <a:endParaRPr lang="en-US" sz="3200" dirty="0"/>
          </a:p>
        </p:txBody>
      </p:sp>
      <p:pic>
        <p:nvPicPr>
          <p:cNvPr id="5" name="Image 0" descr="/home/claude/f4/img/v2/dependenc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dependency ratio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Dependency Ratio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Dependants and 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dependants are the young (0 to 14 years) and the elderly (65 years and over). The workers are the people aged 15 to 64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calculation is done as in the following examples: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has 2,000 children, 800 elderly people and 3,000 adults. Its dependency ratio is (2,000 + 800) ÷ 3,000 × 100 ≈ 93.3.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Example 2 (United Kingdom, 1971):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There were 13,387 children, 7,307 elderly and 31,616 adults, in thousands, so the ratio is (13,387 + 7,307) ÷ 31,616 × 100 = 65.45. This means that for every 100 people of working age, there were about 65 dependants.</a:t>
            </a:r>
            <a:endParaRPr lang="en-US" sz="3200" dirty="0"/>
          </a:p>
        </p:txBody>
      </p:sp>
      <p:pic>
        <p:nvPicPr>
          <p:cNvPr id="5" name="Image 0" descr="/home/claude/f4/img/v2/pop2_dep_uk.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United Kingdom in 1971</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has 6,000 children, 2,000 elderly people and 10,000 adults. Its dependency ratio is (6,000 + 2,000) ÷ 10,000 × 100 = 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dependency ratio is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 high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ratio close to or above 80 to 100 means a heavy burden on workers. It is common in developing countries with many children.</a:t>
            </a:r>
            <a:endParaRPr lang="en-US" sz="3600" dirty="0"/>
          </a:p>
        </p:txBody>
      </p:sp>
      <p:pic>
        <p:nvPicPr>
          <p:cNvPr id="5" name="Image 0" descr="/home/claude/f4/img/v2/youth_ageing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youthful and ageing populations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ratio of Cameroon is about 80, and most dependants are young, since about 42 % of the people are under 15 and 3 % over 65. The state must spend a lot on schools and child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low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ratio around 50 means a large working population compared with dependants. This helps economic growth and is called the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Japan and Europe, the ratio rises again, but this time because of the elderly. These countries must spend more on pensions and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Construction of a Population Pyramid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A population pyramid is constructed in the following steps: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Step 1, the axes: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Draw a vertical axis in the middle for the age groups, in five-year cohorts from 0 to 4 at the bottom to 80+ at the top. Draw a horizontal axis on each side, with the same scale, for the percentages of males and females.</a:t>
            </a:r>
            <a:endParaRPr lang="en-US" sz="3000" dirty="0"/>
          </a:p>
        </p:txBody>
      </p:sp>
      <p:pic>
        <p:nvPicPr>
          <p:cNvPr id="5" name="Image 0" descr="/home/claude/f4/img/v2/pop2_pyramid_part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parts of a pyramid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Construction of a Population Pyramid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the percentages: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data are numbers, divide each group by the total population and multiply by 100. The males and females of every group must be calculated as a share of the same total.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Construction of a Population Pyramid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the bars: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horizontal bar for each age group, males on the left and females on the right. The length of each bar is proportional to its percentage.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Construction of a Population Pyramid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the finishing: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pyramid a title with the country and the year, and label the axes and the sexes. Shade the bars neatly so that the shape is clear.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Interpretation of a Population Pyramid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population pyramid is interpreted in the following steps: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Describe the shape: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Say whether the base is broad or narrow and whether the top is narrow or wide. Then name the type of pyramid: progressive, regressive, stationary or composite.</a:t>
            </a:r>
            <a:endParaRPr lang="en-US" sz="3200" dirty="0"/>
          </a:p>
        </p:txBody>
      </p:sp>
      <p:pic>
        <p:nvPicPr>
          <p:cNvPr id="5" name="Image 0" descr="/home/claude/f4/img/v2/pop2_pyramid4.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types of pyramids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Interpretation of a Population Pyramid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Pick out the distinguishing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for bulges and notches in particular age groups and for differences between males and females. Quote figures read from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Interpretation of a Population Pyramid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Explain the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shape with birth rates, death rates and life expectancy. Explain the bulges and notches with migrations, wars, epidemics or baby booms.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of a population with 4,500 children, 500 elderly and 5,000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(4,500 + 500) ÷ 5,000 × 100 = 100 %.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a dependency ratio of 100 %.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one dependant for every person of working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Dependants are aged 0–14 and ______ and over.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ratio is multiplied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ratio of 65 % means 65 dependants for every ______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world population around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Working-age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en âge de travailler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L'interprétation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Burden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dependency ratio. Calculate the dependency ratio from data. Interpret the result in words. Compare dependency ratios of different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dependency ratio from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Dependency Ratio; Worked Examples; Interpretation of the Results; Construction of a Population Pyramid; Interpretation of a Population Pyramid.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world population around 1800.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the calculation step by step.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let learners calculate in pairs.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Cameroon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sentence of interpretation.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2026-09-29T12:18:46Z</dcterms:created>
  <dcterms:modified xsi:type="dcterms:W3CDTF">2026-09-29T12:18:46Z</dcterms:modified>
</cp:coreProperties>
</file>