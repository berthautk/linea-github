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Dependency Ratio and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dependency ratio, young dependants, elderly dependants, working-age population, interpretation. At the end, you should be able to do this: learners are able to calculate and interpret the dependency ratio from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Population Pyramids. The question was: Write the formula of the dependency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Dependency ratio = (people aged 0–14 + people aged 65 and over) ÷ people aged 15–64 × 100.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dependency ratio. Number 2: calculate the dependency ratio from data. Number 3: interpret the result in words. Number 4: compare dependency ratios of different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Young dependants are aged 0–14. Old dependants are aged 65 and over. The working population is aged 15–64.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development NGO in Garoua compares two districts. In the first, there are 2,000 children, 800 elderly people and 3,000 adults of working age; in the second, the adults are much more numerous than the dependants. The NGO manager wants to know where families carry the heaviest burden. He asks: "How do we calculate and explain the dependency ratio?"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manager does not know how to calculate and interpret the dependency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are the dependants in the first district?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2,000 children and the 800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supports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3,000 adults of working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show the formula, the working and a sentence of interpretation when calculating a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the burden on workers, a key tool for planning and a frequent examination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dependency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age groups are the dependants?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aged 0–14 and people aged 65 and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worked example: UK, 1971.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dependency ratio of the UK in 1971?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65.45 %.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children and adults.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ratio: 2,000 children, 800 elderly and 3,000 adults.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(2,000 + 800) ÷ 3,000 × 100 ≈ 93.3 %.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young and old people in some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kind of dependants dominates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young dependants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data of a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a ratio of 93 %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93 dependants for every 100 people of working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Dependency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Working-age population.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Formula. The dependency ratio is calculated with the following formula. Copy the point on Formula on the left, then draw the diagram on the right: the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Formula. On this slide we have Dependants and Workers.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Examples. The calculation is done as in the following examples. On this slide we have Example 1.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2 (UK, 1971) on the left, then draw the diagram on the right: uK, 1971.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Examples. On this slide we have Interpretation of example 2 and Example 3.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of the Results. The results of the dependency ratio are interpreted as follows. Copy the point on High ratio on the left, then draw the diagram on the right: young and old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the Results. On this slide we have Cameroon and Low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the Results. On this slide we have Ageing countries.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dependency ratio of a population with 4,500 children, 500 elderly and 5,000 adults.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(4,500 + 500) ÷ 5,000 × 100 = 100 %.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Interpret a dependency ratio of 100 %.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there is one dependant for every person of working 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65; number 2, 100; number 3,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the world population around 1800.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Historical Evolution of World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3: DEPENDENCY RATIO AND POPULATION PYRAMIDS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Dependency Ratio and 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Dependency ratio, young dependants, elderly dependants, working-age population,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calculation of the dependency ratio; worked examples; interpretation of the results.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dependency ratio from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Dependency ratio = (people aged 0–14 + people aged 65 and over) ÷ people aged 15–64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dependency ratio.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dependency ratio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 in words.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dependency ratios of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dependants are aged 0–14.</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dependants are aged 65 and 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working population is aged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development NGO in Garoua compares two districts.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first, there are 2,000 children, 800 elderly people and 3,000 adults of working age; in the second, the adults are much more numerous than the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NGO manager wants to know where families carry the heaviest burden.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"How do we calculate and explain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manager does not know how to calculate and interpret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are the dependants in the first district?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2,000 children and the 800 elderly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supports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3,000 adults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show the formula, the working and a sentence of interpretation when calculating a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the burden on workers, a key tool for planning and a frequent examination exercise.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groups are the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aged 0–14 and people aged 65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dep_uk.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 UK, 1971.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dependency ratio of the UK in 1971?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65.45 %.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and adults.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ratio: 2,000 children, 800 elderly and 3,000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+ 800) ÷ 3,000 × 100 ≈ 93.3 %.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people in some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kind of dependants dominates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dependants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w_pyramid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of a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ratio of 93 %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93 dependants for every 100 people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(aged 0–14 and 65 and over) for every 100 people of working age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Working-age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aged 15–64, who are expected to produce and support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Formula</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dependency ratio is calculated with the following formula:</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Dependency ratio = (people aged 0–14 + people aged 65 and over) ÷ people aged 15–64 × 100.</a:t>
            </a:r>
            <a:endParaRPr lang="en-US" sz="3600" dirty="0"/>
          </a:p>
        </p:txBody>
      </p:sp>
      <p:pic>
        <p:nvPicPr>
          <p:cNvPr id="5" name="Image 0" descr="/home/claude/f4/img/v2/dependency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dependency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Formula</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Dependants: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young (0–14 years) and the elderly (65 years and over).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people aged 15–64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calculation is done as in the following examples: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children, 800 elderly and 3,000 adults: (2,000 + 800) ÷ 3,000 × 100 ≈ 93.3 %.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2 (UK, 1971):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13,387 children, 7,307 elderly and 31,616 adults (in thousands): (13,387 + 7,307) ÷ 31,616 × 100 = 65.45 %.</a:t>
            </a:r>
            <a:endParaRPr lang="en-US" sz="3600" dirty="0"/>
          </a:p>
        </p:txBody>
      </p:sp>
      <p:pic>
        <p:nvPicPr>
          <p:cNvPr id="5" name="Image 0" descr="/home/claude/f4/img/v2/pop2_dep_uk.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UK, 1971</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of example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every 100 people of working age, there were about 65 dependants.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 children, 2,000 elderly and 10,000 adults: (6,000 + 2,000) ÷ 10,000 × 100 = 80 %.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results of the dependency ratio are interpreted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High ratio: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ratio close to or above 80–100 % means a heavy burden on workers, common in developing countries.</a:t>
            </a:r>
            <a:endParaRPr lang="en-US" sz="3200" dirty="0"/>
          </a:p>
        </p:txBody>
      </p:sp>
      <p:pic>
        <p:nvPicPr>
          <p:cNvPr id="5" name="Image 0" descr="/home/claude/f4/img/v2/youth_ageing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young and old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ratio is about 80 %, mostly young dependants (about 42 % under 15 and 3 % over 65).</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ratio around 50 % means a large working population, which helps economic growth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Japan and Europe, the ratio rises again because of the elderly.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of a population with 4,500 children, 500 elderly and 5,000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(4,500 + 500) ÷ 5,000 × 100 =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a dependency ratio of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one dependant for every person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Dependants are aged 0–14 and ______ and over.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ratio is multiplied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ratio of 65 % means 65 dependants for every ______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world population around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Working-age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en âge de travailler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L'interprétation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Burden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dependency ratio. Calculate the dependency ratio from data. Interpret the result in words. Compare dependency ratios of different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dependency ratio from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Formula; Worked Examples; Interpretation of the Results.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world population around 1800.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calculation step by step.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let learners calculate in pairs.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Cameroon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sentence of interpretation.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2026-09-29T03:13:00Z</dcterms:created>
  <dcterms:modified xsi:type="dcterms:W3CDTF">2026-09-29T03:13:00Z</dcterms:modified>
</cp:coreProperties>
</file>