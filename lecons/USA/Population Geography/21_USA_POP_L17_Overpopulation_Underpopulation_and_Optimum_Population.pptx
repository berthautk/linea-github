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Overpopulation, Underpopulation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overpopulation, underpopulation, optimum population, carrying capacity, indicators, technology. At the end, you should be able to do this: learners are able to recognise the signs of overpopulation and underpopulation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Carrying Capacity. The question was: Give one indicator of overpopulation.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unemployment, poverty and malnutrition, overcrowding, or pressure on schools and hospitals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overpopulation, underpopulation and optimum population. Number 2: give the indicators and causes of each. Number 3: explain their consequences. Number 4: explain the factors of the carrying capacity of the land. Number 5: propose solutions to population-resource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Carrying capacity is the limit of an environment. The J-curve overshoots and crashes. Technology can raise the carrying capacity.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the Benue, many families share small plots: the soil is tired, firewood is scarce and the water level in the wells is falling. Further away, a vast fertile area has only a few small villages that cannot cultivate all the land. A student comparing the two areas asks: "Which area has too many people, which has too few, what is the ideal number, and how do we know the limit of what the land can give?"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the concepts of over-, under-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situation near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Overpopulation: too many people for the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situation of the vast fertile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Underpopulation: too few people to use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carefully and support technology and education to raise the carrying capacity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balance between people and resources and to choose policies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overcrowded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poverty, malnutrition, slums or overloaded services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population-resource relations.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solution to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Encourage the immigration of workers or births, or use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which point is output per person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irrigation with a pivot.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irrigation change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raises it, because more food can be produced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cracked, degraded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sign that the carrying capacity is exceeded.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Falling water tables, soil erosion, deforestation or loss of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and Optimum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Overpopulation. Overpopulation is presented as follows. Copy the point on Indicators on the left, then draw the diagram on the right: an overcrowded neighbourhood.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Causes and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Underpopulation. Underpopulation is presented as follows. Copy the point on Indicators on the left, then draw the diagram on the right: types of population-resource relations.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Underpopulation. On this slide we have Causes and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Underpopulation.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Optimum Population. The optimum population is presented as follows. Copy the point on Meaning on the left, then draw the diagram on the right: the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On this slide we have Indicators and Conditions.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Optimum Population. On this slide we have A moving target.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Carrying Capacity of the Land. The carrying capacity of the land is presented as follows.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Warning signs on the left, then draw the diagram on the right: degraded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Carrying Capacity of the Land. On this slide we have If exceeded.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Solutions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solutions of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high births, falling deaths, immigration; solutions: family planning, education of girls, technology, industrial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a new irrigation system change the carrying capacity and the optimum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raises both, because the same land can feed more people at a higher standard of living.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underpopulation; number 2, optimum; number 3, raises.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date of Malthus's essay on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Theories of Population and Resources: Malthus and Boserup.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17: OVERPOPULATION, UNDERPOPULATION AND OPTIMUM 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Overpopulation, Underpopulation and Optimum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Overpopulation, underpopulation, optimum population, carrying capacity, indicators,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indicators, causes, consequences and solutions of overpopulation, underpopulation and optimum population; carrying capacity of the land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Carrying Capacity):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unemployment, poverty and malnutrition, overcrowding, or pressure on schools and hospitals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overpopulation, underpopulation and optimum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and causes of each.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carrying capacity of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population-resource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Carrying capacity is the limit of an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J-curve overshoots and crashes.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Benue, many families share small plots: the soil is tired, firewood is scarce and the water level in the wells is falling.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away, a vast fertile area has only a few small villages that cannot cultivate all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comparing the two areas asks: "Which area has too many people, which has too few, what is the ideal number, and how do we know the limit of what the land can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the concepts of over-, under-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near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situation of the vast fertile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 too few people to use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carefully and support technology and education to raise the carrying capacity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balance between people and resources and to choose policies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overcrowded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poverty, malnutrition, slums or overloaded services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population-resource relations.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solution to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immigration of workers or births, or use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point is output per person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with a pivot.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change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it, because more food can be produced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degraded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that the carrying capacity is exceeded.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CARRYING CAPACITY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water tables, soil erosion, deforestation or loss of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 and technology of an area, so living standards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develop the resources of an area fully.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ideal number of people that gives the highest standard of living with the available resources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Overpopulation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High unemployment, low income per person, poverty, malnutrition, slums and overloaded schools and hospitals.</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overcrowded neighbourhood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falling death rates and strong immigration.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pollution, exhaustion of resources, social unrest, poverty and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Overpopulation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Family planning and the education of girls.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to use resources better.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Industrial jobs to reduce pressure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Underpopulation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resources per person, labour shortages, empty schools and slow economic growth.</a:t>
            </a:r>
            <a:endParaRPr lang="en-US" sz="3600" dirty="0"/>
          </a:p>
        </p:txBody>
      </p:sp>
      <p:pic>
        <p:nvPicPr>
          <p:cNvPr id="5" name="Image 0" descr="/home/claude/f4/img/v2/regim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population-resource relations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birth rates, high death rates and strong emigration.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left unused, the domestic market is small and the country may be difficult to defend.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Underpopulation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Immigration of skilled workers.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Pro-natalist policies.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Machines and automation.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optimum population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dynamic balance where output per person is highest.</a:t>
            </a:r>
            <a:endParaRPr lang="en-US" sz="3600" dirty="0"/>
          </a:p>
        </p:txBody>
      </p:sp>
      <p:pic>
        <p:nvPicPr>
          <p:cNvPr id="5" name="Image 0" descr="/home/claude/f4/img/v2/optimum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optimum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income per person, full employment, sustainable use of resources and good social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Balanced births and deaths, controlled immigration, advanced technology and good resource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Optimum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moving target: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optimum changes with technology, so it needs continuous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carrying capacity of the land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population an environment can support for a long time without permanent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Warning signs: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water tables, soil erosion, deforestation and loss of biodiversity show that it is being exceeded.</a:t>
            </a:r>
            <a:endParaRPr lang="en-US" sz="3600" dirty="0"/>
          </a:p>
        </p:txBody>
      </p:sp>
      <p:pic>
        <p:nvPicPr>
          <p:cNvPr id="5"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degraded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amount of land, water and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irrigation and tractors raise it compared with the hoe.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Lifestyles: high consumption per person, as in the USA, lowers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If exceeded: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disease, conflict, desertification and forced migration may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Carrying Capacity of the 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Irrigation, renewable energy, recycling, sustainable farming and control of population growth.</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solutions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high births, falling deaths, immigration; solutions: family planning, education of girls, technology, industrial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irrigation system change the carrying capacity and the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raises both, because the same land can feed more people at a higher standard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few people to use resources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ideal number of people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Irrigation ______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overpopulation, underpopulation and optimum population. Give the indicators and causes of each. Explain their consequences. Explain the factors of the carrying capacity of the land. Propose solutions to population-resource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signs of overpopulation and underpopulation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Overpopulation; Underpopulation; Optimum Population; Carrying Capacity of the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date of Malthus's essay on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crowded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the East Region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talk about irrigation at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degraded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2026-09-29T03:13:02Z</dcterms:created>
  <dcterms:modified xsi:type="dcterms:W3CDTF">2026-09-29T03:13:02Z</dcterms:modified>
</cp:coreProperties>
</file>