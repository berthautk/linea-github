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Overpopulation, Underpopulation and Optimum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Growth and Resources, and the sub-topic is Population and Resource Relationships. The key notions we shall use today are: overpopulation, underpopulation, optimum population, output per person, indicators. At the end, you should be able to do this: learners are able to identify over-, under- and optimum population and suggest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Carrying Capacity. The question was: Explain how carrying capacity could be raised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our area, carrying capacity could be raised by irrigation from the Benue, using manure and improved seeds, soil conservation, controlled grazing and tree planting.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over-, under- and optimum population. Number 2: give indicators and examples of each. Number 3: explain causes, consequences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Carrying capacity is the limit of support. Technology can raise production.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some villages of the West Region, fields are tiny and young people leave. In the East, large forests have few people and roads, and many resources are not used.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Some areas have too many people and others too few for their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West village situation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Overpopulation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East situation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Underpopulation.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identify population–resource imbalances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balance between people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output per person and population size.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optimum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number of people that gives the highest output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crowded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indicators of overpopulation.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Unemployment and food shortages (also slums, land shortage, emigration).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dry, degraded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overpopulation damage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Overgrazing, deforestation and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large wheat fields in New Zealand.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some countries have too few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Rich resources but not enough workers to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solutions to overpopulation.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Family planning and better farming (also industry, migration, resettlement).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Concepts. The main concepts can be understood as follows. On this slide we have Overpopulation.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the Concepts. On this slide we have Underpopulation.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the Concepts. On this slide we have Optimum population.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optimum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Overpopulation. Overpopulation can be studied as follows. On this slide we have Indicators and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Overpopulation.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Overpopulation. On this slide we have Consequences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Underpopulation. Underpopulation can be studied as follows. On this slide we have Indicators and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Underpopulation. On this slide we have Consequences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optimum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population that gives the highest standard of living.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indicators of overpopulation.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unemployment and food shortages (also slums, emigration).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underpopulation; number 2, optimum; number 3, underpopulation.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Is Cameroon over-, under- or optimally populated? Write a paragraph with evidence.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Theories of Population and Resources: Malthus and Boserup.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17: OVERPOPULATION, UNDERPOPULATION AND OPTIMUM POPULATION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Overpopulation, Underpopulation and Optimum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Resource Relationships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Overpopulation, Underpopulation and Optimum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Overpopulation, underpopulation, optimum population, output per person, indicators.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situations; indicators and measurement; causes, consequences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over-, under- and optimum population and suggest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Carrying Capacity):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carrying capacity could be raised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our area, carrying capacity could be raised by irrigation from the Benue, using manure and improved seeds, soil conservation, controlled grazing and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over-, under- and optimum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indicators and examples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causes, consequences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Carrying capacity is the limit of support.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Technology can raise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some villages of the West Region, fields are tiny and young people leave. In the East, large forests have few people and roads, and many resources are not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areas have too many people and others too few for their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West village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Overpopulation (local).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East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population–resource imbalances and 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balance between people and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CONCEPTS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ptimum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Output per person and population size.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CONCEPTS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optimum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CONCEPTS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people that gives the highest output per person.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OVERPOPULATION: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OVERPOPULATION: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indicators of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OVERPOPULATION: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food shortages (also slums, land shortage, emigration).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OVERPOPULATION: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degraded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OVERPOPULATION: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overpopulation damage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OVERPOPULATION: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deforestation and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UNDERPOPULATION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igfarm.jpg">    </p:cNvPr>
          <p:cNvPicPr>
            <a:picLocks noChangeAspect="1"/>
          </p:cNvPicPr>
          <p:nvPr/>
        </p:nvPicPr>
        <p:blipFill>
          <a:blip r:embed="rId1"/>
          <a:stretch>
            <a:fillRect/>
          </a:stretch>
        </p:blipFill>
        <p:spPr>
          <a:xfrm>
            <a:off x="2181454" y="1783080"/>
            <a:ext cx="782878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Large wheat fields in New Zealand.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UNDERPOPULATION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some countries have too few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UNDERPOPULATION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Rich resources but not enough workers to use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planning and better farming (also industry, migration, resettlement).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Growth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and Resource Relationships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Overpopulation, Underpopulation and Optimum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Concepts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concepts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where there are too many people for the resources and technology available, so living standards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Concepts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where there are too few people to use the resources fully and efficiently.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Concepts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Optimum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people that gives the highest standard of living with the available resources and technology. It changes when technology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Concepts</a:t>
            </a:r>
            <a:endParaRPr lang="en-US" sz="3600" dirty="0"/>
          </a:p>
        </p:txBody>
      </p:sp>
      <p:pic>
        <p:nvPicPr>
          <p:cNvPr id="4" name="Image 0" descr="/home/claude/f4/img/v2/optimum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optimum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Overpopulation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Overpopulation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Indicators and 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unemployment, malnutrition, slums, landlessness and very high physiological density indicate overpopulation. It is measured by comparing population with resources and GNI per person.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Overpopulation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population growth and limited resources or technology cause it. Examples are Bangladesh, the Sahel and parts of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Overpopulation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and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leads to poverty, migration and environmental damage such as soil erosion. Solutions are family planning, intensification of agriculture, industrialisation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Underpopulation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Underpopulation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Indicators and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Resources are unused, labour is scarce and markets are small. Causes are low birth rates, emigration or very large territories, as in Australia, Canada and the East Region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Underpopulation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and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is slow, and services are expensive for scattered people. Solutions are encouraging immigration, pro-natal policies and better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optimum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that gives the highest standard of living.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indicators of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food shortages (also slums, emigration).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few people for the resources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best balance of people and resources is ______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Canada is an example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Cameroon over-, under- or optimally populated? Write a paragraph with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Theories of Population and Resources: Malthus and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Underpopulation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sous-peuplement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L'optimum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of living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Indicator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Growth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Overpopulation, Underpopulation and Optimum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over-, under- and optimum population. Give indicators and examples of each. Explain causes, consequences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over-, under- and optimum population and suggest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Concepts; Overpopulation; Underpopulation.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Is Cameroon over-, under- or optimally populated? Write a paragraph with evidence.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indicators.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Canada and Australia.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“Wheat fields. New Zealand.” by Bernard Spragg, CC0 1.0, via Flickr (https://www.flickr.com/photos/88123769@N02/24607172362)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2026-09-27T10:31:42Z</dcterms:created>
  <dcterms:modified xsi:type="dcterms:W3CDTF">2026-09-27T10:31:42Z</dcterms:modified>
</cp:coreProperties>
</file>