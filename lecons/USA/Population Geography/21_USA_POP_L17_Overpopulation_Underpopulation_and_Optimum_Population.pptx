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Overpopulation, Underpopulation and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Population and Resource Relationships. The key notions we shall use today are: overpopulation, underpopulation, optimum population, carrying capacity, indicators, technology. At the end, you should be able to do this: learners are able to recognise the signs of overpopulation and underpopulation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Carrying Capacity. The question was: Give one indicator of overpopulation.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High unemployment, poverty and malnutrition, overcrowding, or pressure on schools and hospitals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overpopulation, underpopulation and optimum population. Number 2: give the indicators and causes of each. Number 3: explain their consequences. Number 4: explain the factors of the carrying capacity of the land. Number 5: propose solutions to population-resource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Carrying capacity is the limit of an environment. The J-curve overshoots and crashes. Technology can raise the carrying capacity.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the Benue, many families share small plots: the soil is tired, firewood is scarce and the water level in the wells is falling. Further away, a vast fertile area has only a few small villages that cannot cultivate all the land. A student comparing the two areas asks: "Which area has too many people, which has too few, what is the ideal number, and how do we know the limit of what the land can give?"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the concepts of over-, under- and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situation near the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Overpopulation: too many people for the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situation of the vast fertile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Underpopulation: too few people to use its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carefully and support technology and education to raise the carrying capacity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the balance between people and resources and to choose policies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overcrowded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indicators of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poverty, malnutrition, slums or overloaded services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population-resource relations.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solution to underpopulation.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Encourage the immigration of workers or births, or use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optimum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At which point is output per person highest?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irrigation with a pivot.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irrigation change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raises it, because more food can be produced on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cracked, degraded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sign that the carrying capacity is exceeded.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Falling water tables, soil erosion, deforestation or loss of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Overpopulation.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Underpopulation and Optimum 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Carrying capacity of the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Indicators and Causes. Overpopulation is explained as follows. Copy the point on Meaning and situations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Indicators and Causes. Copy the point on Indicators and measurement: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Indicators and Causes. Copy the point on Causes: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and Solutions. Overpopulation has the following consequences and solutions.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and Solutions. Copy the point on Family planning and education: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and Solutions. Copy the point on Technology and jobs: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Indicators and Causes. Underpopulation is explained as follows. Copy the point on Meaning and situations on the left, then draw the diagram on the right: population and resources.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Indicators and Causes. Copy the point on Indicators and measurement: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Indicators and Causes. Copy the point on Causes: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and Solutions. Underpopulation has the following consequences and solutions.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and Solutions. Copy the point on Immigration and pro-natal policies: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and Solutions. Copy the point on Machines and automation: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Optimum Population. The optimum population is explained as follows. Copy the point on Meaning on the left, then draw the diagram on the right: the optimum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Optimum Population. Copy the point on Indicators: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Optimum Population. Copy the point on Conditions: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Optimum Population. Copy the point on A moving target: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Carrying Capacity of the Land. The carrying capacity of the land is explained as follows. Copy the point on Meaning and warning signs on the left, then draw the diagram on the right: dry, cracked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Carrying Capacity of the Land. Copy the point on Factors: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Carrying Capacity of the Land. Copy the point on Consequences if exceeded: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Solutions on the left, then draw the diagram on the right: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and two solutions of overpopulation.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causes: high births, falling deaths, immigration; solutions: family planning, education of girls, technology, industrial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a new irrigation system change the carrying capacity and the optimum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raises both, because the same land can feed more people at a higher standard of living.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underpopulation; number 2, optimum; number 3, raises.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date of Malthus's essay on population.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Theories of Population and Resources: Malthus and Boserup.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17: OVERPOPULATION, UNDERPOPULATION AND OPTIMUM POPULATION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Overpopulation, Underpopulation and Optimum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 Relationships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Overpopulation, Underpopulation and Optimum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Overpopulation, underpopulation, optimum population, carrying capacity, indicators,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indicators, causes, consequences and solutions of overpopulation, underpopulation and optimum population; carrying capacity of the land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signs of overpopulation and underpopulation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Carrying Capacity):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indicator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unemployment, poverty and malnutrition, overcrowding, or pressure on schools and hospitals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overpopulation, underpopulation and optimum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indicators and causes of each.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carrying capacity of the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population-resource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Carrying capacity is the limit of an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J-curve overshoots and crashes.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can raise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Benue, many families share small plots: the soil is tired, firewood is scarce and the water level in the wells is falling.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Further away, a vast fertile area has only a few small villages that cannot cultivate all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comparing the two areas asks: "Which area has too many people, which has too few, what is the ideal number, and how do we know the limit of what the land can 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the concepts of over-, under- and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situation near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Overpopulation: too many people for the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situation of the vast fertile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Underpopulation: too few people to use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carefully and support technology and education to raise the carrying capacity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the balance between people and resources and to choose policies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overcrowded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poverty, malnutrition, slums or overloaded services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gim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population-resource relations.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solution to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the immigration of workers or births, or use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optimum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point is output per person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 with a pivot.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irrigation change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raises it, because more food can be produced on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Cracked, degraded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sign that the carrying capacity is exceeded.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Falling water tables, soil erosion, deforestation or loss of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Resource Relationships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17: Overpopulation, Underpopulation and Optimum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many people for the resources and technology of an area, so living standards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few people to develop the resources of an area fully.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ideal number of people that gives the highest standard of living with the available resources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Carrying capacity of the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population an environment can support for a long time without permanent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Indicators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Overpopulation is explained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Meaning and situations: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An area is overpopulated when its resources and technology cannot give everyone a decent living. This is the case in parts of Bangladesh, the Sahel and the Mandara Mountains.</a:t>
            </a:r>
            <a:endParaRPr lang="en-US" sz="3000" dirty="0"/>
          </a:p>
        </p:txBody>
      </p:sp>
      <p:pic>
        <p:nvPicPr>
          <p:cNvPr id="6" name="Image 0" descr="/home/claude/f4/img/v2/usa_slum.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Indicators and Causes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Indicators and measurement: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indicators are high unemployment, low income per person, malnutrition, slums and overloaded schools and hospitals. It is measured by comparing the population with the resources, for example the income or food available per person.</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Indicators and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and falling death rates make the population grow faster than resources. Strong immigration and poor technology add to the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and Solutions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Overpopulation has the following consequences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cleared, soils are exhausted and pollution increases. Poverty, famine and social unrest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and Solutions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planning and 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planning and the education of girls reduce the number of births. The population then grows more slowly than the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and Solutions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Technology and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technology, such as irrigation and improved seeds, increases production from the same land. Industrial jobs reduce the pressure on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Indicators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Underpopulation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and situations: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An area is underpopulated when it has too few people to develop its resources fully. Examples are Canada, Australia and the East Region of Cameroon.</a:t>
            </a:r>
            <a:endParaRPr lang="en-US" sz="3200" dirty="0"/>
          </a:p>
        </p:txBody>
      </p:sp>
      <p:pic>
        <p:nvPicPr>
          <p:cNvPr id="6" name="Image 0" descr="/home/claude/f4/img/v2/regim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resources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Indicators and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Indicators and 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indicators are many resources per person, labour shortages, empty schools and slow economic growth. It is measured by the ratio of resources to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Meaning, Indicators and Causes</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birth rates, high death rates and strong emigration reduce the population. A harsh environment can also discourage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and Solutions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Underpopulation has the following consequences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Resources are left unused, and the domestic market is too small for industries. The country may also be difficult to defend and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and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Immigration and pro-natal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immigration of skilled workers fills labour shortages. Pro-natal policies encourage families to have more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and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Machines and automation: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Machines and robots replace missing workers. They allow a small population to use its resources 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optimum population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optimum population is the number of people that gives the highest output and standard of living per person. It is a balance between population, resources and technology.</a:t>
            </a:r>
            <a:endParaRPr lang="en-US" sz="3200" dirty="0"/>
          </a:p>
        </p:txBody>
      </p:sp>
      <p:pic>
        <p:nvPicPr>
          <p:cNvPr id="5" name="Image 0" descr="/home/claude/f4/img/v2/optimum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optimum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indicators are a high income per person, full employment and good social services. Resources are used in a sustainable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optimum needs balanced births and deaths, controlled immigration and advanced technology. Resources must also be well managed.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moving target: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optimum changes when technology or resources change. It therefore needs continuous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carrying capacity of the land is explained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Meaning and warning signs: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is the largest population that an area can support without permanent damage. Falling water tables, soil erosion, deforestation and loss of biodiversity show that it is being exceeded.</a:t>
            </a:r>
            <a:endParaRPr lang="en-US" sz="3000" dirty="0"/>
          </a:p>
        </p:txBody>
      </p:sp>
      <p:pic>
        <p:nvPicPr>
          <p:cNvPr id="5" name="Image 0" descr="/home/claude/f4/img/v2/f2t_cracked_soi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dry, cracked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depends on the amount of land, water and minerals and on technology, since irrigation and tractors raise it compared with the hoe. It also depends on lifestyles, because high consumption per person, as in the USA, lowers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if exceeded: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 disease and conflicts over land and water may follow. Desertification and forced migration are also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Irrigation, sustainable farming, renewable energy and recycling raise the carrying capacity or reduce the pressure on it. Controlling population growth keeps the population below it.</a:t>
            </a:r>
            <a:endParaRPr lang="en-US" sz="3600" dirty="0"/>
          </a:p>
        </p:txBody>
      </p:sp>
      <p:pic>
        <p:nvPicPr>
          <p:cNvPr id="5" name="Image 0" descr="/home/claude/f4/img/v2/f2t_pivo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solutions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high births, falling deaths, immigration; solutions: family planning, education of girls, technology, industrial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new irrigation system change the carrying capacity and the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raises both, because the same land can feed more people at a higher standard of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few people to use resources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ideal number of people is the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Irrigation ______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date of Malthus's essay on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Theories of Population and Resources: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Underpopulation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sous-population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Optimum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L'optimum de 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Carrying capacity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capacité de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of living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Overpopulation, Underpopulation and Optimum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overpopulation, underpopulation and optimum population. Give the indicators and causes of each. Explain their consequences. Explain the factors of the carrying capacity of the land. Propose solutions to population-resource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signs of overpopulation and underpopulation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Indicators and Causes; Consequences and Solutions; Optimum Population; Carrying Capacity of the 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date of Malthus's essay on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crowded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the East Region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talk about irrigation at Lagdo.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degraded land.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2026-09-29T11:38:39Z</dcterms:created>
  <dcterms:modified xsi:type="dcterms:W3CDTF">2026-09-29T11:38:39Z</dcterms:modified>
</cp:coreProperties>
</file>