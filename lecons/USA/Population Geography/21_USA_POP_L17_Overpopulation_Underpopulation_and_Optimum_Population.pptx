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Overpopulation, Underpopulation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overpopulation, underpopulation, optimum population, carrying capacity, indicators, technology. At the end, you should be able to do this: learners are able to recognise the signs of overpopulation and underpopulation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Carrying Capacity. The question was: Give one indicator of overpopulation.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unemployment, poverty and malnutrition, overcrowding, or pressure on schools and hospitals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overpopulation, underpopulation and optimum population. Number 2: give the indicators and causes of each. Number 3: explain their consequences. Number 4: explain the factors of the carrying capacity of the land. Number 5: propose solutions to population-resource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Carrying capacity is the limit of an environment. The J-curve overshoots and crashes. Technology can raise the carrying capacity.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the Benue, many families share small plots: the soil is tired, firewood is scarce and the water level in the wells is falling. Further away, a vast fertile area has only a few small villages that cannot cultivate all the land. A student comparing the two areas asks: "Which area has too many people, which has too few, what is the ideal number, and how do we know the limit of what the land can give?"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the concepts of over-, under-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situation near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Overpopulation: too many people for the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situation of the vast fertile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Underpopulation: too few people to use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carefully and support technology and education to raise the carrying capacity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balance between people and resources and to choose policies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overcrowded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poverty, malnutrition, slums or overloaded services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population-resource relations.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solution to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Encourage the immigration of workers or births, or use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which point is output per person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irrigation with a pivot.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irrigation change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raises it, because more food can be produced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cracked, degraded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sign that the carrying capacity is exceeded.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Falling water tables, soil erosion, deforestation or loss of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and Optimum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Carrying capacity of the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Indicators and Causes. Overpopulation is explained as follows. Copy the point on Meaning and situations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Indicators and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Overpopulation has the following consequences and solutions.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Family planning and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Technology and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Indicators and Causes. Underpopulation is explained as follows. Copy the point on Meaning and situations on the left, then draw the diagram on the right: population and resources.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Indicators and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Underpopulation has the following consequences and solutions.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Immigration and pro-natal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Machines and automation: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Optimum Population. The optimum population is explained as follows. Copy the point on Meaning on the left, then draw the diagram on the right: the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Indicators: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Conditions: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A moving target: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Carrying Capacity of the Land. The carrying capacity of the land is explained as follows. Copy the point on Meaning and warning signs on the left, then draw the diagram on the right: dry,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Copy the point on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Copy the point on Consequences if exceeded: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Solutions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solutions of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high births, falling deaths, immigration; solutions: family planning, education of girls, technology, industrial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a new irrigation system change the carrying capacity and the optimum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raises both, because the same land can feed more people at a higher standard of living.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underpopulation; number 2, optimum; number 3, raises.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date of Malthus's essay on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Theories of Population and Resources: Malthus and Boserup.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17: OVERPOPULATION, UNDERPOPULATION AND OPTIMUM 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Overpopulation, Underpopulation and Optimum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Overpopulation, underpopulation, optimum population, carrying capacity, indicators,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indicators, causes, consequences and solutions of overpopulation, underpopulation and optimum population; carrying capacity of the land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Carrying Capacity):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unemployment, poverty and malnutrition, overcrowding, or pressure on schools and hospitals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overpopulation, underpopulation and optimum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and causes of each.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carrying capacity of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population-resource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Carrying capacity is the limit of an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J-curve overshoots and crashes.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Benue, many families share small plots: the soil is tired, firewood is scarce and the water level in the wells is falling.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away, a vast fertile area has only a few small villages that cannot cultivate all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comparing the two areas asks: "Which area has too many people, which has too few, what is the ideal number, and how do we know the limit of what the land can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the concepts of over-, under-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near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of the vast fertile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 too few people to use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carefully and support technology and education to raise the carrying capacity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balance between people and resources and to choose policies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overcrowded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poverty, malnutrition, slums or overloaded services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population-resource relations.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immigration of workers or births, or use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point is output per person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with a pivot.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change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it, because more food can be produced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degraded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that the carrying capacity is exceeded.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water tables, soil erosion, deforestation or loss of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 and technology of an area, so living standards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develop the resources of an area fully.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ideal number of people that gives the highest standard of living with the available resources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of the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population an environment can support for a long time without permanent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Overpopulation is explained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Meaning and situations: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An area is overpopulated when its resources and technology cannot give everyone a decent living. This is the case in parts of Bangladesh, the Sahel and the Mandara Mountains.</a:t>
            </a:r>
            <a:endParaRPr lang="en-US" sz="3000" dirty="0"/>
          </a:p>
        </p:txBody>
      </p:sp>
      <p:pic>
        <p:nvPicPr>
          <p:cNvPr id="6" name="Image 0" descr="/home/claude/f4/img/v2/usa_slum.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Indicators and measurement: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indicators are high unemployment, low income per person, malnutrition, slums and overloaded schools and hospitals. It is measured by comparing the population with the resources, for example the income or food available per person.</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and falling death rates make the population grow faster than resources. Strong immigration and poor technology add to the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Overpopulation has the following consequences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soils are exhausted and pollution increases. Poverty, famine and social unrest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and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and the education of girls reduce the number of births. The population then grows more slowly than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and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technology, such as irrigation and improved seeds, increases production from the same land. Industrial jobs reduce the pressure on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Underpopulation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and situations: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area is underpopulated when it has too few people to develop its resources fully. Examples are Canada, Australia and the East Region of Cameroon.</a:t>
            </a:r>
            <a:endParaRPr lang="en-US" sz="3200" dirty="0"/>
          </a:p>
        </p:txBody>
      </p:sp>
      <p:pic>
        <p:nvPicPr>
          <p:cNvPr id="6" name="Image 0" descr="/home/claude/f4/img/v2/regim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resources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indicators are many resources per person, labour shortages, empty schools and slow economic growth. It is measured by the ratio of resources to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birth rates, high death rates and strong emigration reduce the population. A harsh environment can also discourage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Underpopulation has the following consequences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left unused, and the domestic market is too small for industries. The country may also be difficult to defend and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Immigration and pro-natal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immigration of skilled workers fills labour shortages. Pro-natal policies encourage families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Machines and automation: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Machines and robots replace missing workers. They allow a small population to use its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optimum population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optimum population is the number of people that gives the highest output and standard of living per person. It is a balance between population, resources and technology.</a:t>
            </a:r>
            <a:endParaRPr lang="en-US" sz="3200" dirty="0"/>
          </a:p>
        </p:txBody>
      </p:sp>
      <p:pic>
        <p:nvPicPr>
          <p:cNvPr id="5" name="Image 0" descr="/home/claude/f4/img/v2/optimum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optimum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indicators are a high income per person, full employment and good social services. Resources are used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needs balanced births and deaths, controlled immigration and advanced technology. Resources must also be well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moving target: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changes when technology or resources change. It therefore needs continuous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carrying capacity of the land is explained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Meaning and warning signs: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the largest population that an area can support without permanent damage. Falling water tables, soil erosion, deforestation and loss of biodiversity show that it is being exceeded.</a:t>
            </a:r>
            <a:endParaRPr lang="en-US" sz="3000" dirty="0"/>
          </a:p>
        </p:txBody>
      </p:sp>
      <p:pic>
        <p:nvPicPr>
          <p:cNvPr id="5" name="Image 0" descr="/home/claude/f4/img/v2/f2t_cracked_soi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the amount of land, water and minerals and on technology, since irrigation and tractors raise it compared with the hoe. It also depends on lifestyles, because high consumption per person, as in the USA, lowers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if exceeded: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disease and conflicts over land and water may follow. Desertification and forced migration are also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Irrigation, sustainable farming, renewable energy and recycling raise the carrying capacity or reduce the pressure on it. Controlling population growth keeps the population below it.</a:t>
            </a:r>
            <a:endParaRPr lang="en-US" sz="3600" dirty="0"/>
          </a:p>
        </p:txBody>
      </p:sp>
      <p:pic>
        <p:nvPicPr>
          <p:cNvPr id="5" name="Image 0" descr="/home/claude/f4/img/v2/f2t_pivo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solutions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high births, falling deaths, immigration; solutions: family planning, education of girls, technology, industrial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irrigation system change the carrying capacity and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both, because the same land can feed more people at a higher standard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few people to use resources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ideal number of people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Irrigation ______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overpopulation, underpopulation and optimum population. Give the indicators and causes of each. Explain their consequences. Explain the factors of the carrying capacity of the land. Propose solutions to population-resource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Indicators and Causes; Consequences and Solutions; Optimum Population; Carrying Capacity of the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date of Malthus's essay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crowded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the East Region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talk about irrigation at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degraded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2026-09-29T12:18:48Z</dcterms:created>
  <dcterms:modified xsi:type="dcterms:W3CDTF">2026-09-29T12:18:48Z</dcterms:modified>
</cp:coreProperties>
</file>