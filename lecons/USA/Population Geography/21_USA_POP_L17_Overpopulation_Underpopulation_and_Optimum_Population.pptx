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carrying capacity, indicators, technology. At the end, you should be able to do this: learners are able to recognise the signs of overpopulation and underpopulation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Give one indicator of overpopulation.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unemployment, poverty and malnutrition, overcrowding, or pressure on schools and hospitals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overpopulation, underpopulation and optimum population. Number 2: give the indicators and causes of each. Number 3: explain their consequences. Number 4: explain the factors of the carrying capacity of the land. Number 5: propose solutions to population-resource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an environment. The J-curve overshoots and crashes. Technology can raise the carrying capacity.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the Benue, many families share small plots: the soil is tired, firewood is scarce and the water level in the wells is falling. Further away, a vast fertile area has only a few small villages that cannot cultivate all the land. A student comparing the two areas asks: "Which area has too many people, which has too few, what is the ideal number, and how do we know the limit of what the land can give?"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the concepts of over-, under-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situation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too many people for the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situation of the vast fertile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 too few people to use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carefully and support technology and education to raise the carrying capacity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balance between people and resources and to choose policies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overcrowded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poverty, malnutrition, slums or overloaded services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population-resource relations.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solution to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Encourage the immigration of workers or births, or use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which point is output per person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irrigation with a pivot.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irrigation change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raises it, because more food can be produced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cracked, degraded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sign that the carrying capacity is exceeded.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Falling water tables, soil erosion, deforestation or loss of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and Optimum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Carrying capacity of the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Indicators. Overpopulation is explained as follows. Copy the point on Meaning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Unemployment and low incomes: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Malnutrition and overloaded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Overpopulation has the following causes. Copy the point on Rapid natural increase: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Strong immigration: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Poor technology: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Overpopulation has the following consequences. Copy the point on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Poverty and famine: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Social unrest: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Overpopulation is reduced by the following solutions. Copy the point on Family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Education of girls: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New technology: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Industrial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Indicators. Underpopulation is explained as follows. Copy the point on Meaning on the left, then draw the diagram on the right: population and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Labour shortages: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Indicators. Copy the point on Slow economic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Underpopulation has the following causes. Copy the point on Low birth rates: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High death rates: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Emigration: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A harsh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Underpopulation has the following consequences. Copy the point on Unused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A small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Difficult development and defence: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Underpopulation is reduced by the following solutions. Copy the point on Immigration: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Pro-natal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Machines and automation: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Optimum Population. The optimum population is explained as follows. Copy the point on Meaning on the left, then draw the diagram on the right: the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Indicators: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A moving target: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Warning Signs. The carrying capacity of the land is explained as follows. Copy the point on Meaning on the left, then draw the diagram on the right: dry,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Warning Signs. Copy the point on Falling water tables and soil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Warning Signs. Copy the point on Deforestation and loss of biodiversity: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The carrying capacity of the land depends on the following factors. Copy the point on Natural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Copy the point on Technology: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Copy the point on Lifestyles: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if Exceeded. When the carrying capacity is exceeded, the following consequences may follow. Copy the point on Famine and disease: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if Exceeded. Copy the point on Conflicts: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if Exceeded. Copy the point on Desertification and forced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pressure on the carrying capacity is reduced by the following solutions. Copy the point on Irrigation and sustainable farming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Renewable energy and recycling: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Control of population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solutions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high births, falling deaths, immigration; solutions: family planning, education of girls, technology, industrial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a new irrigation system change the carrying capacity and the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raises both, because the same land can feed more people at a higher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raises.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date of Malthus's essay on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carrying capacity, indicators,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indicators, causes, consequences and solutions of overpopulation, underpopulation and optimum population; carrying capacity of the land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poverty and malnutrition, overcrowding, or pressure on schools and hospitals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overpopulation, underpopulation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and causes of each.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carrying capacity of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population-resource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an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J-curve overshoots and crashes.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Benue, many families share small plots: the soil is tired, firewood is scarce and the water level in the wells is falling.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away, a vast fertile area has only a few small villages that cannot cultivate all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comparing the two areas asks: "Which area has too many people, which has too few, what is the ideal number, and how do we know the limit of what the land can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the concepts of over-, under-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of the vast fertile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too few people to use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carefully and support technology and education to raise the carrying capacity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balance between people and resources and to choose policies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overcrowded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poverty, malnutrition, slums or overloaded services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population-resource relations.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immigration of workers or births, or use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point is output per person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with a pivot.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change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it, because more food can be produced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degraded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water tables, soil erosion, deforestation or loss of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of an area,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develop the resources of an area fully.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ideal number of people that gives the highest standard of living with the available resources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of the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population an environment can support for a long time without permanent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Indicators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Overpopulation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area is overpopulated when its resources and technology cannot give everyone a decent living. This is the case in parts of Bangladesh, the Sahel and the Mandara Mountains.</a:t>
            </a:r>
            <a:endParaRPr lang="en-US" sz="3200" dirty="0"/>
          </a:p>
        </p:txBody>
      </p:sp>
      <p:pic>
        <p:nvPicPr>
          <p:cNvPr id="6" name="Image 0" descr="/home/claude/f4/img/v2/usa_slum.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is measured by comparing the population with the resources available. For example, the income or the food available per person is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low incomes: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everyone, so many people are unemployed or earn very little. Income per person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Malnutrition and overloaded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is not enough for everyone, so many children are malnourished. Slums grow and schools and hospitals are overloaded.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 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and falling death rates make the population grow faster than resources. The resources per person therefore decrease.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immigration: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many migrants adds to the population of an area. If resources do not increase, the area becomes overpopulated.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such as the hoe produce little from the land. The same area can therefore feed fewer people than with modern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soils are exhausted and pollution increases. The land then produces even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and famine: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per person are too small to meet basic needs. Poverty spreads and famines occur in bad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unrest: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Unemployed young people may turn to crime or protests. Competition for land and water can lead to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is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allows couples to space births and have fewer children. The population then grows more slowly than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of girls: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girls marry later and have fewer children. They also find jobs and raise family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improved seeds increase production from the same land. The land can then feed more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services give jobs to people who have no land. This reduces the pressure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Indicators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Underpopulation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area is underpopulated when it has too few people to develop its resources fully. Examples are Canada, Australia and the East Region of Cameroon.</a:t>
            </a:r>
            <a:endParaRPr lang="en-US" sz="3200" dirty="0"/>
          </a:p>
        </p:txBody>
      </p:sp>
      <p:pic>
        <p:nvPicPr>
          <p:cNvPr id="6" name="Image 0" descr="/home/claude/f4/img/v2/regim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resources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is measured by the ratio of resources to population. A very high amount of resources per person shows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shortages: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mines and factories cannot find enough workers. Many resources therefore remain unused.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Indicators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small population produces and buys little. Schools and services in remote areas remain empty or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couples have few children, the population grows slowly or declines. There are then too few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death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poor health care kill many people, as in parts of the forest zone. The population stays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for towns or other countries. The area loses its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harsh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 cold or poor soils discourage settlement. Few people settle there even when resources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Unused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forests and minerals are not exploited for lack of workers. The country loses wealth it could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small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people means few customers, so industries cannot sell enough. Factories remain small or do not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 development and defence: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schools and hospitals are expensive for a few scattered people. Large empty areas are also difficult to control and defend.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is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such as Canada and Australia invite skilled workers from abroad. These immigrants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allowances and paid parental leave encourage families to have more children. The population then grows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Machines and automation: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and robots replace missing workers. They allow a small population to use its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optimum 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optimum population is the number of people that gives the highest output and standard of living per person. It is a balance between population, resources and technology.</a:t>
            </a:r>
            <a:endParaRPr lang="en-US" sz="3200" dirty="0"/>
          </a:p>
        </p:txBody>
      </p:sp>
      <p:pic>
        <p:nvPicPr>
          <p:cNvPr id="5" name="Image 0" descr="/home/claude/f4/img/v2/optimum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optimum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indicators are a high income per person, full employment and good social services. Resources are used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needs balanced births and deaths, controlled immigration and advanced technology. Resources must also be well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moving target: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changes when technology or resources change. It therefore needs continuous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Warning Signs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carrying capacity of the land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the largest population that an area can support without permanent damage. Beyond this limit, the resources are destroyed faster than they are renewed.</a:t>
            </a:r>
            <a:endParaRPr lang="en-US" sz="3200" dirty="0"/>
          </a:p>
        </p:txBody>
      </p:sp>
      <p:pic>
        <p:nvPicPr>
          <p:cNvPr id="6" name="Image 0" descr="/home/claude/f4/img/v2/f2t_cracked_so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Warning Signs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water tables and 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dry up because too much water is pumped, and soils are washed away. These signs show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Warning Signs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cut faster than they grow back, and plants and animals disappear. These signs also show that the land is overused.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carrying capacity of the land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the amount of land, water and minerals available. Fertile and well-watered areas can support more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fertilisers and tractors raise the carrying capacity compared with the hoe. The same land can then feed more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Lifestyles: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consumption per person, as in the USA, lowers the carrying capacity. Each person uses more land, water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 if Exceeded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When the carrying capacity is exceeded, the following consequences may follow: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Famine and disease: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no longer produces enough food for everyone. Malnutrition weakens people, and diseases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 if Exceeded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compete for the remaining land and water. Conflicts break out, for example between farmers and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Consequences if Exceeded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and 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Overused land turns into desert, as in parts of the Sahel. People are then forced to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Solutions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pressure on the carrying capacity is reduced by the following solutions: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Irrigation and sustainable farming: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Irrigation and sustainable methods such as crop rotation raise production without destroying the soil. They increase the carrying capacity.</a:t>
            </a:r>
            <a:endParaRPr lang="en-US" sz="2800" dirty="0"/>
          </a:p>
        </p:txBody>
      </p:sp>
      <p:pic>
        <p:nvPicPr>
          <p:cNvPr id="6" name="Image 0" descr="/home/claude/f4/img/v2/f2t_pivo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energy and recycling: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 recycling and the saving of water reduce the use of resources. The pressure on the land therefore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education slow down population growth. The population then stays below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solutions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high births, falling deaths, immigration; solutions: family planning, education of girls, technology,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irrigation system change the carrying capacity and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both, because the same land can feed more people at a higher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to use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ideal number of people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overpopulation, underpopulation and optimum population. Give the indicators and causes of each. Explain their consequences. Explain the factors of the carrying capacity of the land. Propose solutions to population-resource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Indicators; Causes; Consequences; Solutions; Optimum Population; Meaning and Warning Signs; Factors; Consequences if Exceeded.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date of Malthus's essay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the East Region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talk about irrigation at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degraded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2026-10-06T05:44:08Z</dcterms:created>
  <dcterms:modified xsi:type="dcterms:W3CDTF">2026-10-06T05:44:08Z</dcterms:modified>
</cp:coreProperties>
</file>