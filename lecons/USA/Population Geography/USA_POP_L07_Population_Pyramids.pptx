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Population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Age-Sex Pyramids. The key notions we shall use today are: age-sex pyramid, expansive, stationary, constrictive, dependency ratio. At the end, you should be able to do this: learners are able to read population pyramids and explain their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Age and Sex Composition. The question was: List three needs of young people and three needs of old people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Young people need schools, jobs and leisure facilities; old people need health care, pensions and care homes or family support.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and describe a population pyramid. Number 2: identify expansive, stationary and constrictive pyramids. Number 3: explain factors of pyramid shape and calculate the dependency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Youthful populations have many children. Ageing populations have many old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teacher shows two graphs shaped like a pointed triangle and a pot with a narrow base. She says, "One is Cameroon, the other is Japan. Which is which, and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must identify countries from their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shape is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pointed triangle (wide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makes the base wide?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Many births.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population pyramids to plan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pyramids and understand what they tell us about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pyramid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wide base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high birth rate and many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three types of pyramid.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type has a narrow base and wide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Constrictive.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population pyramid of Japan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top of Japan's pyramid so wide for women?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Women live longer than men and life expectancy is very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baby being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vaccines change the shape of a pyramid?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Fewer children die, so the lower bars stay wide and people live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dependency ratio.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does a dependency ratio of 82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Every 100 people of working age support 82 dependants.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Age-Sex Pyramid. The pyramid can be understood as follows. On this slide we have Population pyramid.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Pyramids. The main types of pyramids are. On this slide we have Expansive (progressive) pyramid.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Pyramids. On this slide we have Stationary pyramid and Constrictive (regressive) pyramid.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pyramids.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Indices. The shape of pyramids depends on. On this slide we have Demographic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Indices. On this slide we have Non-demographic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Indices. On this slide we have Dependency ratio.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an expansive pyramid and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wide base, narrow top; high births, short lives; Cameroon.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Calculate the dependency ratio: 40 % aged 0–14, 5 % aged 65+, 55 % aged 15–64.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(40 + 5) ÷ 55 × 100 ≈ 82.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expansive; number 2, constrictive; number 3, 65 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Sketch the pyramids of Cameroon and Japan and list three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Dependency Ratio and Population Pyramids.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POPULATION PYRAMIDS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 Population Pyramids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Pyramids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Population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pyramid, expansive, stationary, constrictive, dependency ratio.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pyramids; differences between regions; demographic and non-demographic factors; dependency ratio.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population pyramids and explain their shapes.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Age and Sex Composition):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needs of young people and three needs of old people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need schools, jobs and leisure facilities; old people need health care, pensions and care homes or family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describe a population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expansive, stationary and constrictive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factors of pyramid shape and calculate the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Youthful populations have many children.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Ageing populations have many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teacher shows two graphs shaped like a pointed triangle and a pot with a narrow base. She says, "One is Cameroon, the other is Japan. Which is which,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must identify countries from their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shape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pointed triangle (wide base).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base wide?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population pyramids to plan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pyramids and understand what they tell us about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pyramid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wide base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 birth rate and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yram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types of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has a narrow base and wide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Constrictive.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pyramid of Japan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top of Japan's pyramid so wide for women?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PYRAMIDS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live longer than men and life expectancy is very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baby being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vaccines change the shape of a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children die, so the lower bars stay wide and people live longer.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 RATIO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ependenc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dependency ratio.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dependency ratio of 82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100 people of working age support 82 dependants.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Age-Sex Pyramids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Age-Sex Pyramid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pyramid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bar graph that shows the percentage of males and females in each age group of a population. Males are on the left and females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Age-Sex Pyramid</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Pyramids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pyramids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Expansive (progressive)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wide base and a narrow top, showing high birth and death rates. It is typical of LEDCs such as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Pyramids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Stationary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almost straight sides, showing low birth and death rates. It is found in some MEDCs.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Constrictive (regressive)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narrow base and a wide top, showing an ageing, declining population. Japan and Italy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Pyramids</a:t>
            </a:r>
            <a:endParaRPr lang="en-US" sz="3600" dirty="0"/>
          </a:p>
        </p:txBody>
      </p:sp>
      <p:pic>
        <p:nvPicPr>
          <p:cNvPr id="4" name="Image 0" descr="/home/claude/f4/img/v2/pyram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pyramids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Indices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shape of pyramids depends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 shapes the base, death rate and life expectancy shape the top, and migration adds or removes groups. Wars and epidemics create notches.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Indices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Non-demographic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of women, family planning, health care and economic development change the shape in the long run. Policies such as China's one-child policy change it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Indices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Dependency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(people aged 0–14 + people over 65) ÷ people aged 15–64 × 100. A ratio of 82 means 82 dependants for every 100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an expansive pyramid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base, narrow top; high births, short lives;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dependency ratio: 40 % aged 0–14, 5 % aged 65+, 55 % aged 15–64.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(40 + 5) ÷ 55 × 100 ≈ 82.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pyramid with a wide base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a ______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Dependants are aged 0–14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Sketch the pyramids of Cameroon and Japan and list three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Dependency Ratio and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 des âges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à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rapport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Masculin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Female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Féminin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Population Pyramids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and describe a population pyramid. Identify expansive, stationary and constrictive pyramids. Explain factors of pyramid shape and calculate the dependency ratio.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population pyramids and explain their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Age-Sex Pyramid; Types of Pyramids; Factors and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Sketch the pyramids of Cameroon and Japan and list three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shapes.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two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child mortality.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do the calculation.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2026-09-27T09:41:49Z</dcterms:created>
  <dcterms:modified xsi:type="dcterms:W3CDTF">2026-09-27T09:41:49Z</dcterms:modified>
</cp:coreProperties>
</file>