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notesMasterIdLst>
    <p:notesMasterId r:id="rId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notesMaster" Target="notesMasters/notesMaster1.xml"/><Relationship Id="rId57" Type="http://schemas.openxmlformats.org/officeDocument/2006/relationships/presProps" Target="presProps.xml"/><Relationship Id="rId58" Type="http://schemas.openxmlformats.org/officeDocument/2006/relationships/viewProps" Target="viewProps.xml"/><Relationship Id="rId59" Type="http://schemas.openxmlformats.org/officeDocument/2006/relationships/theme" Target="theme/theme1.xml"/><Relationship Id="rId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Population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4: Understanding and managing population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Population Structure and Composition, and the sub-topic is Age-Sex Pyramids. The key notions we shall use today are: age-sex pyramid, expansive, stationary, constrictive, dependency ratio. At the end, you should be able to do this: learners are able to read population pyramids and explain their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Age and Sex Composition. The question was: List three needs of young people and three needs of old people in your town.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Young people need schools, jobs and leisure facilities; old people need health care, pensions and care homes or family support.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and describe a population pyramid. Number 2: identify expansive, stationary and constrictive pyramids. Number 3: explain factors of pyramid shape and calculate the dependency ratio.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Youthful populations have many children. Ageing populations have many old people.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teacher shows two graphs shaped like a pointed triangle and a pot with a narrow base. She says, "One is Cameroon, the other is Japan. Which is which, and why?"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Learners must identify countries from their pyramids.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shape is Cameroon?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pointed triangle (wide base).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makes the base wide?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Many births.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read population pyramids to plan for the future.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pyramids and understand what they tell us about a country.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population pyramid of Cameroon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wide base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many children.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three types of pyramid.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type has a narrow base and wide top?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Constrictive.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pyramid of Japan (approximate).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top of Japan's pyramid so wide for women?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Women live longer than men and life expectancy is very high.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baby being vaccinated.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 vaccines change the shape of a pyramid?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Fewer children die, so the lower bars stay wide and people live longer.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dependency ratio.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does a dependency ratio of 82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Every 100 people of working age support 82 dependants.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the Age-Sex Pyramid. The pyramid can be understood as follows. On this slide we have Population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population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Pyramids. The main types of pyramids are. On this slide we have Expansive (progressive) pyramid.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Pyramids. On this slide we have Stationary pyramid and Constrictive (regressive) pyramid.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types of pyramids.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Factors and Indices. The shape of pyramids depends on. On this slide we have 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Indices. On this slide we have Non-demographic factors.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Factors and Indices. On this slide we have Dependency ratio.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Describe an expansive pyramid and give an example.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wide base, narrow top; high births, short lives; Cameroon.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Calculate the dependency ratio: 40 % aged 0–14, 5 % aged 65+, 55 % aged 15–64.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(40 + 5) ÷ 55 × 100 ≈ 82.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constrictive; number 3, 65 and over.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Sketch the pyramids of Cameroon and Japan and list three differences.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Practical Work 3: Dependency Ratio and Population Pyramids.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POPULATION PYRAMIDS</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Pyramids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4: Understanding and managing population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Structure and Composition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Population Pyramids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Age-sex pyramid, expansive, stationary, constrictive,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and types of pyramids; differences between regions; demographic and non-demographic factors; dependency ratio.</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read population pyramids and explain their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Age and Sex Composition):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three needs of young people and three needs of old people in your town.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Young people need schools, jobs and leisure facilities; old people need health care, pensions and care homes or family support.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and describe a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expansive, stationary and constrictive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factors of pyramid shape and calculate the dependency ratio.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Youthful populations have many children.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Ageing populations have many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teacher shows two graphs shaped like a pointed triangle and a pot with a narrow base. She says, "One is Cameroon, the other is Japan. Which is which, and why?"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Learners must identify countries from their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shape is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pointed triangle (wide base).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makes the base wide?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births.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Read population pyramids to plan for the future.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pyramids and understand what they tell us about a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Cameroon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many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Three types of pyramid.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type has a narrow base and wide top?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Constrictive.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pyramid_japa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pyramid of Japan (approximate).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top of Japan's pyramid so wide for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TYPES OF PYRAMIDS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Women live longer than men and life expectancy is very high.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vaccin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baby being vaccinated.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vaccines change the shape of a pyramid?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FACTORS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Fewer children die, so the lower bars stay wide and people live longer.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dependency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dependency ratio.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a dependency ratio of 82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DEPENDENCY RATIO</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100 people of working age support 82 dependants.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Population Structure and Composition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Age-Sex Pyramids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Age-Sex Pyramid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pyramid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bar graph that shows the percentage of males and females in each age group of a population. Males are on the left and females on the right.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the Age-Sex Pyramid</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types of pyramids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Expansive (progressive)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wide base and a narrow top, showing high birth and death rates. It is typical of LEDCs such as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Stationary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almost straight sides, showing low birth and death rates. It is found in some MEDCs.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Constrictive (regressive)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a narrow base and a wide top, showing an ageing, declining population. Japan and Italy are examples.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Types of Pyramids</a:t>
            </a:r>
            <a:endParaRPr lang="en-US" sz="3600" dirty="0"/>
          </a:p>
        </p:txBody>
      </p:sp>
      <p:pic>
        <p:nvPicPr>
          <p:cNvPr id="4" name="Image 0" descr="/home/claude/f4/img/v2/pyramid_ty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types of pyramids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shape of pyramids depends 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Birth rate shapes the base, death rate and life expectancy shape the top, and migration adds or removes groups. Wars and epidemics create notches.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Non-demographic factors: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Education of women, family planning, health care and economic development change the shape in the long run. Policies such as China's one-child policy change it quickly.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Factors and Indices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Dependency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(people aged 0–14 + people over 65) ÷ people aged 15–64 × 100. A ratio of 82 means 82 dependants for every 100 workers.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an expansive pyramid and give an example.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Wide base, narrow top; high births, short lives;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dependency ratio: 40 % aged 0–14, 5 % aged 65+, 55 % aged 15–64.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(40 + 5) ÷ 55 × 100 ≈ 82.</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pyramid with a wide base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Japan has a ______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Dependants are aged 0–14 and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Sketch the pyramids of Cameroon and Japan and list three differences.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3: Dependency Ratio and Population Pyramids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Dependant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personne à charge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Ratio</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rapport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Masculin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Female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Féminin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Population Structure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Population Pyramids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and describe a population pyramid. Identify expansive, stationary and constrictive pyramids. Explain factors of pyramid shape and calculate the dependency ratio.</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read population pyramids and explain their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the Age-Sex Pyramid; Types of Pyramids; Factors and Indices.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Sketch the pyramids of Cameroon and Japan and list three differences.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describe the bars.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three shapes.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compare the two sides.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discuss child mortality.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do the calculation.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4 (Population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“Isatu gets a vaccination for her 5 week old son” by World Bank Photo Collection, CC BY-NC-ND 2.0, via Flickr (https://www.flickr.com/photos/10816734@N03/26372818523)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54</Slides>
  <Notes>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54</vt:i4>
      </vt:variant>
    </vt:vector>
  </HeadingPairs>
  <TitlesOfParts>
    <vt:vector size="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2026-09-27T10:08:06Z</dcterms:created>
  <dcterms:modified xsi:type="dcterms:W3CDTF">2026-09-27T10:08:06Z</dcterms:modified>
</cp:coreProperties>
</file>