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7: Population Pyramids.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three shapes.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the two sides.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child mortality.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calculation.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expansive 2. constrictive 3. 65 and 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POPULATION GEOGRAPHY  —  LESSON 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Pyramids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4: Understanding and managing population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Structure and Composition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Age-Sex Pyramids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7: Population Pyramids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Age-sex pyramid, expansive, stationary, constrictive, dependency ratio.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types of pyramids; differences between regions; demographic and non-demographic factors; dependency ratio.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read population pyramids and explain their shapes.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and describe a population pyramid.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expansive, stationary and constrictive pyramids.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factors of pyramid shape and calculate the dependency ratio.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Youthful populations have many children.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Ageing populations have many old people.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teacher shows two graphs shaped like a pointed triangle and a pot with a narrow base. She says, "One is Cameroon, the other is Japan. Which is which, and why?"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must identify countries from their pyramids.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shape is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pointed triangle (wide base).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makes the base wide?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births.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read pyramids and understand what they tell us about a country.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pyramid_camero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60" y="1691640"/>
            <a:ext cx="9989032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pyramid of Cameroon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the wide base show?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high birth rate and many children.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pyramid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types of pyramid.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type has a narrow base and wide top?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Constrictive.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pyramid_japa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60" y="1691640"/>
            <a:ext cx="9989032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pyramid of Japan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top of Japan's pyramid so wide for women?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Women live longer than men and life expectancy is very high.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vacci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baby being vaccinated.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vaccines change the shape of a pyramid?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Fewer children die, so the lower bars stay wide and people live longer.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DEPENDENCY RATIO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dependenc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dependency ratio.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DEPENDENCY RATIO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 dependency ratio of 82 mean?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DEPENDENCY RATIO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100 people of working age support 82 dependants.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Pyramids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Population Structure and Composition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Age-Sex Pyramids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7: Population Pyramids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pyramid: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bar graph showing the population by age and sex.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Dependency ratio: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number of dependants (0–14 and 65+) per 100 people aged 15–64.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Dependants: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people too young or too old to work.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Pyramids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Expansive: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a wide base and narrow top. It shows high births and short lives, as in Niger and Cameroon.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Stationary: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straight sides and a rounded top. Births and deaths are low and balanced, as in France.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Pyramids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Constrictive: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a narrow base and wider middle and top. Births are very low and people live long, as in Japan.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Dependency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Demographic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Birth rates, death rates and migration shape the pyramid. Migrants often add young adult males.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Non-demographic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Wars, epidemics, famine and family policies leave marks on the bars. Their effects last for decades.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Dependency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Dependency ratio: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(0–14 + 65+) ÷ (15–64) × 100. Cameroon has about 82 dependants per 100 workers.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Dependency (3/3)</a:t>
            </a:r>
            <a:endParaRPr lang="en-US" sz="3600" dirty="0"/>
          </a:p>
        </p:txBody>
      </p:sp>
      <p:pic>
        <p:nvPicPr>
          <p:cNvPr id="13" name="Image 0" descr="/home/claude/f4/img/v2/pyramid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three types.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an expansive pyramid and give an example.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Wide base, narrow top; high births, short lives;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Calculate the dependency ratio: 40 % aged 0–14, 5 % aged 65+, 55 % aged 15–64.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(40 + 5) ÷ 55 × 100 ≈ 82.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pyramid with a wide base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Japan has a ______ pyramid.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Dependants are aged 0–14 and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Sketch the pyramids of Cameroon and Japan and list three differences.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Practical Work 3: Dependency Ratio and Pyramids.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Pyramid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pyramide des âges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base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Dependant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personne à charge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rapport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Masculin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Female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Féminin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Structure and Composition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7: Population Pyramids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and describe a population pyramid. Identify expansive, stationary and constrictive pyramids. Explain factors of pyramid shape and calculate the dependency ratio.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read population pyramids and explain their shapes.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Population pyramid, Dependency ratio, Dependants; II. Types of Pyramids: Expansive, Stationary, Constrictive; III. Factors and Dependency: Demographic factors, Non-demographic factors, Dependency ratio.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Sketch the pyramids of Cameroon and Japan and list three differences.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4 (Population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“Isatu gets a vaccination for her 5 week old son” by World Bank Photo Collection, CC BY-NC-ND 2.0, via Flickr (https://www.flickr.com/photos/10816734@N03/26372818523)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2026-09-26T18:50:30Z</dcterms:created>
  <dcterms:modified xsi:type="dcterms:W3CDTF">2026-09-26T18:50:30Z</dcterms:modified>
</cp:coreProperties>
</file>