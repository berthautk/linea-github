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Modifications of Population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Numbers, and the sub-topic is Population Density and Distribution. The key notions we shall use today are: differential growth rate, redistribution, migration, urbanisation. At the end, you should be able to do this: learners are able to explain how population distribution changes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2: Population Distribution and Altitude. The question was: Draw a bar graph of population by altitude from the table and write three sentences about it.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bar graph shows few people below 500 m and many between 1,000 and 2,000 m in tropical highlands. This is because highlands are cool, healthy and fertile, while the hot lowlands have diseases.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how different growth rates change world distribution. Number 2: explain how migration redistributes people. Number 3: give examples of redistribution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Africa grows faster than Europe. People move from villages to towns.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1950, Europe had more than twice as many people as Africa. Today Africa has twice as many people as Europe, and by 2050 one person in four will be African.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distribution of people between continents is changing.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causes this change?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Africa grows faster than Europe.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else moves population?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how population distribution changes to plan for future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that population distribution is not fixed.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growth rates by continent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continent grows fastest? Which is almost not growing?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Africa (about 2.4 %); Europe (about −0.1 %).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share of world population 1950–2050.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will Africa's share change from 1950 to 2050?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will rise from about 9 % to about 26 %.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travellers at a bus station (Wadi Halfa, Sudan).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does migration change distribution?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moves people from source areas to destination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douala, a fast-growing city.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the share of Cameroonians living in towns increasing?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Rural-urban migration and natural increase in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refugees in a camp in Chad.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conflict change population distribution?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People flee to safer areas or other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Differential growth.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Redistribution.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of Differential Growth Rates. Different growth rates change the world distribution. On this slide we have Fast-growing regions.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of Differential Growth Rates. On this slide we have Slow-growing regions.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share of world population by continent.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Migration as a Factor of Redistribution. Migration redistributes population as follows. On this slide we have Rural–urban migration.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Migration as a Factor of Redistribution. On this slide we have International migration.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Migration as a Factor of Redistribution. On this slide we have Forced migration.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How do different growth rates change world distribution?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faster-growing regions increase their share of the world population.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types of migration that redistribute people.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rural-urban migration and international migration (also forced migration).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Africa; number 2, rural-urban; number 3, refugees.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Interview an adult who moved to your town. Write why they came.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Population Structure.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4: MODIFICATIONS OF POPULATION DISTRIBUTION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 Modifications of Population Distribution</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Modifications of Population Distribution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Numbers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Density and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Modifications of Population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Differential growth rate, redistribution, migration, urbanisation.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Effects of different growth rates on distribution; migration as a factor of redistribution.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population distribution changes over time.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2: Population Distribution and Altitude):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bar graph of population by altitude from the table and write three sentences about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bar graph shows few people below 500 m and many between 1,000 and 2,000 m in tropical highlands. This is because highlands are cool, healthy and fertile, while the hot lowlands have diseases.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different growth rates change world distribution.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migration redistributes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of redistribution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Africa grows faster than Europe.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move from villages to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1950, Europe had more than twice as many people as Africa. Today Africa has twice as many people as Europe, and by 2050 one person in four will be African.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distribution of people between continents is changing.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causes this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Africa grows faster than Europe.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else moves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how population distribution changes to plan for future needs.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that population distribution is not fixed.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DIFFERENTIAL GROWTH RATES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rowth_rate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Growth rates by continent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DIFFERENTIAL GROWTH RATES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continent grows fastest? Which is almost not growing?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DIFFERENTIAL GROWTH RATES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Africa (about 2.4 %); Europe (about −0.1 %).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DIFFERENTIAL GROWTH RATES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op_shar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Share of world population 1950–2050.</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DIFFERENTIAL GROWTH RATES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will Africa's share change from 1950 to 2050?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DIFFERENTIAL GROWTH RATES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will rise from about 9 % to about 26 %.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MIGRATION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bussta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Travellers at a bus station (Wadi Halfa, Sudan).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migration change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moves people from source areas to destination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MIGRATION: RURAL–URBAN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doual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Douala, a fast-growing city.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MIGRATION: RURAL–URBAN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share of Cameroonians living in towns increasing?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MIGRATION: RURAL–URBAN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Rural-urban migration and natural increase in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MIGRATION: FORCED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refuge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Refugees in a camp in Chad.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MIGRATION: FORCED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conflict change population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MIGRATION: FORCED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flee to safer areas or other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Numbers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Density and Distribution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Modifications of Population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Differential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difference in population growth rates between regions or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change in the spatial distribution of population over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Effects of Differential Growth Rates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Different growth rates change the world distribution: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Fast-growing regions: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Africa grows at about 2.5 % a year, so its share of the world population is rising. It may hold a quarter of humanity by 2050.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Effects of Differential Growth Rates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Slow-growing regions: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Europe and Japan grow very slowly or decline. Their share of the world population is falling.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Effects of Differential Growth Rates</a:t>
            </a:r>
            <a:endParaRPr lang="en-US" sz="3600" dirty="0"/>
          </a:p>
        </p:txBody>
      </p:sp>
      <p:pic>
        <p:nvPicPr>
          <p:cNvPr id="4" name="Image 0" descr="/home/claude/f4/img/v2/pop_shar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share of world population by continent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Migration as a Factor of Redistribution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Migration redistributes population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Rural–urban 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Young people move from villages to towns for jobs and education. It concentrates population in cities such as Douala and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Migration as a Factor of Redistribution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International 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move from poor to rich countries, for example from Africa to Europe. This increases population in destination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Migration as a Factor of Redistribution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Forced 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Conflicts and disasters force people to flee, as in the Far North and the North-West and South-West regions. Refugee camps create new concentrations.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different growth rates change world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Faster-growing regions increase their share of the world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types of migration that redistribute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Rural-urban migration and international migration (also forced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fastest-growing continent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Movement from villages to towns is ______ migration.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People fleeing war are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Interview an adult who moved to your town. Write why they came.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Population 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Growth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croissance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Share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part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Refugee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réfugié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Town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Redistribution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redistribution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Numbers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Modifications of Population Distribution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how different growth rates change world distribution. Explain how migration redistributes people. Give examples of redistribution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population distribution changes over time.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Effects of Differential Growth Rates; Migration as a Factor of Redistribution.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Interview an adult who moved to your town. Write why they came.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bars.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read the bars.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ask where relatives have moved.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village and town growth.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mention refugees in the Far North and East.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“Wadi Halfa Bus Station” by D-Stanley, CC BY 2.0, via Flickr (https://www.flickr.com/photos/79721788@N00/8651154444)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“Secretary-General Visits Refugee Camps in Chad” by United Nations Photo, CC BY-NC-ND 2.0, via Flickr (https://www.flickr.com/photos/35483578@N03/6140060599)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2026-09-27T09:41:48Z</dcterms:created>
  <dcterms:modified xsi:type="dcterms:W3CDTF">2026-09-27T09:41:48Z</dcterms:modified>
</cp:coreProperties>
</file>