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Modifications of Population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differential growth rate, redistribution, migration, urbanisation. At the end, you should be able to do this: learners are able to explain how population distribution changes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Population Distribution and Altitude. The question was: Draw a bar graph of population by altitude from the table and write three sentences about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bar graph shows few people below 500 m and many between 1,000 and 2,000 m in tropical highlands. This is because highlands are cool, healthy and fertile, while the hot lowlands have diseases.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how different growth rates change world distribution. Number 2: explain how migration redistributes people. Number 3: give examples of redistribution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Africa grows faster than Europe. People move from villages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1950, Europe had more than twice as many people as Africa. Today Africa has twice as many people as Europe, and by 2050 one person in four will be African.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distribution of people between continents is changing.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causes this change?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Africa grows faster than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else moves population?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population distribution changes to plan for future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population distribution is not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growth rates by continent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continent grows fastest? Which is almost not growing?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Africa (about 2.4 %); Europe (about −0.1 %).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share of world population 1950–2050.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will Africa's share change from 1950 to 2050?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will rise from about 9 % to about 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travellers at a bus station (Wadi Halfa, Sudan).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migration change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moves people from source areas to destination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a fast-growing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share of Cameroonians living in towns increasing?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Rural-urban migration and natural increase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refugees in a camp in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conflict change population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flee to safer areas or other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Differential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Redistribution.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Differential Growth Rates. Different growth rates change the world distribution. On this slide we have Fast-growing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Differential Growth Rates. On this slide we have Slow-growing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share of world population by continent.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Migration as a Factor of Redistribution. Migration redistributes population as follows. On this slide we have Rural–urban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Migration as a Factor of Redistribution. On this slide we have International migration.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Migration as a Factor of Redistribution. On this slide we have Forced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 different growth rates change world distribution?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faster-growing regions increase their share of the world population.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types of migration that redistribute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rural-urban migration and international migration (also forced migration).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Africa; number 2, rural-urban; number 3, refugees.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Interview an adult who moved to your town. Write why they came.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Population Structure.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MODIFICATIONS OF POPULATION DISTRIBUTION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Modifications of Population Distribution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Modifications of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Differential growth rate, redistribution, migration,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Effects of different growth rates on distribution; migration as a factor of redistribution.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population distribution changes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Population Distribution and Altitude):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bar graph of population by altitude from the table and write three sentences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bar graph shows few people below 500 m and many between 1,000 and 2,000 m in tropical highlands. This is because highlands are cool, healthy and fertile, while the hot lowlands have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different growth rates change world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migration redistributes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redistribution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grows faster than Europe.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move from villages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1950, Europe had more than twice as many people as Africa. Today Africa has twice as many people as Europe, and by 2050 one person in four will be African.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distribution of people between continents is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this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grows faster than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else moves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population distribution changes to plan for future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population distribution is not fixed.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 by continent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continent grows fastest? Which is almost not growing?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(about 2.4 %); Europe (about −0.1 %).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_shar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Share of world population 1950–2050.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Africa's share change from 1950 to 2050?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DIFFERENTIAL GROWTH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will rise from about 9 % to about 26 %.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at a bus station (Wadi Halfa, Sudan).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migration change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people from source areas to destination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RURAL–URBAN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a fast-growing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RURAL–URBAN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share of Cameroonians living in towns increasing?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RURAL–URBAN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natural increase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FORCED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Refugees in a camp in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FORCED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conflict change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MIGRATION: FORCED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flee to safer areas or other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Modifications of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Differential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in population growth rates between regions or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in the spatial distribution of population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Growth Rates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Different growth rates change the world distribution: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Fast-growing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grows at about 2.5 % a year, so its share of the world population is rising. It may hold a quarter of humanity by 2050.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Growth Rates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Slow-growing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and Japan grow very slowly or decline. Their share of the world population is falling.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Effects of Differential Growth Rates</a:t>
            </a:r>
            <a:endParaRPr lang="en-US" sz="3600" dirty="0"/>
          </a:p>
        </p:txBody>
      </p:sp>
      <p:pic>
        <p:nvPicPr>
          <p:cNvPr id="4" name="Image 0" descr="/home/claude/f4/img/v2/pop_shar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share of world population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Redistribution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redistributes population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Rural–urban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move from villages to towns for jobs and education. It concentrates population in cities such as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Redistribution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move from poor to rich countries, for example from Africa to Europe. This increases population in destination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Migration as a Factor of Redistribution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Forced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Conflicts and disasters force people to flee, as in the Far North and the North-West and South-West regions. Refugee camps create new concentrations.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different growth rates change world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Faster-growing regions increase their share of the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types of migration that redistribute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international migration (also forced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fastest-growing continent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from villages to towns is ______ migration.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fleeing war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adult who moved to your town. Write why they 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Population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Refugee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réfugié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Modifications of Population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different growth rates change world distribution. Explain how migration redistributes people. Give examples of redistribution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population distribution changes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Effects of Differential Growth Rates; Migration as a Factor of Redistribution.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Interview an adult who moved to your town. Write why they came.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where relatives have moved.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village and town growth.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refugees in the Far North and East.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2026-09-27T10:08:06Z</dcterms:created>
  <dcterms:modified xsi:type="dcterms:W3CDTF">2026-09-27T10:08:06Z</dcterms:modified>
</cp:coreProperties>
</file>