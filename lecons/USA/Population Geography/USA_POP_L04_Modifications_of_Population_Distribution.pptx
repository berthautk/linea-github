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Modifications of Population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where relatives have 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village and town growth.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refugees in the Far North and 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Africa 2. rural-urban 3. refugees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Modifications of Population Distribution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Density and Distribution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Modifications of Population Distribution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Differential growth rate, redistribution, migration, urbanisation.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Effects of different growth rates on distribution; migration as a factor of redistribution.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population distribution changes over time.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different growth rates change world distribution.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migration redistributes people.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redistribution in Cameroon.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 grows faster than Europe.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move from villages to towns.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1950, Europe had more than twice as many people as Africa. Today Africa has twice as many people as Europe, and by 2050 one person in four will be African.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distribution of people between continents is changing.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causes this change?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Africa grows faster than Europe.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else moves population?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that population distribution is not fixed.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DIFFERENT GROWTH RATES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rowth_r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rates by continent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DIFFERENT GROWTH RATES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continent grows fastest? Which is almost not growing?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DIFFERENT GROWTH RATES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Africa (about 2.4 %); Europe (about −0.1 %).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DIFFERENT GROWTH RATES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op_sha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world population 1950–2050.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DIFFERENT GROWTH RATES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Africa's share change from 1950 to 2050?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DIFFERENT GROWTH RATES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will rise from about 9 % to about 26 %.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busst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Travellers at a bus station (Wadi Halfa, Sudan).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migration change distribution?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moves people from source areas to destination areas.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Douala, a fast-growing city.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share of Cameroonians living in towns increasing?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Rural-urban migration and natural increase in towns.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refug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Refugees in a camp in Chad.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conflict change population distribution?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flee to safer areas or other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Modifications of Population Distribution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Numbers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Population Density and Distribution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Modifications of Population Distribution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in where people live over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Differential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areas grow at different rates.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people from one place to another to live.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Different Growth Rates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World scale: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LEDCs, especially in Africa, grow faster than MEDCs. Their share of world population increases.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National scale: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regions have higher fertility than others. In Cameroon, the North and Far North grow fast.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Different Growth Rates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Result: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centre of world population shifts towards Africa and Asia. Europe's share keeps falling.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Migration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Rural-urban migration: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move to towns for jobs and services. Towns grow and villages lose young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International migration: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move to richer countries for work. It changes the population of both source and destination.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Migration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Forced migration: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Wars and disasters push people to flee. Refugee camps can become large settlements.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different growth rates change world distribution?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Faster-growing regions increase their share of the world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types of migration that redistribute people.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Rural-urban migration and international migration (also forced migration).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fastest-growing continent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from villages to towns is ______ migration.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fleeing war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Interview an adult who moved to your town. Write why they came.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Population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taux de croissance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Refugee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réfugié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village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Redistribution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redistribution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Modifications of Population Distribution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how different growth rates change world distribution. Explain how migration redistributes people. Give examples of redistribution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population distribution changes over time.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Redistribution, Differential growth, Migration; II. Different Growth Rates: World scale, National scale, Result; III. Migration: Rural-urban migration, International migration, Forced migration.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 an adult who moved to your town. Write why they came.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“Wadi Halfa Bus Station” by D-Stanley, CC BY 2.0, via Flickr (https://www.flickr.com/photos/79721788@N00/8651154444)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“Secretary-General Visits Refugee Camps in Chad” by United Nations Photo, CC BY-NC-ND 2.0, via Flickr (https://www.flickr.com/photos/35483578@N03/6140060599)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2026-09-26T18:49:33Z</dcterms:created>
  <dcterms:modified xsi:type="dcterms:W3CDTF">2026-09-26T18:49:33Z</dcterms:modified>
</cp:coreProperties>
</file>