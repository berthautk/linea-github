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structure, socio-political structure, economic structure, active population, dependent population, occupational structure. At the end, you should be able to do this: learners are able to describe the components of population structure and use them to explain local needs such as schools, jobs and health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List the three main age groups of a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young (0–14 years), the adults of working age (15–64 years) and the elderly (65 years and over).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structure (composition). Number 2: describe the demographic structure. Number 3: describe the socio-political structure. Number 4: describe the economic structure. Number 5: explain the importance of population structure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records age, sex, religion and occupation. People migrate from villages to towns. Towns offer many service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busy Monday morning at the Central Market of Garoua, you see young boys pushing "pousse-pousse", women selling vegetables and folléré, and elderly men drinking tea. You hear Fulfulde, French, Moundang and Hausa, and on Friday the movement of people changes because of prayers. The Mayor wonders whether to build more schools or to create more jobs. He asks: "Who exactly are the people of Garoua, and why is it important to know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the structure of the population of Garoua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Are all the people in the market of the same age and activity?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there are children, adults and old people doing different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geographer call this mix of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structure (or population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structure of the population of your area to identify its main needs (schools, jobs,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which guides the planning of schools, health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components of population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demographic, the socio-political and the economic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age group needs schools and vaccinations?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(0–14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languages spoken in the market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Fulfulde, French, Moundang or Hausa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three sectors of activity.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sector does a moto-taxi driver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tertiary sector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the government know the number of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plan schools, teachers and vaccinations.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structure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structure and Active (working)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Dependent population and Occupational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The meaning of population structure is presented as follows. Copy the point on Who the people are on the left, then draw the diagram on the right: the three components.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Structure. On this slide we have Three components and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Demographic Structure. The demographic structure is made up of the following elements. On this slide we have Age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Young people in the North on the left, then draw the diagram on the right: children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On this slide we have Sex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population pyramid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Socio-Political Structure. The socio-political structure is made up of the following elements. Copy the point on Religion on the left, then draw the diagram on the right: a market in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Socio-Political Structure. On this slide we have Language and ethnic group and Marital status.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Nationality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Structure. The economic structure is made up of the following elements. Copy the point on Active population on the left, then draw the diagram on the right: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On this slide we have Dependent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On this slide we have Occupational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three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Population Structure. Population structure is important for the following reasons. Copy the point on Planning services on the left, then draw the diagram on the right: a crowded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Population Structure. On this slide we have Labour force and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Population Structure. On this slide we have Social harmony.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active and the dependent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active population is aged 15–64 and works or seeks work; the dependent population (children and old people) depends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job in each economic sector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cotton farmer; secondary: CICAM textile worker; tertiary: teacher or moto-taxi driver.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demographic; number 2, tertiary;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sex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structure, socio-political structure, economic structure, active population, dependent population, occupational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composition (structure) of population; the demographic, socio-political and economic components; importance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(0–14 years), the adults of working age (15–64 years) and the elderly (65 years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demographic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socio-political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population structure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records age, sex, religion and occupation.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many service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busy Monday morning at the Central Market of Garoua, you see young boys pushing "pousse-pousse", women selling vegetables and folléré, and elderly men drinking tea.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hear Fulfulde, French, Moundang and Hausa, and on Friday the movement of people changes because of prayers.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wonders whether to build more schools or to create more jobs.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"Who exactly are the people of Garoua, and why is it important to know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the structure of the population of Garoua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the people in the market of the same age and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there are children, adults and old people doing different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geographer call this mix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(or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structure of the population of your area to identify its main needs (schools, jobs,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which guides the planning of schools, health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components of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the socio-political and the economic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needs schools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(0–14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languages spoken in the market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Fulfulde, French, Moundang or Hausa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se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sectors of activity.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moto-taxi driver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tertiary sector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the government know the number of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teachers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its biological, social and economic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composition of the population by age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(working)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15–64 who work or are looking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who depend on others for their needs, mainly children and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workers among the primary, secondary and tertiary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meaning of population structure is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Who the people are: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Population structure studies not only how many people there are, but who they are: their age, sex, language, religion and work.</a:t>
            </a:r>
            <a:endParaRPr lang="en-US" sz="3000" dirty="0"/>
          </a:p>
        </p:txBody>
      </p:sp>
      <p:pic>
        <p:nvPicPr>
          <p:cNvPr id="5" name="Image 0" descr="/home/claude/f4/img/v2/structure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components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demographic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socio-political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economic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known through censuses and surveys, such as the censuses of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structure is made up of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(0–14 years): they need schools and vaccinations, and they are very numerous in Cameroon (about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The Demographic Structure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Active population (15–64 years): the workforce that pays taxes.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(65 years and over): they need pensions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Young people in the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Garoua and the North Region, children are very numerous because birth rates are high.</a:t>
            </a:r>
            <a:endParaRPr lang="en-US" sz="3600" dirty="0"/>
          </a:p>
        </p:txBody>
      </p:sp>
      <p:pic>
        <p:nvPicPr>
          <p:cNvPr id="6"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measured by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main graph used to show the age and sex structure.</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socio-political structure is made up of the following elements: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are classified by faith (Islam, Christianity, traditional religions), which influences holidays, diet and way of life.</a:t>
            </a:r>
            <a:endParaRPr lang="en-US" sz="28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in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Language and ethnic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Fulfulde, French, Hausa, Bata and Moundang speakers, which helps to plan bilingual education and communication.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single, married, divorced or widowed.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Nationality: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population includes citizens and foreigners, such as refugees from the Central African Republic and Nigeria.</a:t>
            </a:r>
            <a:endParaRPr lang="en-US" sz="36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economic structure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Active population: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people aged 15–64 who are employed or looking for work.</a:t>
            </a:r>
            <a:endParaRPr lang="en-US" sz="3600" dirty="0"/>
          </a:p>
        </p:txBody>
      </p:sp>
      <p:pic>
        <p:nvPicPr>
          <p:cNvPr id="6" name="Image 0" descr="/home/claude/f4/img/v2/f2t_factory_workers.jpg">    </p:cNvPr>
          <p:cNvPicPr>
            <a:picLocks noChangeAspect="1"/>
          </p:cNvPicPr>
          <p:nvPr/>
        </p:nvPicPr>
        <p:blipFill>
          <a:blip r:embed="rId1"/>
          <a:stretch>
            <a:fillRect/>
          </a:stretch>
        </p:blipFill>
        <p:spPr>
          <a:xfrm>
            <a:off x="5349240" y="2068891"/>
            <a:ext cx="6659575" cy="3698626"/>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children and old people who depend on the active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The Economic Structure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Primary sector: farming, fishing and mining, such as the cotton farmers of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Secondary sector: manufacturing and processing, such as the CICAM textile factory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Tertiary sector: services, such as teachers, nurses, traders and moto-taxi drivers.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workers are in the primary sector and the informal tertiary sector.</a:t>
            </a:r>
            <a:endParaRPr lang="en-US" sz="3600" dirty="0"/>
          </a:p>
        </p:txBody>
      </p:sp>
      <p:pic>
        <p:nvPicPr>
          <p:cNvPr id="6" name="Image 0" descr="/home/claude/f4/img/v2/pop2_sector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structure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Planning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number of children shows how many schools, teachers and vaccines are needed.</a:t>
            </a:r>
            <a:endParaRPr lang="en-US" sz="3600" dirty="0"/>
          </a:p>
        </p:txBody>
      </p:sp>
      <p:pic>
        <p:nvPicPr>
          <p:cNvPr id="5" name="Image 0" descr="/home/claude/f4/img/v2/f2t_classroo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and skills of the active population attract industries that need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dependency ratio shows the burden on workers: many children mean high spending on food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harmony: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Knowing languages and religions helps the State to plan communication, holidays and peaceful living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active and the dependent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active population is aged 15–64 and works or seeks work; the dependent population (children and old people) depends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job in each economic sector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cotton farmer; secondary: CICAM textile worker; tertiary: teacher or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composition by age and sex is the ______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teacher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15–64 form the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tranche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active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Occupational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socioprofessionnelle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(composition). Describe the demographic structure. Describe the socio-political structure. Describe the economic structure. Explain the importance of population structure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Structure; The Demographic Structure; The Socio-Political Structure; The Economic Structure; Importance of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sex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pupils of the class by 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languages spoken in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the jobs of parents into three sectors.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number of pupils per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(Nationality):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population):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2026-09-29T03:12:59Z</dcterms:created>
  <dcterms:modified xsi:type="dcterms:W3CDTF">2026-09-29T03:12:59Z</dcterms:modified>
</cp:coreProperties>
</file>