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Population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Meaning of Population Structure. The key notions we shall use today are: population structure (composition), demographic structure, socio-political structure, economic structure, active population, dependent population, occupational structure. At the end, you should be able to do this: learners are able to describe the components of population structure and use them to explain local needs such as schools, jobs and health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Modifications of Population Distribution. The question was: List the three main age groups of a 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young (0–14 years), the adults of working age (15–64 years) and the elderly (65 years and over).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population structure (composition). Number 2: describe the demographic structure. Number 3: describe the socio-political structure. Number 4: describe the economic structure. Number 5: explain the importance of population structure for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records age, sex, religion and occupation. People migrate from villages to towns. Towns offer many service jobs.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busy Monday morning at the Central Market of Garoua, you see young boys pushing "pousse-pousse", women selling vegetables and folléré, and elderly men drinking tea. You hear Fulfulde, French, Moundang and Hausa, and on Friday the movement of people changes because of prayers. The Mayor wonders whether to build more schools or to create more jobs. He asks: "Who exactly are the people of Garoua, and why is it important to know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Mayor does not know the structure of the population of Garoua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Are all the people in the market of the same age and activity?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there are children, adults and old people doing different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a geographer call this mix of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structure (or population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structure of the population of your area to identify its main needs (schools, jobs, health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make-up of a population, which guides the planning of schools, health services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three components of population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components of population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demographic, the socio-political and the economic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children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age group needs schools and vaccinations?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young dependants (0–14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languages spoken in the market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Fulfulde, French, Moundang or Hausa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three sectors of activity.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sector does a moto-taxi driver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tertiary sector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must the government know the number of children?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plan schools, teachers and vaccinations.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structure (composition).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Demographic structure and Active (working)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Dependent population and Occupational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Structure. Population structure is explained as follows. Copy the point on Who the people are on the left, then draw the diagram on the right: the components of population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Population Structure. Copy the point on Three components: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Population Structure. Copy the point on A tool for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Demographic Structure. The demographic structure is made up of the following elements. Copy the point on Age structure on the left, then draw the diagram on the right: children.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Demographic Structure. Copy the point on Sex 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population pyramid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Socio-Political Structure. The socio-political structure is made up of the following elements. Copy the point on Religion on the left, then draw the diagram on the right: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Socio-Political Structure. Copy the point on Language and ethnic group: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Socio-Political Structure. Copy the point on Marital status: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Nationality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Economic Structure: Active and Dependent Population. The economic structure divides the population into the following groups. Copy the point on Active population on the left, then draw the diagram on the right: workers.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Structure: Active and Dependent Population. Copy the point on Dependent population: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Economic Structure: Occupational Structure. The occupational structure is made up of the following sectors. Copy the point on Primary sector workers on the left, then draw the diagram on the right: employment by sector.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Structure: Occupational Structure. Copy the point on Secondary sector workers: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Structure: Occupational Structure. Copy the point on Tertiary sector workers: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active and the dependent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active population is aged 15–64 and works or seeks work; the dependent population (children and old people) depends on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job in each economic sector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cotton farmer; secondary: CICAM textile worker; tertiary: teacher or moto-taxi driver.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demographic; number 2, tertiary; number 3,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sex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Age and Sex Composition.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POPULATION STRUCTURE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Structure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(composition), demographic structure, socio-political structure, economic structure, active population, dependent population, occupational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the composition (structure) of population; the demographic, socio-political and economic components; importance of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components of population structure and use them to explain local needs such as schools, jobs and health services.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Modifications of Population Distribution):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three main age groups of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(0–14 years), the adults of working age (15–64 years) and the elderly (65 years and 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structure (composition).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demographic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socio-political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economic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population structure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records age, sex, religion and occupation.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migrate from villages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many service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busy Monday morning at the Central Market of Garoua, you see young boys pushing "pousse-pousse", women selling vegetables and folléré, and elderly men drinking tea.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hear Fulfulde, French, Moundang and Hausa, and on Friday the movement of people changes because of prayers.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wonders whether to build more schools or to create more jobs.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"Who exactly are the people of Garoua, and why is it important to know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does not know the structure of the population of Garoua and why it matters.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all the people in the market of the same age and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there are children, adults and old people doing different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geographer call this mix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structure (or population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structure of the population of your area to identify its main needs (schools, jobs,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make-up of a population, which guides the planning of schools, health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ucture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components of population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components of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demographic, the socio-political and the economic structures.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DEMOGRAPHIC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DEMOGRAPHIC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 needs schools and vaccinations?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DEMOGRAPHIC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dependants (0–14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SOCIO-POLITICAL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SOCIO-POLITICAL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languages spoken in the market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SOCIO-POLITICAL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Fulfulde, French, Moundang or Hausa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ECONOMIC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secto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sectors of activity.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ECONOMIC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sector does a moto-taxi driver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ECONOMIC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tertiary sector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the government know the number of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plan schools, teachers and vaccinations.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Meaning of Population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structure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make-up of a population according to its biological, social and economic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composition of the population by age and sex.</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Active (working)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people aged 15 to 64 who work or are looking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Dependent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people who depend on others for their needs, mainly children and old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Occupational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distribution of workers among the primary, secondary and tertiary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Population structure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Who the people are: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Population structure studies not only how many people there are, but who they are. It describes their age, sex, language, religion and work.</a:t>
            </a:r>
            <a:endParaRPr lang="en-US" sz="3600" dirty="0"/>
          </a:p>
        </p:txBody>
      </p:sp>
      <p:pic>
        <p:nvPicPr>
          <p:cNvPr id="5" name="Image 0" descr="/home/claude/f4/img/v2/structure_component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components of population structure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Three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structure is divided into the demographic, the socio-political and the economic structures. Each one groups the characteristics of the people of the same kind.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tool for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structure is known through censuses and surveys, such as those of BUCREP. Governments use it to plan schools, health services and jobs for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Demographic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demographic structure is made up of the following elements: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Age structure: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population is divided into young dependants (0 to 14 years), the active population (15 to 64 years) and old dependants (65 years and over). In Cameroon, young people form about 42 % of the population.</a:t>
            </a:r>
            <a:endParaRPr lang="en-US" sz="2800" dirty="0"/>
          </a:p>
        </p:txBody>
      </p:sp>
      <p:pic>
        <p:nvPicPr>
          <p:cNvPr id="6" name="Image 0" descr="/home/claude/f4/img/v2/usa_childre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children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Demographic Structure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males and females, measured by the sex ratio. It varies with births, deaths, migrations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Demographic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population pyramid: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main graph used to show the age and sex structure. Its shape shows at a glance whether a population is young or old.</a:t>
            </a:r>
            <a:endParaRPr lang="en-US" sz="3600" dirty="0"/>
          </a:p>
        </p:txBody>
      </p:sp>
      <p:pic>
        <p:nvPicPr>
          <p:cNvPr id="6" name="Image 0" descr="/home/claude/f4/img/v2/pyramid_cameroon_big.png">    </p:cNvPr>
          <p:cNvPicPr>
            <a:picLocks noChangeAspect="1"/>
          </p:cNvPicPr>
          <p:nvPr/>
        </p:nvPicPr>
        <p:blipFill>
          <a:blip r:embed="rId1"/>
          <a:stretch>
            <a:fillRect/>
          </a:stretch>
        </p:blipFill>
        <p:spPr>
          <a:xfrm>
            <a:off x="6537960" y="2678713"/>
            <a:ext cx="5470855" cy="24789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socio-political structure is made up of the following elements: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Religion: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People are classified by faith, such as Islam, Christianity or traditional religions. Religion influences holidays, diet and way of life.</a:t>
            </a:r>
            <a:endParaRPr lang="en-US" sz="3200" dirty="0"/>
          </a:p>
        </p:txBody>
      </p:sp>
      <p:pic>
        <p:nvPicPr>
          <p:cNvPr id="6" name="Image 0" descr="/home/claude/f4/img/v2/f2t_marke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Language and ethnic group: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for example, has speakers of Fulfulde, French, Hausa, Bata and Moundang. Knowing these languages helps to plan bilingual education and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Marital status: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classified as single, married, divorced or widowed. Marital status influences the number of births and the size of households.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Nationality: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population includes citizens and foreigners, such as refugees from the Central African Republic and Nigeria. Their number shows the needs for reception, schools and health care.</a:t>
            </a:r>
            <a:endParaRPr lang="en-US" sz="3200" dirty="0"/>
          </a:p>
        </p:txBody>
      </p:sp>
      <p:pic>
        <p:nvPicPr>
          <p:cNvPr id="6" name="Image 0" descr="/home/claude/f4/img/v2/usa_refuge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Economic Structure: Active and Dependent Population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economic structure divides the population into the following groups: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Active population: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is the people aged 15 to 64 who are employed or looking for work. It produces goods and services and pays taxes.</a:t>
            </a:r>
            <a:endParaRPr lang="en-US" sz="3200" dirty="0"/>
          </a:p>
        </p:txBody>
      </p:sp>
      <p:pic>
        <p:nvPicPr>
          <p:cNvPr id="6" name="Image 0" descr="/home/claude/f4/img/v2/f2t_factory_workers.jpg">    </p:cNvPr>
          <p:cNvPicPr>
            <a:picLocks noChangeAspect="1"/>
          </p:cNvPicPr>
          <p:nvPr/>
        </p:nvPicPr>
        <p:blipFill>
          <a:blip r:embed="rId1"/>
          <a:stretch>
            <a:fillRect/>
          </a:stretch>
        </p:blipFill>
        <p:spPr>
          <a:xfrm>
            <a:off x="6537960" y="2398990"/>
            <a:ext cx="5470855" cy="303842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workers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700" b="1" dirty="0">
                <a:solidFill>
                  <a:srgbClr val="990011"/>
                </a:solidFill>
                <a:latin typeface="Times New Roman" pitchFamily="34" charset="0"/>
                <a:ea typeface="Times New Roman" pitchFamily="34" charset="-122"/>
                <a:cs typeface="Times New Roman" pitchFamily="34" charset="-120"/>
              </a:rPr>
              <a:t>C) The Economic Structure: Active and Dependent Population</a:t>
            </a:r>
            <a:endParaRPr lang="en-US" sz="1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Dependent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children and old people who depend on the active population. The larger it is, the heavier the burden on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Economic Structure: Occupational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occupational structure is made up of the following sectors: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Primary sector workers: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work in farming, fishing, forestry and mining, like the cotton farmers of SODECOTON. In Cameroon, most workers are in this sector.</a:t>
            </a:r>
            <a:endParaRPr lang="en-US" sz="3200" dirty="0"/>
          </a:p>
        </p:txBody>
      </p:sp>
      <p:pic>
        <p:nvPicPr>
          <p:cNvPr id="6" name="Image 0" descr="/home/claude/f4/img/v2/pop2_sector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employment by sector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D) The Economic Structure: Occupational Structure</a:t>
            </a:r>
            <a:endParaRPr lang="en-US" sz="25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sector 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work in manufacturing and building, like the workers of the CICAM textile factory of Garoua. Few Cameroonians work in this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D) The Economic Structure: Occupational Structure</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Tertiary sector 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provide services, such as teachers, nurses, traders and moto-taxi drivers. In Cameroon, many of these jobs are in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active and the dependent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active population is aged 15–64 and works or seeks work; the dependent population (children and old people) depends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job in each economic sector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cotton farmer; secondary: CICAM textile worker; tertiary: teacher or 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composition by age and sex is the ______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teacher works in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aged 15–64 form the ______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Age and Sex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 de 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group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tranche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Active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active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Occupational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 socioprofessionnelle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Population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structure (composition). Describe the demographic structure. Describe the socio-political structure. Describe the economic structure. Explain the importance of population structure for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components of population structure and use them to explain local needs such as schools, jobs and health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Population Structure; The Demographic Structure; The Socio-Political Structure; The Economic Structure: Active and Dependent Population; The Economic Structure: Occupational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sex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boxes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the pupils of the class by 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languages spoken in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classify the jobs of parents into three sectors.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number of pupils per class.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(Nationality): “Secretary-General Visits Refugee Camps in Chad” by United Nations Photo, CC BY-NC-ND 2.0, via Flickr (https://www.flickr.com/photos/35483578@N03/6140060599)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(Active population):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2026-10-06T05:44:03Z</dcterms:created>
  <dcterms:modified xsi:type="dcterms:W3CDTF">2026-10-06T05:44:03Z</dcterms:modified>
</cp:coreProperties>
</file>