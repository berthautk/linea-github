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Population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Meaning of Population Structure. The key notions we shall use today are: population structure (composition), demographic structure, socio-political structure, economic structure, active population, dependent population, occupational structure. At the end, you should be able to do this: learners are able to describe the components of population structure and use them to explain local needs such as schools, jobs and health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Modifications of Population Distribution. The question was: List the three main age groups of a population.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young (0–14 years), the adults of working age (15–64 years) and the elderly (65 years and over).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population structure (composition). Number 2: describe the demographic structure. Number 3: describe the socio-political structure. Number 4: describe the economic structure. Number 5: explain the importance of population structure for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census records age, sex, religion and occupation. People migrate from villages to towns. Towns offer many service jobs.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busy Monday morning at the Central Market of Garoua, you see young boys pushing "pousse-pousse", women selling vegetables and folléré, and elderly men drinking tea. You hear Fulfulde, French, Moundang and Hausa, and on Friday the movement of people changes because of prayers. The Mayor wonders whether to build more schools or to create more jobs. He asks: "Who exactly are the people of Garoua, and why is it important to know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Mayor does not know the structure of the population of Garoua and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Are all the people in the market of the same age and activity?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there are children, adults and old people doing different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a geographer call this mix of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structure (or population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structure of the population of your area to identify its main needs (schools, jobs, health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make-up of a population, which guides the planning of schools, health services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three components of population structure.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components of population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demographic, the socio-political and the economic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children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age group needs schools and vaccinations?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young dependants (0–14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busy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languages spoken in the market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Fulfulde, French, Moundang or Hausa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three sectors of activity.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sector does a moto-taxi driver 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tertiary sector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must the government know the number of children?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plan schools, teachers and vaccinations.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structure (composition).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Demographic structure and Active (working) 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Dependent population and Occupational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Population Structure. Population structure is explained as follows. Copy the point on Meaning on the left, then draw the diagram on the right: the components of population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Population Structure. Copy the point on Sources: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Demographic Structure. The demographic structure is made up of the following elements. Copy the point on Age structure on the left, then draw the diagram on the right: children.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Demographic Structure. Copy the point on Sex structure: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population pyramid on the left, then draw the diagram on the right: the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Socio-Political Structure. The socio-political structure is made up of the following elements. Copy the point on Religion on the left, then draw the diagram on the right: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Socio-Political Structure. Copy the point on Language and ethnic group: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Marital status and nationality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Economic Structure. The economic structure is made up of the following elements. Copy the point on Active population on the left, then draw the diagram on the right: workers.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Economic Structure. Copy the point on Dependent population: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Economic Structure. Copy the point on Occupational structure: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the economic sectors.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active and the dependent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active population is aged 15–64 and works or seeks work; the dependent population (children and old people) depends on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job in each economic sector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cotton farmer; secondary: CICAM textile worker; tertiary: teacher or moto-taxi driver.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demographic; number 2, tertiary; number 3,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sex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Age and Sex Composition.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POPULATION STRUCTURE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Structure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(composition), demographic structure, socio-political structure, economic structure, active population, dependent population, occupational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the composition (structure) of population; the demographic, socio-political and economic components; importance of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components of population structure and use them to explain local needs such as schools, jobs and health services.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Modifications of Population Distribution):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three main age groups of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(0–14 years), the adults of working age (15–64 years) and the elderly (65 years and 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structure (composition).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demographic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socio-political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economic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population structure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records age, sex, religion and occupation.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migrate from villages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many service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busy Monday morning at the Central Market of Garoua, you see young boys pushing "pousse-pousse", women selling vegetables and folléré, and elderly men drinking tea.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hear Fulfulde, French, Moundang and Hausa, and on Friday the movement of people changes because of prayers.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wonders whether to build more schools or to create more jobs.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"Who exactly are the people of Garoua, and why is it important to know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does not know the structure of the population of Garoua and why it matters.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all the people in the market of the same age and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there are children, adults and old people doing different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geographer call this mix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structure (or population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structure of the population of your area to identify its main needs (schools, jobs,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make-up of a population, which guides the planning of schools, health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ucture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components of population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components of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demographic, the socio-political and the economic structures.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DEMOGRAPHIC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DEMOGRAPHIC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 needs schools and vaccinations?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DEMOGRAPHIC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dependants (0–14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SOCIO-POLITICAL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SOCIO-POLITICAL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languages spoken in the market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SOCIO-POLITICAL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Fulfulde, French, Moundang or Hausa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ECONOMIC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secto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sectors of activity.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ECONOMIC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sector does a moto-taxi driver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ECONOMIC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tertiary sector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the government know the number of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plan schools, teachers and vaccinations.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Meaning of Population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structure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make-up of a population according to its biological, social and economic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composition of the population by age and sex.</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Active (working)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people aged 15 to 64 who work or are looking for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Dependent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people who depend on others for their needs, mainly children and old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Occupational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distribution of workers among the primary, secondary and tertiary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Structure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Population structure is explained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Population structure studies not only how many people there are, but who they are: their age, sex, language, religion and work. It has three components: the demographic, the socio-political and the economic structures.</a:t>
            </a:r>
            <a:endParaRPr lang="en-US" sz="3000" dirty="0"/>
          </a:p>
        </p:txBody>
      </p:sp>
      <p:pic>
        <p:nvPicPr>
          <p:cNvPr id="5" name="Image 0" descr="/home/claude/f4/img/v2/structure_component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components of population structure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Structure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structure is known through censuses and surveys, such as the censuses of BUCREP. These data are used to plan schools, health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Demographic Structure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demographic structure is made up of the following elements: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Age structure: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population is divided into young dependants (0 to 14 years), the active population (15 to 64 years) and old dependants (65 years and over). In Cameroon, young people form about 42 % of the population.</a:t>
            </a:r>
            <a:endParaRPr lang="en-US" sz="2800" dirty="0"/>
          </a:p>
        </p:txBody>
      </p:sp>
      <p:pic>
        <p:nvPicPr>
          <p:cNvPr id="6" name="Image 0" descr="/home/claude/f4/img/v2/usa_childre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children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Demographic Structure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males and females, measured by the sex ratio. It varies with births, deaths, migrations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Demographic Structure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population pyramid: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main graph used to show the age and sex structure. Its shape shows at a glance whether a population is young or old.</a:t>
            </a:r>
            <a:endParaRPr lang="en-US" sz="3600" dirty="0"/>
          </a:p>
        </p:txBody>
      </p:sp>
      <p:pic>
        <p:nvPicPr>
          <p:cNvPr id="6" name="Image 0" descr="/home/claude/f4/img/v2/pyramid_cameroon_big.png">    </p:cNvPr>
          <p:cNvPicPr>
            <a:picLocks noChangeAspect="1"/>
          </p:cNvPicPr>
          <p:nvPr/>
        </p:nvPicPr>
        <p:blipFill>
          <a:blip r:embed="rId1"/>
          <a:stretch>
            <a:fillRect/>
          </a:stretch>
        </p:blipFill>
        <p:spPr>
          <a:xfrm>
            <a:off x="6537960" y="2678713"/>
            <a:ext cx="5470855" cy="24789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Socio-Political Structure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socio-political structure is made up of the following elements: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Religion: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People are classified by faith, such as Islam, Christianity or traditional religions. Religion influences holidays, diet and way of life.</a:t>
            </a:r>
            <a:endParaRPr lang="en-US" sz="3200" dirty="0"/>
          </a:p>
        </p:txBody>
      </p:sp>
      <p:pic>
        <p:nvPicPr>
          <p:cNvPr id="6" name="Image 0" descr="/home/claude/f4/img/v2/f2t_marke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Socio-Political Structure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Language and ethnic group: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for example, has speakers of Fulfulde, French, Hausa, Bata and Moundang. Knowing these languages helps to plan bilingual education and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Socio-Political Structure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Marital status and nationality: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People are single, married, divorced or widowed, which influences births and households. The population also includes citizens and foreigners, such as refugees from the Central African Republic and Nigeria.</a:t>
            </a:r>
            <a:endParaRPr lang="en-US" sz="3200" dirty="0"/>
          </a:p>
        </p:txBody>
      </p:sp>
      <p:pic>
        <p:nvPicPr>
          <p:cNvPr id="6" name="Image 0" descr="/home/claude/f4/img/v2/usa_refuge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Economic Structure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economic structure is made up of the following elements: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Active population: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the people aged 15 to 64 who are employed or looking for work. It produces goods and services and pays taxes.</a:t>
            </a:r>
            <a:endParaRPr lang="en-US" sz="3400" dirty="0"/>
          </a:p>
        </p:txBody>
      </p:sp>
      <p:pic>
        <p:nvPicPr>
          <p:cNvPr id="6" name="Image 0" descr="/home/claude/f4/img/v2/f2t_factory_workers.jpg">    </p:cNvPr>
          <p:cNvPicPr>
            <a:picLocks noChangeAspect="1"/>
          </p:cNvPicPr>
          <p:nvPr/>
        </p:nvPicPr>
        <p:blipFill>
          <a:blip r:embed="rId1"/>
          <a:stretch>
            <a:fillRect/>
          </a:stretch>
        </p:blipFill>
        <p:spPr>
          <a:xfrm>
            <a:off x="6537960" y="2398990"/>
            <a:ext cx="5470855" cy="303842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workers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Economic Structure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Dependent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children and old people who depend on the active population. The larger it is, the heavier the burden on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Economic Structure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Occupational structure: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primary sector includes farming, fishing and mining, like the cotton farmers of SODECOTON, and the secondary sector includes manufacturing, like the CICAM textile factory of Garoua. The tertiary sector includes services, such as teachers, nurses, traders and moto-taxi drivers.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Economic Structure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workers in Cameroon are in the primary sector and in the informal tertiary sector. Few work in manufacturing.</a:t>
            </a:r>
            <a:endParaRPr lang="en-US" sz="3600" dirty="0"/>
          </a:p>
        </p:txBody>
      </p:sp>
      <p:pic>
        <p:nvPicPr>
          <p:cNvPr id="6" name="Image 0" descr="/home/claude/f4/img/v2/pop2_sector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economic sectors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active and the dependent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active population is aged 15–64 and works or seeks work; the dependent population (children and old people) depends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job in each economic sector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cotton farmer; secondary: CICAM textile worker; tertiary: teacher or moto-taxi driver.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composition by age and sex is the ______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teacher works in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aged 15–64 form the ______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sex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Age and Sex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 de 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 group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tranche d'âge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Active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active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 des âges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Occupational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 socioprofessionnelle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Population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structure (composition). Describe the demographic structure. Describe the socio-political structure. Describe the economic structure. Explain the importance of population structure for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components of population structure and use them to explain local needs such as schools, jobs and health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Population Structure; The Demographic Structure; The Socio-Political Structure; The Economic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sex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boxes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count the pupils of the class by 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languages spoken in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classify the jobs of parents into three sectors.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number of pupils per class.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(Marital status and nationality): “Secretary-General Visits Refugee Camps in Chad” by United Nations Photo, CC BY-NC-ND 2.0, via Flickr (https://www.flickr.com/photos/35483578@N03/6140060599)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(Active population):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2026-09-29T12:18:46Z</dcterms:created>
  <dcterms:modified xsi:type="dcterms:W3CDTF">2026-09-29T12:18:46Z</dcterms:modified>
</cp:coreProperties>
</file>