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Population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Meaning of Population Structure. The key notions we shall use today are: population structure, composition, demographic, socio-political, economic characteristics. At the end, you should be able to do this: learners are able to describe the components of population structure and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Modifications of Population Distribution. The question was: Interview an adult who moved to your town. Write why they came.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an adult came to town to find work and send the children to good schools, after poor harvests in the village.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structure. Number 2: describe demographic, socio-political and economic components. Number 3: explain why structure matters for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census collects age, sex, work and education. Cameroon has many ethnic groups and two official languages.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towns both have 50,000 people. One has many children and farmers; the other has many workers, civil servants and university students. Their needs are very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with the same size have different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makes them different?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Their population structure (age, work,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it matter?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Planners must provide the right schools, jobs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population structure data to plan education, health and 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make-up of a population, not only its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components of population structure.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groups of population components.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Demographic, socio-political and economic.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large group of school children.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demographic components does a census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Age, sex and marital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market where many groups meet.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socio-political components.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Ethnic group, religion, language, nationality.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economic components of a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Occupation and income (also education,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pupils in a primary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literacy rate important for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Educated people are more productive and healthier.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Population Structure. Population structure can be understood as follows. On this slide we have Population structure (composition).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population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Population Structure. The components are grouped into three. On this slide we have Demographic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Population Structure. On this slide we have Socio-political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Population Structure. On this slide we have Economic components.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population structure.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make-up of a population by age, sex and other characteristics.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group of components.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demographic: age. Socio-political: religion. Economic: occupation.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sex; number 2, socio-political; number 3, economic.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table of your family members by age, sex and occupation.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Age and Sex Composition.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POPULATION STRUCTURE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Structure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composition, demographic, socio-political, economic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structure; demographic, socio-political and economic components.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components of population structure and their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Modifications of Population Distribution):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adult who moved to your town. Write why they came.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an adult came to town to find work and send the children to good schools, after poor harvests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demographic, socio-political and economic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structure matters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collects age, sex, work and education.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ethnic groups and two official languages.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towns both have 50,000 people. One has many children and farmers; the other has many workers, civil servants and university students. Their needs are very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with the same size have different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them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population structure (age, work,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Planners must provide the right schools, 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population structure data to plan education, health and 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make-up of a population, not only its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ucture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components of population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groups of population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Demographic, socio-political and economic.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DEMOGRAPHIC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group of school children.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DEMOGRAPHIC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demographic components does a census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DEMOGRAPHIC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Age, sex and marital status.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SOCIO-POLITICAL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 where many groups meet.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SOCIO-POLITICAL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socio-political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SOCIO-POLITICAL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Ethnic group, religion, language, nationality.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ECONOMIC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ECONOMIC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components of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ECONOMIC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Occupation and income (also education, literacy).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ECONOMIC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Pupils in a primary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ECONOMIC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literacy rate important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ECONOMIC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people are more productive and healthier.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Meaning of Population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Structure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structure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structure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make-up of a population according to characteristics such as age, sex, education, religion and occupation.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Structure</a:t>
            </a:r>
            <a:endParaRPr lang="en-US" sz="3600" dirty="0"/>
          </a:p>
        </p:txBody>
      </p:sp>
      <p:pic>
        <p:nvPicPr>
          <p:cNvPr id="4" name="Image 0" descr="/home/claude/f4/img/v2/structure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population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Population Structure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components are grouped into three: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age, sex, marital status and place of residence (urban or rural). They are shown 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Population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Socio-political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ethnic group, language, religion, nationality and education level. They affect unity, voting and social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Population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occupation, economic sector, income and the active and dependent population. The literacy rate is linked to the skills of the workforce.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make-up of a population by age, sex and other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group of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Demographic: age. Socio-political: religion. Economic: occupation.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Males per 100 females is the ______ ratio.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Language and religion are ______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Occupation is an ______ component.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of your family members by age, sex and occupation.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Age and Sex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profession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Literacy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L'alphabétisation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religion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Population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structure. Describe demographic, socio-political and economic components. Explain why structure matters for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components of population structure and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Population Structure; Components of Population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table of your family members by age, sex and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count boys and girls in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languages spoken in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parents' jobs.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school enrolment.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2026-09-27T10:31:40Z</dcterms:created>
  <dcterms:modified xsi:type="dcterms:W3CDTF">2026-09-27T10:31:40Z</dcterms:modified>
</cp:coreProperties>
</file>