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1: Population Change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4: Understanding and managing population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Geography of Cameroon, and the sub-topic is Population of Cameroon. The key notions we shall use today are: census, growth rate, age-sex pyramid, density, rural-urban migration, highland-lowland migration. At the end, you should be able to do this: learners are able to describe and explain population change, distribution and migration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18: Theories of Population and Resources: Malthus and Boserup. The question was: State the population of Cameroon at the 2005 census.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17,463,836 people (about 17.5 million).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growth and structure of Cameroon's population. Number 2: describe and explain its distribution. Number 3: explain the main migrations and their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Cameroon is in stage 3 of the DTM. The West and Littoral are the densest regions.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Cameroon had 7.7 million people in 1976 and about 29 million today. Douala and Yaoundé each have about 4 million people, while some villages in the West are losing their young people.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Cameroon's population grows fast and is moving to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How much has it grown since 1976?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Nearly four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are people moving?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 Douala, Yaoundé and other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 the development of Cameroon according to its population trends.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further study helps us to understand the population of our own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population of Cameroon at the censuses.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How has Cameroon's population changed since 1976?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grew from 7.7 million to about 29 million.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population pyramid of Cameroon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type of pyramid does Cameroon have?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Expansive: many young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density by region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factors of high density in the West and North-West.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Fertile volcanic soils and a cool, healthy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main migration flows (simplified).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two major migration flows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Highlands to coast and towns; north to southern cities.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douala.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effect of migration on Douala and one on villages.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Douala: slums and traffic. Villages: loss of young workers.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Population Growth and Structure. The population of Cameroon has changed as follows. On this slide we have Growth.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Population Growth and Structure. On this slide we have Structure.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growth of the population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Population Distribution. The population of Cameroon is unevenly distributed. On this slide we have Densely populated areas.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Population Distribution. On this slide we have Sparsely populated areas.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population density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Migration and its Effects. Migration is an important factor of change in Cameroon. On this slide we have Main flows.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Migration and its Effects. On this slide we have Effects.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migration flows in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characteristics of Cameroon's population.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fast growth (about 2.6 %) and a young structure (42 % under 15).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Explain one major migration flow in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from the Western Highlands to Douala and Yaoundé, pushed by land shortage and pulled by jobs.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expansive; number 2, Littoral; number 3, Yaoundé.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Define a settlement.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 Settlement: Meaning, Evolution and Early Location.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FURTHER STUDY 1: POPULATION CHANGE IN CAMEROON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Population Change in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4: Understanding and managing population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Geography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1: Population Change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Census, growth rate, age-sex pyramid, density, rural-urban migration, highland-lowland migration.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Demographic characteristics (numbers, growth, pyramid); distribution and factors; major migration trends, causes and effects.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and explain population change, distribution and migration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18: Theories of Population and Resources: Malthus and Boserup):</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State the population of Cameroon at the 2005 census.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17,463,836 people (about 17.5 million).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growth and structure of Cameroon's population.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and explain its distribution.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main migrations and their effects.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is in stage 3 of the DTM.</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West and Littoral are the densest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had 7.7 million people in 1976 and about 29 million today. Douala and Yaoundé each have about 4 million people, while some villages in the West are losing their young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Cameroon's population grows fast and is moving to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much has it grown since 1976?</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Nearly four times.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people moving?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Douala, Yaoundé and other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 the development of Cameroon according to its population trends.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further study helps us to understand the population of our own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POPULATION GROWTH</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mr_growth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Population of Cameroon at the censuses.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POPULATION GROWTH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has Cameroon's population changed since 1976?</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POPULATION GROWTH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grew from 7.7 million to about 29 million.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POPULATION STRUCTURE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pyramid_cameroon_big.png">    </p:cNvPr>
          <p:cNvPicPr>
            <a:picLocks noChangeAspect="1"/>
          </p:cNvPicPr>
          <p:nvPr/>
        </p:nvPicPr>
        <p:blipFill>
          <a:blip r:embed="rId1"/>
          <a:stretch>
            <a:fillRect/>
          </a:stretch>
        </p:blipFill>
        <p:spPr>
          <a:xfrm>
            <a:off x="1383850" y="1783080"/>
            <a:ext cx="94239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Population pyramid of Cameroon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POPULATION STRUCTURE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type of pyramid does Cameroon have?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POPULATION STRUCTURE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Expansive: many young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POPULATION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choropleth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Density by region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POPULATION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factors of high density in the West and North-West.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POPULATION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Fertile volcanic soils and a cool, healthy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MIGRATION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cmr_migration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Main migration flows (simplified).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MIGRATION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major migration flows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MIGRATION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Highlands to coast and towns; north to southern cities.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 OF MIGRATION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doual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Douala.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 OF MIGRATION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effect of migration on Douala and one on villages.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 OF MIGRATION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slums and traffic. Villages: loss of young workers.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Geography of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Population of Cameroon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1: Population Change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Population Growth and Structure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population of Cameroon has changed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Growth: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population rose from 7.7 million in 1976 to 17.5 million in 2005 and about 28 million today. The growth rate is about 2.6 % per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Population Growth and Structure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Structure: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population is youthful, with about 42 % under 15, and the pyramid is expansive. The dependency ratio is high.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Population Growth and Structure</a:t>
            </a:r>
            <a:endParaRPr lang="en-US" sz="3600" dirty="0"/>
          </a:p>
        </p:txBody>
      </p:sp>
      <p:pic>
        <p:nvPicPr>
          <p:cNvPr id="4" name="Image 0" descr="/home/claude/f4/img/v2/cmr_growth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growth of the population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Population Distribution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population of Cameroon is unevenly distributed: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Densely populated areas: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Littoral, West, North-West and Far North have over 100 people/km². They have fertile soils, towns, industries and old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Population Distribution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Sparsely populated areas: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East, South and Adamawa have fewer than 25 people/km². Dense forest, poor soils and poor communications explain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Population Distribution</a:t>
            </a:r>
            <a:endParaRPr lang="en-US" sz="3600" dirty="0"/>
          </a:p>
        </p:txBody>
      </p:sp>
      <p:pic>
        <p:nvPicPr>
          <p:cNvPr id="4" name="Image 0" descr="/home/claude/f4/img/v2/choropleth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population density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Migration and its Effects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Migration is an important factor of change in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Main flows: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Rural–urban migration goes towards Douala and Yaoundé, and migrants from the West go to the Littoral and Centre. Crises have displaced people from the Far North, North-West and South-West.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Migration and its Effects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Effects: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Towns grow fast, with slums and unemployment. Villages lose young workers, but receive remittances.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Migration and its Effects</a:t>
            </a:r>
            <a:endParaRPr lang="en-US" sz="3600" dirty="0"/>
          </a:p>
        </p:txBody>
      </p:sp>
      <p:pic>
        <p:nvPicPr>
          <p:cNvPr id="4" name="Image 0" descr="/home/claude/f4/img/v2/cmr_migration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migration flows in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characteristics of Cameroon's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Fast growth (about 2.6 %) and a young structure (42 % under 15).</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one major migration flow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the Western Highlands to Douala and Yaoundé, pushed by land shortage and pulled by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Cameroon has an ______ pyramid.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densest region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Most migrants go to Douala and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 Settlement: Meaning, Evolution and Early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Census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recensement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Growth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croissance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Density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densité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Migration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L'exode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Plantation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plantation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Slum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bidonville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Geography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1: Population Change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growth and structure of Cameroon's population. Describe and explain its distribution. Explain the main migrations and their effects.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and explain population change, distribution and migration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Population Growth and Structure; Population Distribution; Migration and its Effects.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settlement.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bars.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the shape.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with the East.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the arrows.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your town.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4 (Population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“Douala” by christing-O-, CC BY 2.0, via Flickr (https://www.flickr.com/photos/76187282@N00/7227535754)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2026-09-28T21:55:15Z</dcterms:created>
  <dcterms:modified xsi:type="dcterms:W3CDTF">2026-09-28T21:55:15Z</dcterms:modified>
</cp:coreProperties>
</file>