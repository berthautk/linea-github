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Population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of Cameroon. The key notions we shall use today are: census, growth rate, age-sex pyramid, density, rural-urban migration, highland-lowland migration. At the end, you should be able to do this: learners are able to describe and explain population change, distribution and migration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Theories of Population and Resources: Malthus and Boserup. The question was: State the population of Cameroon at the 2005 census.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17,463,836 people (about 17.5 million).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growth and structure of Cameroon's population. Number 2: describe and explain its distribution. Number 3: explain the main migrations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in stage 3 of the DTM. The West and Littoral are the densest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had 7.7 million people in 1976 and about 29 million today. Douala and Yaoundé each have about 4 million people, while some villages in the West are losing their young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Cameroon's population grows fast and is moving to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much has it grown since 1976?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Nearly four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people moving?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Douala, Yaoundé and other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development of Cameroon according to its population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population of our own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of Cameroon at the censuses.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has Cameroon's population changed since 1976?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grew from 7.7 million to about 29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pyramid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type of pyramid does Cameroon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Expansive: many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density by region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factors of high density in the West and North-West.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Fertile volcanic soils and a cool, healthy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migration flows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major migration flows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Highlands to coast and towns; north to southern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effect of migration on Douala and one on villages.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slums and traffic. Villages: loss of young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 Growth and Structure. The population of Cameroon has changed as follows. On this slide we have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 Growth and Structure. On this slide we have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growth of the population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 Distribution. The population of Cameroon is unevenly distributed. On this slide we have Densely populated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 Distribution. On this slide we have Sparsely populated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density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and its Effects. Migration is an important factor of change in Cameroon. On this slide we have Main flows.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and its Effects.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migration flows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Cameroon's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growth (about 2.6 %) and a young structure (42 % under 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one major migration flow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from the Western Highlands to Douala and Yaoundé, pushed by land shortage and pulled by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expansive; number 2, Littoral; number 3,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settlement.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Settlement: Meaning, Evolution and Early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POPULATION CHANGE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Population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growth rate, age-sex pyramid, density, rural-urban migration, highland-lowland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(numbers, growth, pyramid); distribution and factors; major migration trends, causes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population change, distribution and migration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Theories of Population and Resources: Malthus and Boserup):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population of Cameroon at the 2005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17,463,836 people (about 17.5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and structure of Cameroon's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explain its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migrations and their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in stage 3 of the DTM.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and Littoral are the densest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had 7.7 million people in 1976 and about 29 million today. Douala and Yaoundé each have about 4 million people, while some villages in the West are losing their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Cameroon's population grows fast and is moving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has it grown since 1976?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Nearly four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people moving?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Douala, Yaoundé and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development of Cameroon according to its population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population of our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of Cameroon at the censuses.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Cameroon's population changed since 1976?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grew from 7.7 million to about 29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pyramid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pyramid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Expansive: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region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high density in the West and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a cool, healthy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migration flows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major migration flows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to coast and towns; north to southern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of migration on Douala and one on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slums and traffic. Villages: loss of young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Cameroon has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rose from 7.7 million in 1976 to 17.5 million in 2005 and about 28 million today. The growth rate is about 2.6 %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youthful, with about 42 % under 15, and the pyramid is expansive. The dependency ratio is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growth of the population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Cameroon is unevenly distributed: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Densely 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West, North-West and Far North have over 100 people/km². They have fertile soils, towns, industries and old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South and Adamawa have fewer than 25 people/km². Dense forest, poor soils and poor communications explain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density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is an important factor of change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goes towards Douala and Yaoundé, and migrants from the West go to the Littoral and Centre. Crises have displaced people from the Far North, North-West and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fast, with slums and unemployment. Villages lose young workers, but receive remittances.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Cameroon's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growth (about 2.6 %) and a young structure (42 % under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one major migration flow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Western Highlands to Douala and Yaoundé, pushed by land shortage and pulled by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an ______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densest region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migrants go to Douala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Settlement: Meaning, Evolution and Early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Population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and structure of Cameroon's population. Describe and explain its distribution. Explain the main migrations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population change, distribution and migration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Structure; Population Distribution; Migration and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shape.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your town.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2026-09-29T03:13:03Z</dcterms:created>
  <dcterms:modified xsi:type="dcterms:W3CDTF">2026-09-29T03:13:03Z</dcterms:modified>
</cp:coreProperties>
</file>