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of Cameroon. The key notions we shall use today are: census, growth rate, age-sex pyramid, density, rural-urban migration, highland-lowland migration. At the end, you should be able to do this: learners are able to describe and explain population change, distribution and migration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Theories of Population and Resources: Malthus and Boserup. The question was: Write a debate: "Population growth is a problem for Cameroon."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rapid growth strains land, schools, jobs and forests (Malthus). Against: a growing population is a larger workforce and market, and pressure encourages innovation such as irrigation and terraces (Boserup).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Cameroon's population. Number 2: describe and explain its distribution. Number 3: explain the main migrations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in stage 3 of the DTM. The West and Littoral are the densest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had 7.7 million people in 1976 and about 29 million today. Douala and Yaoundé each have about 4 million people, while some villages in the West are losing their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population grows fast and is moving to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much has it grown since 1976?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Nearly four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people moving?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Yaoundé and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development of Cameroon according to its population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population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at the censuses.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Cameroon's population changed since 1976?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pyramid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density in the West and North-West.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cool, healthy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 flows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major migration flows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to coast and towns; north to southern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effect of migration on Douala and one on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slums and traffic. Villages: loss of young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Growth and Structure. The population of Cameroon has changed as follows. On this slide we have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Growth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population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Distribution. The population of Cameroon is unevenly distributed. On this slide we have Densely populated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Distribution. On this slide we have Sparsely 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and its Effects. Migration is an important factor of change in Cameroon. On this slide we have Main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and its Effects.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Cameroon's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growth (about 2.6 %) and a young structure (42 % under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one major migration flow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the Western Highlands to Douala and Yaoundé, pushed by land shortage and pulled by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Littoral; number 3,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Cameroon showing dense and sparse regions and the main migration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POPULATION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growth rate, age-sex pyramid, density, rural-urban migration, highland-lowland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(numbers, growth, pyramid); distribution and factors; major migration trends,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Theories of Population and Resources: Malthus and Boserup):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debate: "Population growth is a problem for Cameroon."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rapid growth strains land, schools, jobs and forests (Malthus). Against: a growing population is a larger workforce and market, and pressure encourages innovation such as irrigation and terraces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Cameroon's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migrations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stage 3 of the DTM.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and Littoral are the densest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had 7.7 million people in 1976 and about 29 million today. Douala and Yaoundé each have about 4 million people, while some villages in the West are losing their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population grows fast and is moving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has it grown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Nearly four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people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Yaoundé and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development of Cameroon according to its population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population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 at the censuses.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Cameroon's population changed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density in the West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migration flows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to coast and towns; north to southern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migration on Douala and one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slums and traffic. Villages: loss of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rose from 7.7 million in 1976 to 17.5 million in 2005 and about 28 million today. The growth rate is about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 under 15, and the pyramid is expansive. The dependency ratio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is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have over 100 people/km². They have fertile soils, towns, industries and old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Adamawa have fewer than 25 people/km². Dense forest, poor soils and poor communications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an important factor of change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goes towards Douala and Yaoundé, and migrants from the West go to the Littoral and Centre. Crises have displaced people from the Far North, North-West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 with slums and unemployment. Villages lose young workers,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(about 2.6 %) and a young structure (42 %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one major migration flow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Western Highlands to Douala and Yaoundé, pushed by land shortage and pulled by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migrants go to Douala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Cameroon showing dense and sparse regions and the main migration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Cameroon's population. Describe and explain its distribution. Explain the main migrations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Structure; Population Distribution; Migration and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Cameroon showing dense and sparse regions and the main migration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