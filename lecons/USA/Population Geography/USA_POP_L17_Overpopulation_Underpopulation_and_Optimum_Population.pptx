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output per person, indicators. At the end, you should be able to do this: learners are able to identify over-, under- and optimum population and suggest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Explain how carrying capacity could be raised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our area, carrying capacity could be raised by irrigation from the Benue, using manure and improved seeds, soil conservation, controlled grazing and tree planting.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over-, under- and optimum population. Number 2: give indicators and examples of each. Number 3: explain causes, consequences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support. Technology can raise production.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some villages of the West Region, fields are tiny and young people leave. In the East, large forests have few people and roads, and many resources are not used.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areas have too many people and others too few for their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village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East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population–resource imbalances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between people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output per person and population size.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optimum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that gives the highest output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food shortages (also slums, land shortage, emigration).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 degraded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overpopulation damage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deforestation and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large wheat fields in New Zealand.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some countries have too few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Rich resources but not enough workers to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Family planning and better farming (also industry, migration, resettlement).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Concepts. The main concepts can be understood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Concepts. On this slide we have Underpopulation.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Concepts. On this slide we have Optimum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Overpopulation. Overpopulation can be studied as follows. On this slide we have Indicators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Consequences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Underpopulation. Underpopulation can be studied as follows. On this slide we have Indicators and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Consequences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population that gives the highest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and food shortages (also slums, emigration).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Cameroon over-, under- or optimally populated? Write a paragraph with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output per person, indicators.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situations; indicators and measurement; causes, consequences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over-, under- and optimum population and suggest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carrying capacity could be raised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our area, carrying capacity could be raised by irrigation from the Benue, using manure and improved seeds, soil conservation, controlled grazing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 under-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indicators and examples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causes, consequences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support.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of the West Region, fields are tiny and young people leave. In the East, large forests have few people and roads, and many resources are not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areas have too many people and others too few for their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village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(local).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East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population–resource imbalances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between people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Output per person and population size.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that gives the highest output per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slums, land shortage,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degraded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overpopulation damage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deforestation and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igfarm.jpg">    </p:cNvPr>
          <p:cNvPicPr>
            <a:picLocks noChangeAspect="1"/>
          </p:cNvPicPr>
          <p:nvPr/>
        </p:nvPicPr>
        <p:blipFill>
          <a:blip r:embed="rId1"/>
          <a:stretch>
            <a:fillRect/>
          </a:stretch>
        </p:blipFill>
        <p:spPr>
          <a:xfrm>
            <a:off x="2181454" y="1783080"/>
            <a:ext cx="782878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wheat fields in New Zealand.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countries have too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resources but not enough workers to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better farming (also industry, migration, resettlement).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concepts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available,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use the resources fully and efficiently.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that gives the highest standard of living with the available resources and technology. It changes when technology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malnutrition, slums, landlessness and very high physiological density indicate overpopulation. It is measured by comparing population with resources and GNI per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 and limited resources or technology cause it. Examples are Bangladesh, the Sahel and parts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leads to poverty, migration and environmental damage such as soil erosion. Solutions are family planning, intensification of agriculture, industrialisation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Underpopulation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unused, labour is scarce and markets are small. Causes are low birth rates, emigration or very large territories, as in Australia, Canada and the East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Underpopulation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slow, and services are expensive for scattered people. Solutions are encouraging immigration, pro-natal policies and better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that gives the highest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slums,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for the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balance of people and resources is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is an example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Cameroon over-, under- or optimally populated? Write a paragraph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 under- and optimum population. Give indicators and examples of each. Explain causes,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over-, under- and optimum population and suggest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Concepts; Overpopulation; Underpopulation.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Cameroon over-, under- or optimally populated? Write a paragraph with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indicators.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Canada and Australia.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“Wheat fields. New Zealand.” by Bernard Spragg, CC0 1.0, via Flickr (https://www.flickr.com/photos/88123769@N02/24607172362)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