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17: Overpopulation, Underpopulation and Optimum Population.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indicators.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the Sahel.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Canada and Australia.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underpopulation 2. optimum 3. underpopulation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POPULATION GEOGRAPHY  —  LESSON 17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Overpopulation, Underpopulation and Optimum Population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4: Understanding and managing population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Growth and Resources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and Resource Relationships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17: Overpopulation, Underpopulation and Optimum Population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Overpopulation, underpopulation, optimum population, output per person, indicators.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situations; indicators and measurement; causes, consequences and solutions.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over-, under- and optimum population and suggest solutions.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over-, under- and optimum population.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indicators and examples of each.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causes, consequences and solutions.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capacity is the limit of support.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can raise production.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some villages of the West Region, fields are tiny and young people leave. In the East, large forests have few people and roads, and many resources are not used.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areas have too many people and others too few for their resources.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West village situation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Overpopulation (local).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East situation called?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Underpopulation.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balance between people and resources.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CONCEPTS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optimu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per person and population size.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CONCEPTS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optimum population?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CONCEPTS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number of people that gives the highest output per person.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OVERPOPULATION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crow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crowded market.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OVERPOPULATION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indicators of overpopulation.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OVERPOPULATION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Unemployment and food shortages (also slums, land shortage, emigration).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OVERPOPULATION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drou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Dry, degraded land.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OVERPOPULATION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overpopulation damage the environment?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OVERPOPULATION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Overgrazing, deforestation and soil erosion.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UNDERPOPULATION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usa_bigfa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386" y="1691640"/>
            <a:ext cx="829818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wheat fields in New Zealand.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UNDERPOPULATION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some countries have too few people?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UNDERPOPULATION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Rich resources but not enough workers to use them.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tree_plant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Planting trees.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solutions to overpopulation.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planning and better farming (also industry, migration, resettlement).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Overpopulation, Underpopulation and Optimum Population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Population Growth and Resources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Population and Resource Relationships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17: Overpopulation, Underpopulation and Optimum Population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Overpopulation: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there are too many people for the resources and technology of an area.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Underpopulation: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there are too few people to use the resources fully.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Optimum population: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population that gives the highest standard of living.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Indicators and Causes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Overpopulation: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Indicators are unemployment, hunger, slums and emigration. Causes are rapid growth and poor technology.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Underpopulation: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Indicators are unused resources, labour shortages and immigration. Canada and Australia are examples.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Indicators and Causes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Measurement: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per person and standard of living are compared with population. The optimum changes with technology.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Consequences and Solutions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Consequences of overpopulation: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Poverty, conflict and environmental damage increase. People emigrate.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Consequences of underpopulation: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Resources are wasted and services are costly. Governments encourage immigration.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Consequences and Solutions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Solutions: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planning, better farming and industry help overpopulated areas. Immigration and investment help underpopulated areas.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optimum population.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population that gives the highest standard of living.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indicators of overpopulation.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Unemployment and food shortages (also slums, emigration).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 few people for the resources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best balance of people and resources is ______ population.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Canada is an example of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Cameroon over-, under- or optimally populated? Write a paragraph with evidence.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18: Malthus and Boserup.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Overpopulation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surpopulation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Underpopulation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sous-peuplement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L'optimum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of living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niveau de vie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L'indicateur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solution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Growth and Resources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17: Overpopulation, Underpopulation and Optimum Population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over-, under- and optimum population. Give indicators and examples of each. Explain causes, consequences and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over-, under- and optimum population and suggest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Overpopulation, Underpopulation, Optimum population; II. Indicators and Causes: Overpopulation, Underpopulation, Measurement; III. Consequences and Solutions: Consequences of overpopulation, Consequences of underpopulation,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Cameroon over-, under- or optimally populated? Write a paragraph with evidence.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4 (Population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“Wax market” by zouzouwizman, CC BY 2.0, via Flickr (https://www.flickr.com/photos/61111202@N00/12129001)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“Imagine a world without trees” by aloshbennett, CC BY 2.0, via Flickr (https://www.flickr.com/photos/13203757@N00/3480223314)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“Wheat fields. New Zealand.” by Bernard Spragg, CC0 1.0, via Flickr (https://www.flickr.com/photos/88123769@N02/24607172362)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“Haitian Students Breathe New Life into Depleted Pine Forest” by United Nations Photo, CC BY-NC-ND 2.0, via Flickr (https://www.flickr.com/photos/35483578@N03/5860275159)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2026-09-26T18:49:34Z</dcterms:created>
  <dcterms:modified xsi:type="dcterms:W3CDTF">2026-09-26T18:49:34Z</dcterms:modified>
</cp:coreProperties>
</file>