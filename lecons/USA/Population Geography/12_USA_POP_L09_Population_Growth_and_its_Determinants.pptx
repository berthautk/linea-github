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Population Growth and its Determinants.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Time (Population Growth), and the sub-topic is Population Growth. The key notions we shall use today are: positive, negative and zero growth, population change system, natural increase, natural decrease, net migration, fertility, mortality, migration. At the end, you should be able to do this: learners are able to explain how births, deaths and migration change the population of an area such as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Historical Evolution of World Population. The question was: Write the formula of population change.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Population change = (births − deaths) + (immigrants − emigrants).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positive, negative and zero growth. Number 2: explain the population change system and its formula. Number 3: explain the factors of fertility and mortality. Number 4: explain the role of migration. Number 5: compare growth in LEDCs and MEDCs.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world reached 8 billion in 2022. Death rates fell with better medicine. People move from villages to towns.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Amina lives in Djamboutou. Her grandmother remembers when this quarter was farmland and bush, while most of Garoua was around the old town. Today new houses are built every month, the roads are full of moto-taxis and Amina's classes are more crowded every year. Her grandmother had nine brothers and sisters, her mother five, and Amina only three. Amina asks: "Where do all the new people of Garoua come from, and why are families becoming smaller?"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Amina does not understand how the population of Garoua grows and what determines its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the population of Garoua increasing or decreasing?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increasing: this is positive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 the new people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births exceeding deaths and from people moving into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formula of population change to explain the growth of your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causes of population change, which planners must know to prepare schools, jobs and housing.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positive, zero and negative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country on the graph has negative growth?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Italy or Japan.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population change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are the two components of population change?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Natural change (births − deaths) and net migration (immigrants − emigrants).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why births are high and deaths fall.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factors of high fertility in rural North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Early marriage, the value of large families, need for farm labour, low female education (any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vaccination campaign.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vaccines affect population growth?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lower the death rate, so the population grows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birth and death rates by continent.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continent has the biggest gap between births and deaths?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Positive growth.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Negative growth, Zero population growth and Natural increase.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Net migration.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Growth. Population growth is of the following types. Copy the point on Positive growth on the left, then draw the diagram on the right: types of growth.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Growth. Copy the point on Negative growth: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Growth. Copy the point on Zero growth: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Population Change System. The population change system works as follows. Copy the point on The formula on the left, then draw the diagram on the right: the population change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Population Change System. Copy the point on Natural increase and decrease: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Population Change System. Copy the point on Net migration: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Fertility. Fertility, the main driver of population growth, depends on the following factors. Copy the point on Meaning: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Factors of high fertility on the left, then draw the diagram on the right: the factors of growth.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Fertility. Copy the point on Factors of low fertility: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Mortality and Migration. Mortality and migration depend on the following factors. Copy the point on Factors of high mortality: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Factors of low mortality on the left, then draw the diagram on the right: vaccination.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Mortality and Migration. Copy the point on Factors of migration: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Spatial Differences on a World Scale. The determinants of growth differ across the world as follows. Copy the point on Less developed countries on the left, then draw the diagram on the right: birth and death rates.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Differences on a World Scale. Copy the point on More developed countries: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Differences on a World Scale. Copy the point on The role of migration: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natural increase and net migration.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natural increase is births minus deaths; net migration is immigrants minus emigrants.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of low mortality.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vaccines and hospitals, clean water, good nutrition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increase; number 2, migration; number 3,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the crude birth rate.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4: Calculating Demographic Indices.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9: POPULATION GROWTH AND ITS DETERMINANTS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Growth and its Determinants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Population Growth and its Determinants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Positive, negative and zero growth, population change system, natural increase, natural decrease, net migration, fertility, mortality,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population growth and the population change system; determinants of growth (fertility, mortality, migration) and their factors; spatial differences of growth on a world scale.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births, deaths and migration change the population of an area such as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Historical Evolution of World Population):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formula of population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change = (births − deaths) + (immigrants − emigrants).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positive, negative and zero growth.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population change system and its formula.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fertility and mortality.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migration.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growth in LEDCs and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world reached 8 billion in 2022.</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Death rates fell with better medicine.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move from villages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Amina lives in Djamboutou.</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 grandmother remembers when this quarter was farmland and bush, while most of Garoua was around the old town.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Today new houses are built every month, the roads are full of moto-taxis and Amina's classes are more crowded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 grandmother had nine brothers and sisters, her mother five, and Amina only three.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Amina asks: "Where do all the new people of Garoua come from, and why are families becoming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Amina does not understand how the population of Garoua grows and what determines its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population of Garoua increasing or decreasing?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increasing: this is positive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 new people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births exceeding deaths and from people moving into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formula of population change to explain the growth of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causes of population change, which planners must know to prepare schools, jobs and housing.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owth_typ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Positive, zero and negative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country on the graph has negative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Italy or 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hange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population change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two components of population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change (births − deaths) and net migration (immigrants − emigrants).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FERTILITY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rowth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Why births are high and deaths 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FERTILITY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high fertility in rural North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FERTILITY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marriage, the value of large families, need for farm labour, low female education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MORTALITY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vacc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vaccination campaign.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MORTALITY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vaccines affect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MORTALITY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lower the death rate, so the population grows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WORLD DIFFERENCES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birth_dea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Birth and death rates by continent.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WORLD DIFFERENCES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continent has the biggest gap between births and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WORLD DIFFERENCES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Population Change over Time (Population Growth)</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Growth</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9: Population Growth and its Determinants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increase in population, when births and immigrants exceed deaths and emigrants.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decrease in population, when deaths and emigrants exceed births and immigrants.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Zero population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stable population, when additions equal losses.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increase: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excess of births over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between the number of immigrants and the number of emigrants.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Population Growth</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Types of Growth</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Population growth is of the following types: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Positive growth: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population increases because births and immigrants are more numerous than deaths and emigrants. Cameroon, which grows by about 2.6 % a year, and Niger are examples.</a:t>
            </a:r>
            <a:endParaRPr lang="en-US" sz="3200" dirty="0"/>
          </a:p>
        </p:txBody>
      </p:sp>
      <p:pic>
        <p:nvPicPr>
          <p:cNvPr id="6" name="Image 0" descr="/home/claude/f4/img/v2/growth_types_big.png">    </p:cNvPr>
          <p:cNvPicPr>
            <a:picLocks noChangeAspect="1"/>
          </p:cNvPicPr>
          <p:nvPr/>
        </p:nvPicPr>
        <p:blipFill>
          <a:blip r:embed="rId1"/>
          <a:stretch>
            <a:fillRect/>
          </a:stretch>
        </p:blipFill>
        <p:spPr>
          <a:xfrm>
            <a:off x="6537960" y="2721454"/>
            <a:ext cx="5470855" cy="2393499"/>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types of growth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Population Growth</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Types of Growth</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decreases because deaths and emigrants are more numerous than births and immigrants. Japan and Italy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Population Growth</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Types of Growth</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Zero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stays stable because additions equal losses. Some European countries, such as France, are close to zero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Population Growth</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Population Change System</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population change system works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formula: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Population change = (births − deaths) + (immigrants − emigrants). Births and immigrants are the inputs of the system, while deaths and emigrants are its outputs.</a:t>
            </a:r>
            <a:endParaRPr lang="en-US" sz="3200" dirty="0"/>
          </a:p>
        </p:txBody>
      </p:sp>
      <p:pic>
        <p:nvPicPr>
          <p:cNvPr id="6" name="Image 0" descr="/home/claude/f4/img/v2/change_system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population change system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Population Growth</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Population Change System</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increase and decrease: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increase happens when the birth rate is higher than the death rate, as in Cameroon. Natural decrease happens when deaths exceed births, as in 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Population Growth</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Population Change System</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Net migration is the number of immigrants minus the number of emigrants. It is positive in Garoua and Douala, which receive many migrants, and negative in the villages they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Determinants of Population Growth</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Fertility</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Fertility, the main driver of population growth,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Fertility is the frequency of live births in a population. It is the main determinant of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Determinants of Population Growth</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Fertility</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Factors of high fertility: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Early marriage, the value given to large families, the need for farm labour and high infant mortality keep fertility high. In rural North Cameroon, where few girls go to school, many women have more than five children.</a:t>
            </a:r>
            <a:endParaRPr lang="en-US" sz="3200" dirty="0"/>
          </a:p>
        </p:txBody>
      </p:sp>
      <p:pic>
        <p:nvPicPr>
          <p:cNvPr id="6" name="Image 0" descr="/home/claude/f4/img/v2/growth_factors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factors of growth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Determinants of Population Growth</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Fertility</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of low fertility: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high cost of raising children and the wide use of family planning reduce fertility. The education and careers of women and low infant mortality also reduce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Determinants of Population Growth</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Mortality and Migration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Mortality and migration depend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of high mortality: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health care, poor sanitation and hygiene, malnutrition and famine keep death rates high. Disasters and wars also kill many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Determinants of Population Growth</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Mortality and Migration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Factors of low mortality: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Vaccines, hospitals, clean water and good food reduce deaths. A high standard of living allows people to live longer.</a:t>
            </a:r>
            <a:endParaRPr lang="en-US" sz="3600" dirty="0"/>
          </a:p>
        </p:txBody>
      </p:sp>
      <p:pic>
        <p:nvPicPr>
          <p:cNvPr id="6" name="Image 0" descr="/home/claude/f4/img/v2/usa_vaccine.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vaccination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Determinants of Population Growth</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Mortality and Migration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of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jobs, poverty, drought and insecurity, such as the Boko Haram attacks in the Far North, push people out. Jobs, better schools and hospitals and security pull them to places such as Garoua and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Spatial Differences on a World Scale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The determinants of growth differ across the world as follows: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Less developed countries: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Most of Africa, including Cameroon, has high fertility and falling mortality. Natural increase is therefore high.</a:t>
            </a:r>
            <a:endParaRPr lang="en-US" sz="3400" dirty="0"/>
          </a:p>
        </p:txBody>
      </p:sp>
      <p:pic>
        <p:nvPicPr>
          <p:cNvPr id="5" name="Image 0" descr="/home/claude/f4/img/v2/birth_death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birth and death rates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Spatial Differences on a World Scale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More developed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USA, Germany and Japan have low fertility and low mortality. Their growth is slow, zero or negative.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Spatial Differences on a World Scale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role of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developed countries, immigration is often the main source of population growth. In some poor countries, emigration reduces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natural increase and net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increase is births minus deaths; net migration is immigrants minus emigrants.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low mortality.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Vaccines and hospitals, clean water, good nutrition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When births exceed deaths, there is natural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Immigrants − emigrants = net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Japan has ______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crude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Calculating Demographic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 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 démographique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fécondité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Mortality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mortalité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Natural increase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L'accroissement naturel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 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solde migratoire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Infant mortality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mortalité infantile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Time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Population Growth and its Determinants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positive, negative and zero growth. Explain the population change system and its formula. Explain the factors of fertility and mortality. Explain the role of migration. Compare growth in LEDCs and MEDCs.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births, deaths and migration change the population of an area such as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Growth; The Population Change System; Fertility; Mortality and Migration; Spatial Differences on a World Scale.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crude birth rate.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bars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build the formula with the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family sizes of three generations.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the vaccines given to babies.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write the rates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“Isatu gets a vaccination for her 5 week old son” by World Bank Photo Collection, CC BY-NC-ND 2.0, via Flickr (https://www.flickr.com/photos/10816734@N03/26372818523)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2026-09-29T11:37:04Z</dcterms:created>
  <dcterms:modified xsi:type="dcterms:W3CDTF">2026-09-29T11:37:04Z</dcterms:modified>
</cp:coreProperties>
</file>