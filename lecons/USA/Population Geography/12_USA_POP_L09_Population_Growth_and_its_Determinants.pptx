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Lst>
  <p:notesMasterIdLst>
    <p:notesMasterId r:id="rId7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notesMaster" Target="notesMasters/notesMaster1.xml"/><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Population Growth and its Determinants.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positive, negative and zero growth, population change system, natural increase, natural decrease, net migration, fertility, mortality, migration. At the end, you should be able to do this: learners are able to explain how births, deaths and migration change the population of an area such as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Historical Evolution of World Population. The question was: Write the formula of population change.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Population change = (births − deaths) + (immigrants − emigrants).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positive, negative and zero growth. Number 2: explain the population change system and its formula. Number 3: explain the factors of fertility and mortality. Number 4: explain the role of migration. Number 5: compare growth in LEDCs and MEDCs.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world reached 8 billion in 2022. Death rates fell with better medicine. People move from villages to towns.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Amina lives in Djamboutou. Her grandmother remembers when this quarter was farmland and bush, while most of Garoua was around the old town. Today new houses are built every month, the roads are full of moto-taxis and Amina's classes are more crowded every year. Her grandmother had nine brothers and sisters, her mother five, and Amina only three. Amina asks: "Where do all the new people of Garoua come from, and why are families becoming smaller?"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Amina does not understand how the population of Garoua grows and what determines its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the population of Garoua increasing or decreasing?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increasing: this is positive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 the new people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births exceeding deaths and from people moving into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formula of population change to explain the growth of your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causes of population change, which planners must know to prepare schools, jobs and housing.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positive, zero and negative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country on the graph has negative growth?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Italy or Japan.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population change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are the two components of population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Natural change (births − deaths) and net migration (immigrants − emigrants).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why births are high and deaths fall.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factors of high fertility in rural North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Early marriage, the value of large families, need for farm labour, low female education (any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vaccination campaign.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vaccines affect population growth?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lower the death rate, so the population grows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birth and death rates by continent.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continent has the biggest gap between births and deaths?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Positive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Negative growth, Zero population growth and Natural increase.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Net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Growth. Population growth is of the following types. Copy the point on Positive growth on the left, then draw the diagram on the right: types of growth.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Growth. Copy the point on Negative growth: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Growth. Copy the point on Zero growth: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Population Change System. The population change system works as follows. Copy the point on The formula on the left, then draw the diagram on the right: the population change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Population Change System. Copy the point on Natural increase and decrease: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Population Change System. Copy the point on Net migration: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High Fertility. Fertility, the main driver of population growth, is kept high by the following factors. Copy the point on Early marriage on the left, then draw the diagram on the right: the factors of growth.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High Fertility. Copy the point on The value of large families: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High Fertility. Copy the point on High infant mortality: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High Fertility. Copy the point on Low education of girls: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Low Fertility. Fertility is reduced by the following factors. Copy the point on The cost of raising children: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Low Fertility. Copy the point on Family planning: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Low Fertility. Copy the point on Education and careers of women: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Low Fertility. Copy the point on Low infant mortality: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Mortality. Mortality depends on the following factors. Copy the point on Health care on the left, then draw the diagram on the right: vaccination.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Mortality. Copy the point on Sanitation and hygiene: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Mortality. Copy the point on Food supply: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Mortality. Copy the point on Wars and disasters: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Migration. Migration depends on the following factors. Copy the point on Lack of jobs and poverty: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Migration. Copy the point on Insecurity: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Migration. Copy the point on Jobs and services in towns: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Differences on a World Scale. The determinants of growth differ across the world as follows. Copy the point on Less developed countries on the left, then draw the diagram on the right: birth and death rates.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Differences on a World Scale. Copy the point on More developed countries: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Differences on a World Scale. Copy the point on The role of migration: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natural increase and net migration.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natural increase is births minus deaths; net migration is immigrants minus emigrants.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low mortality.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vaccines and hospitals, clean water, good nutrition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increase; number 2, migration; number 3, negative.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the crude birth rate.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4: Calculating Demographic Indices.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9: POPULATION GROWTH AND ITS DETERMINANTS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Growth and its Determinants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Population Growth and its Determinants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Positive, negative and zero growth, population change system, natural increase, natural decrease, net migration, fertility, mortality,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population growth and the population change system; determinants of growth (fertility, mortality, migration) and their factors; spatial differences of growth on a world scale.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births, deaths and migration change the population of an area such as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Historical Evolution of World Population):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of population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change = (births − deaths) + (immigrants − emigrants).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positive, negative and zero growth.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population change system and its formula.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fertility and mortality.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migration.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growth in LEDCs and MEDCs.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world reached 8 billion in 2022.</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Death rates fell with better medicine.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move from villages to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 lives in Djamboutou.</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grandmother remembers when this quarter was farmland and bush, while most of Garoua was around the old town.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Today new houses are built every month, the roads are full of moto-taxis and Amina's classes are more crowded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grandmother had nine brothers and sisters, her mother five, and Amina only three.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 asks: "Where do all the new people of Garoua come from, and why are families becoming smaller?"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 does not understand how the population of Garoua grows and what determines its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population of Garoua increasing or decreasing?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increasing: this is positive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 new people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births exceeding deaths and from people moving into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formula of population change to explain the growth of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causes of population change, which planners must know to prepare schools, jobs and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owth_typ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Positive, zero and negative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country on the graph has negative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Italy or 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hange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population change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two components of population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change (births − deaths) and net migration (immigrants − emigrants).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FERTILITY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rowth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Why births are high and deaths 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high fertility in rural North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marriage, the value of large families, need for farm labour, low female education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MORTALITY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vacc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vaccination campaign.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MORTALITY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vaccines affect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MORTALITY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lower the death rate, so the population grows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WORLD DIFFERENCES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birth_dea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 and death rates by continent.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WORLD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continent has the biggest gap between births and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WORLD DIFFERENCES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Growth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9: Population Growth and its Determinants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increase in population, when births and immigrants exceed deaths and emigrants.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decrease in population, when deaths and emigrants exceed births and immigrants.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Zero 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stable population, when additions equal losses.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increase: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excess of births over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the number of immigrants and the number of emigrants.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Growth</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Types of Growth</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Population growth is of the following types: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Positive growth: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population increases because births and immigrants are more numerous than deaths and emigrants. Cameroon, which grows by about 2.6 % a year, and Niger are examples.</a:t>
            </a:r>
            <a:endParaRPr lang="en-US" sz="3200" dirty="0"/>
          </a:p>
        </p:txBody>
      </p:sp>
      <p:pic>
        <p:nvPicPr>
          <p:cNvPr id="6" name="Image 0" descr="/home/claude/f4/img/v2/growth_types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growth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Types of Growth</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decreases because deaths and emigrants are more numerous than births and immigrants. Japan and Italy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Types of Growth</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Zero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stays stable because additions equal losses. Some European countries, such as France, are close to zero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Growth</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Population Change System</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population change system works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formula: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Population change = (births − deaths) + (immigrants − emigrants). Births and immigrants are the inputs of the system, while deaths and emigrants are its outputs.</a:t>
            </a:r>
            <a:endParaRPr lang="en-US" sz="3200" dirty="0"/>
          </a:p>
        </p:txBody>
      </p:sp>
      <p:pic>
        <p:nvPicPr>
          <p:cNvPr id="6" name="Image 0" descr="/home/claude/f4/img/v2/change_system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population change 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Growth</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Population Change System</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increase and decrease: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increase happens when the birth rate is higher than the death rate, as in Cameroon. Natural decrease happens when deaths exceed births, as in 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Population Growth</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Population Change System</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Net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Net migration is the number of immigrants minus the number of emigrants. It is positive in Garoua and Douala, which receive many migrants, and negative in the villages they leave.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Factors of High Fertility</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Fertility, the main driver of population growth, is kept high by the following factors: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Early marriage: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Girls who marry young start having children early. They therefore have more children during their lives.</a:t>
            </a:r>
            <a:endParaRPr lang="en-US" sz="3400" dirty="0"/>
          </a:p>
        </p:txBody>
      </p:sp>
      <p:pic>
        <p:nvPicPr>
          <p:cNvPr id="6" name="Image 0" descr="/home/claude/f4/img/v2/growth_factor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factors of growth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Factors of High Fertility</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value of large families: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many societies, many children are a sign of wealth and prestige. Children also help on the farm and support their parents in old 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Factors of High Fertility</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infant mortality: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many babies die, parents have more children to make sure that some survive. Fertility stays high as long as infant deaths remain frequent.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Factors of High Fertility</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education of girls: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Girls who leave school early marry earlier and know less about family planning. In rural North Cameroon, many women have more than five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Factors of Low Fertility</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Fertility is reduced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cost of raising children: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towns and rich countries, food, housing and school fees are expensive. Couples therefore choose to have fewer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Factors of Low Fertility</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Family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Contraception allows couples to space births and limit the size of their families. Fertility falls where it is widely available.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Factors of Low Fertility</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careers of women: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Educated women marry later and many work outside the home. They therefore have fewer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Factors of Low Fertility</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infant mortality: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almost all babies survive, parents no longer need many births. Fertility falls a few years after infant mortality.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Factors of Mortality</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Mortality depends on the following factors: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Health care: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Vaccines, hospitals and medicines reduce deaths from diseases. Where health care is poor, many people die young.</a:t>
            </a:r>
            <a:endParaRPr lang="en-US" sz="3600" dirty="0"/>
          </a:p>
        </p:txBody>
      </p:sp>
      <p:pic>
        <p:nvPicPr>
          <p:cNvPr id="6" name="Image 0" descr="/home/claude/f4/img/v2/usa_vaccin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vaccination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Factors of Mortality</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Sanitation and hygiene: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Clean water, toilets and sewers prevent cholera and other diseases. Poor sanitation keeps death rates high, especially among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Factors of Mortality</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Food supply: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food makes people strong and resistant to diseases. Malnutrition and famine raise death 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Factors of Mortality</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Wars and disasters: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Wars, floods and droughts kill many people at once. They also destroy hospitals and harvests, which causes more deaths later.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Factors of Migration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Migration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jobs and poverty: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leave areas where they cannot earn a living. Rural areas therefore lose young people to towns and to other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Factors of Migration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Wars and attacks force people to flee, as the Boko Haram attacks did in the Far North. The areas they leave lose population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Determinants of Population Growth</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Factors of Migration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Jobs and services in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better schools, hospitals and security attract people to places such as Garoua and Douala. The population of these towns grows faster than natural increase alone.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Spatial Differences on a World Scale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determinants of growth differ across the world as follows: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Less developed countries: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Most of Africa, including Cameroon, has high fertility and falling mortality. Natural increase is therefore high.</a:t>
            </a:r>
            <a:endParaRPr lang="en-US" sz="3400" dirty="0"/>
          </a:p>
        </p:txBody>
      </p:sp>
      <p:pic>
        <p:nvPicPr>
          <p:cNvPr id="5" name="Image 0" descr="/home/claude/f4/img/v2/birth_death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birth and death rates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Spatial Differences on a World Scale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More developed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USA, Germany and Japan have low fertility and low mortality. Their growth is slow, zero or negative.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Spatial Differences on a World Scale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role of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developed countries, immigration is often the main source of population growth. In some poor countries, emigration reduces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natural increase and net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increase is births minus deaths; net migration is immigrants minus emigrants.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low mortality.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Vaccines and hospitals, clean water, good nutrition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When births exceed deaths, there is natural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Immigrants − emigrants = net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has ______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crude birth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Calculating Demographic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fécondité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Mortality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mortalité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Natural increase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L'accroissement naturel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Net 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solde migratoire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Infant mortality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mortalité infantile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Population Growth and its Determinants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positive, negative and zero growth. Explain the population change system and its formula. Explain the factors of fertility and mortality. Explain the role of migration. Compare growth in LEDCs and MEDCs.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births, deaths and migration change the population of an area such as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Types of Growth; The Population Change System; Factors of High Fertility; Factors of Low Fertility; Factors of Mortality; Factors of Migration; Spatial Differences on a World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crude birth rate.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bars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build the formula with the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family sizes of three generations.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vaccines given to babies.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rates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“Isatu gets a vaccination for her 5 week old son” by World Bank Photo Collection, CC BY-NC-ND 2.0, via Flickr (https://www.flickr.com/photos/10816734@N03/26372818523)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74</Slides>
  <Notes>74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74</vt:i4>
      </vt:variant>
    </vt:vector>
  </HeadingPairs>
  <TitlesOfParts>
    <vt:vector size="7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2026-10-06T05:44:05Z</dcterms:created>
  <dcterms:modified xsi:type="dcterms:W3CDTF">2026-10-06T05:44:05Z</dcterms:modified>
</cp:coreProperties>
</file>