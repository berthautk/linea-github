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Population Growth and its Determinants.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positive, negative and zero growth, population change system, natural increase, natural decrease, net migration, fertility, mortality, migration. At the end, you should be able to do this: learners are able to explain how births, deaths and migration change the population of an area such as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Historical Evolution of World Population. The question was: Write the formula of population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change = (births − deaths) + (immigrants − emigrants).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positive, negative and zero growth. Number 2: explain the population change system and its formula. Number 3: explain the factors of fertility and mortality. Number 4: explain the role of migration. Number 5: compare growth in LEDCs and MEDCs.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reached 8 billion in 2022. Death rates fell with better medicine.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Amina lives in Djamboutou. Her grandmother remembers when this quarter was farmland and bush, while most of Garoua was around the old town. Today new houses are built every month, the roads are full of moto-taxis and Amina's classes are more crowded every year. Her grandmother had nine brothers and sisters, her mother five, and Amina only three. Amina asks: "Where do all the new people of Garoua come from, and why are families becoming smaller?"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understand how the population of Garoua grows and what determines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population of Garoua increasing or decreasing?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increasing: this is positive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 new people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births exceeding deaths and from people moving into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formula of population change to explain the growth of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population change, which planners must know to prepare schools,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positive, zero and negative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country on the graph has negative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Italy or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change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two components of population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change (births − deaths) and net migration (immigrants − emigrants).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why births are high and deaths 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fertility in rural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the value of large families, need for farm labour, low female education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vaccination campaign.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affect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lower the death rate, so the population grows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continent has the biggest gap between births and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Positive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Negative growth, Zero growth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Growth. The types of population growth are the following. Copy the point on Positive growth on the left, then draw the diagram on the right: types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Growth. On this slide we have Negative growth and Zero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Change System. The population change system is presented as follows. Copy the point on Formula on the left, then draw the diagram on the right: the population change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On this slide we have Natural increase and Natural decrease.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Fertility. The factors of fertility are the following. On this slide we have Meaning and Factors of high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Fertility.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factors of births and deaths.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Fertility. On this slide we have Factors of low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Mortality and Migration. The factors of mortality and migration are the following. On this slide we have Factors of high mortality.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Mortality and Migration.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Factors of low mortality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Mortality and Migration. On this slide we have Push factors of migration and Pull factors of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Differences of Growth on a World Scale. Population growth differs across the world as follows. Copy the point on Less developed countries on the left, then draw the diagram on the right: birth and death rates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Differences of Growth on a World Scale. On this slide we have More developed countries and Role of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natural increase and net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increase is births minus deaths; net migration is immigrants minus emigrants.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low mortality.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vaccines and hospitals, clean water, good nutrition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 number 2, migration; number 3,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crude birth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Demographic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POPULATION GROWTH AND ITS DETERMINANTS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 and its Determinants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Population Growth and its Determinants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negative and zero growth, population change system, natural increase, natural decrease, net migration, fertility, mortality,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growth and the population change system; determinants of growth (fertility, mortality, migration) and their factors; spatial differences of growth on a world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Historical Evolution of World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positive, negative and zero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population change system and its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fertility and mortality.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in LEDCs and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reached 8 billion in 2022.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with better medicine.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lives in Djamboutou.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remembers when this quarter was farmland and bush, while most of Garoua was around the old town.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new houses are built every month, the roads are full of moto-taxis and Amina's classes are more crowded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had nine brothers and sisters, her mother five, and Amina only three.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asks: "Where do all the new people of Garoua come from, and why are families becoming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understand how the population of Garoua grows and what determines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population of Garoua increasing or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increasing: this is positive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new people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births exceeding deaths and from people moving into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formula of population change to explain the growth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population change, which planners must know to prepare schools,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zero and negative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on the graph has negative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Italy or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two components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change (births − deaths) and net migration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births are high and deaths 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fertility in rural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the value of large families, need for farm labour, low female education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vaccination campaign.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affect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lower the death rate, so the population grows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biggest gap between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increase in population, when births and immigrants exceed deaths and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decrease in population, when deaths and emigrants exceed births and immigrants.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stable population, when additions equal losses.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excess of births over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immigrants and the number of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Growth</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types of population growth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population increases, as in Cameroon (about +2.6 % a year) and Niger.</a:t>
            </a:r>
            <a:endParaRPr lang="en-US" sz="3200" dirty="0"/>
          </a:p>
        </p:txBody>
      </p:sp>
      <p:pic>
        <p:nvPicPr>
          <p:cNvPr id="6" name="Image 0" descr="/home/claude/f4/img/v2/growth_types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 of Growth</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decreases, as in Japan and Italy.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stays stable, as in some European countries such as France, which is close 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population change system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3600" dirty="0"/>
          </a:p>
        </p:txBody>
      </p:sp>
      <p:pic>
        <p:nvPicPr>
          <p:cNvPr id="6" name="Image 0" descr="/home/claude/f4/img/v2/change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population change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happens when the crude birth rate is higher than the crude death rate, as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decrease: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happens when deaths exceed births, as in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the Population Change System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The Population Change System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Immigrants − emigrants; it is positive in Garoua and Douala, which receive many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of fertility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Fertility is the frequency of live births; it is the main driver of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high fertility: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value given to large families.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need for farm labour.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infant mortality.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Low education of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Fertility</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rural North Cameroon, many women have more than five children.</a:t>
            </a:r>
            <a:endParaRPr lang="en-US" sz="3600" dirty="0"/>
          </a:p>
        </p:txBody>
      </p:sp>
      <p:pic>
        <p:nvPicPr>
          <p:cNvPr id="6" name="Image 0" descr="/home/claude/f4/img/v2/growth_factor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factors of births and deaths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low fertility: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high cost of raising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Wide use of family planning.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and careers of women.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Low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Mortality and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of mortality and migration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high mortality: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Poor health care.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Poor sanitation and hygiene.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Mortality and Migration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Malnutrition and famine.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Disasters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Mortality and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Factors of low mortality: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clean water, good food and a high standard of living.</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Mortality and Migration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drought and insecurity, such as the Boko Haram attacks in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Garoua or Douala, better schools and hospitals, security and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of Growth on a World Scale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growth differs across the world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Less developed countries: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Most of Africa, including Cameroon, has high fertility and falling mortality, so natural increase is high.</a:t>
            </a:r>
            <a:endParaRPr lang="en-US" sz="3200" dirty="0"/>
          </a:p>
        </p:txBody>
      </p:sp>
      <p:pic>
        <p:nvPicPr>
          <p:cNvPr id="5" name="Image 0" descr="/home/claude/f4/img/v2/birth_dea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of Growth on a World Scale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Germany and Japan have low fertility and low mortality, so growth is slow, zero or negative.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developed countries, immigration is often the main source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natural increase and net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is births minus deaths; net migration is immigrants minus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low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and hospitals, clean water, good nutrition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births exceed deaths, there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Immigrants − emigrants = net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______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solde migratoire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Infant 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 infantile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Population Growth and its Determinants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positive, negative and zero growth. Explain the population change system and its formula. Explain the factors of fertility and mortality. Explain the role of migration. Compare growth in LEDCs and MEDCs.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Growth; The Population Change System; Fertility; Mortality and Migration; Spatial Differences of Growth on a World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crude birth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build the formula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family sizes of three generations.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vaccines given to babies.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2026-09-29T03:13:00Z</dcterms:created>
  <dcterms:modified xsi:type="dcterms:W3CDTF">2026-09-29T03:13:00Z</dcterms:modified>
</cp:coreProperties>
</file>