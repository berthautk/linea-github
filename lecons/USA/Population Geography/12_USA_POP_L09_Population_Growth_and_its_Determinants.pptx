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negative and zero growth, population change system, natural increase, natural decrease, net migration, fertility, mortality, migration. At the end, you should be able to do this: learners are able to explain how births, deaths and migration change the population of an area such as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Write the formula of population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change = (births − deaths) + (immigrants − emigrants).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positive, negative and zero growth. Number 2: explain the population change system and its formula. Number 3: explain the factors of fertility and mortality. Number 4: explain the role of migration. Number 5: compare growth in LEDCs and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reached 8 billion in 2022. Death rates fell with better medicine.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 lives in Djamboutou. Her grandmother remembers when this quarter was farmland and bush, while most of Garoua was around the old town. Today new houses are built every month, the roads are full of moto-taxis and Amina's classes are more crowded every year. Her grandmother had nine brothers and sisters, her mother five, and Amina only three. Amina asks: "Where do all the new people of Garoua come from, and why are families becoming smaller?"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understand how the population of Garoua grows and what determines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population of Garoua increasing or decreasing?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increasing: this is positive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 new people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births exceeding deaths and from people moving into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formula of population change to explain the growth of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population change, which planners must know to prepare schools,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country on the graph has negative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or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two components of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change (births − deaths) and net migration (immigrants −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why births are high and deaths 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fertility in rural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the value of large families, need for farm labour, low female education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vaccination campaign.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affect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lower the death rate, so the population grows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biggest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Positive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Negative growth, Zero population growth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Growth. Population growth is of the following types. Copy the point on Positive growth on the left, then draw the diagram on the right: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Copy the point on Negative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Copy the point on Zero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The population change system works as follows. Copy the point on The formula on the left, then draw the diagram on the right: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Copy the point on Natural increase and decrease: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Copy the point on Net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Fertility. Fertility, the main driver of population growth, depends on the following factors.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Factors of high fertility on the left, then draw the diagram on the right: the factors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Fertility. Copy the point on Factors of low fertility: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Mortality and Migration. Mortality and migration depend on the following factors. Copy the point on Factors of high mortality: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Factors of low mortality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Mortality and Migration. Copy the point on Factors of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Differences on a World Scale. The determinants of growth differ across the world as follows. Copy the point on Less developed countries on the left, then draw the diagram on the right: birth and death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on a World Scale. Copy the point on More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on a World Scale. Copy the point on The role of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natural increase and net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increase is births minus deaths; net migration is immigrants minus emigrants.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low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and hospitals, clean water, good nutrition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migration;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crude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negative and zero growth, population change system, natural increase, natural decrease, net migration, fertility, mortality,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growth and the population change system; determinants of growth (fertility, mortality, migration) and their factors; spatial differences of growth on a world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positive, negative and zero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population change system and its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fertility and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in LEDCs and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reached 8 billion in 2022.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better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lives in Djamboutou.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remembers when this quarter was farmland and bush, while most of Garoua was around the old town.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new houses are built every month, the roads are full of moto-taxis and Amina's classes are more crowded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had nine brothers and sisters, her mother five, and Amina only three.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asks: "Where do all the new people of Garoua come from, and why are families becoming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understand how the population of Garoua grows and what determines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population of Garoua increasing or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increasing: this is positive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new people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births exceeding deaths and from people moving into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formula of population change to explain the growth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population change, which planners must know to prepare schools,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on the graph has 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or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two components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change (births − deaths) and net migration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births are high and deaths 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 in rural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the value of large families, need for farm labour, low female education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vaccination campaign.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affect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lower the death rate, so the population grows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biggest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increase in population, when births and immigrants exceed deaths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decrease in population, when deaths and emigrants exceed births and immigrants.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population, when additions equal losses.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excess of births over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immigrants and the number of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Growth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is of the following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increases because births and immigrants are more numerous than deaths and emigrants. Cameroon, which grows by about 2.6 % a year, and Niger are examples.</a:t>
            </a:r>
            <a:endParaRPr lang="en-US" sz="3200" dirty="0"/>
          </a:p>
        </p:txBody>
      </p:sp>
      <p:pic>
        <p:nvPicPr>
          <p:cNvPr id="6" name="Image 0" descr="/home/claude/f4/img/v2/growth_type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decreases because deaths and emigrants are more numerous than births and immigrants. Japan and Italy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stays stable because additions equal losses. Some European countries, such as France, are close to zero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 change system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formula: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Population change = (births − deaths) + (immigrants − emigrants). Births and immigrants are the inputs of the system, while deaths and emigrants are its outputs.</a:t>
            </a:r>
            <a:endParaRPr lang="en-US" sz="3200" dirty="0"/>
          </a:p>
        </p:txBody>
      </p:sp>
      <p:pic>
        <p:nvPicPr>
          <p:cNvPr id="6" name="Image 0" descr="/home/claude/f4/img/v2/change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and decrease: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happens when the birth rate is higher than the death rate, as in Cameroon. Natural decrease happens when deaths exceed births, as in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is the number of immigrants minus the number of emigrants. It is positive in Garoua and Douala, which receive many migrants, and negative in the villages they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the main driver of population growth,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Fertility is the frequency of live births in a population. It is the main determinant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Fertility</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Factors of high fertility: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Early marriage, the value given to large families, the need for farm labour and high infant mortality keep fertility high. In rural North Cameroon, where few girls go to school, many women have more than five children.</a:t>
            </a:r>
            <a:endParaRPr lang="en-US" sz="3200" dirty="0"/>
          </a:p>
        </p:txBody>
      </p:sp>
      <p:pic>
        <p:nvPicPr>
          <p:cNvPr id="6" name="Image 0" descr="/home/claude/f4/img/v2/growth_facto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Fertility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low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 cost of raising children and the wide use of family planning reduce fertility. The education and careers of women and low infant mortality also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Mortality and migration depend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high 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health care, poor sanitation and hygiene, malnutrition and famine keep death rates high. Disasters and wars also kill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Mortality and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Factors of low mortality: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clean water and good food reduce deaths. A high standard of living allows people to live longer.</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Mortality and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drought and insecurity, such as the Boko Haram attacks in the Far North, push people out. Jobs, better schools and hospitals and security pull them to places such as Garoua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determinants of growth differ across the world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Less developed countries: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Most of Africa, including Cameroon, has high fertility and falling mortality. Natural increase is therefore high.</a:t>
            </a:r>
            <a:endParaRPr lang="en-US" sz="3400" dirty="0"/>
          </a:p>
        </p:txBody>
      </p:sp>
      <p:pic>
        <p:nvPicPr>
          <p:cNvPr id="5" name="Image 0" descr="/home/claude/f4/img/v2/birth_dea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Germany and Japan have low fertility and low mortality. Their growth is slow, zero or negative.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role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developed countries, immigration is often the main source of population growth. In some poor countries, emigration reduces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natural increase and net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is births minus deaths; net migration is immigrants minus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low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and hospitals, clean water, good nutrition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births exceed deaths, there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Immigrants − emigrants = net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______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solde migratoire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positive, negative and zero growth. Explain the population change system and its formula. Explain the factors of fertility and mortality. Explain the role of migration. Compare growth in LEDCs and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Growth; The Population Change System; Fertility; Mortality and Migration; Spatial Differences on a World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crude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build the formula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family sizes of three generations.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vaccines given to babies.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2026-09-29T12:18:47Z</dcterms:created>
  <dcterms:modified xsi:type="dcterms:W3CDTF">2026-09-29T12:18:47Z</dcterms:modified>
</cp:coreProperties>
</file>