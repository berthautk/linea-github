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copy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do each step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explain the rule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do the subtraction.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with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1,000 2. 70 3.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POPULATION GEOGRAPHY  —  PRACTICAL WORK 4</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Calculating Demographic Indices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Crude birth rate, crude death rate, fertility rate, fecundity, growth rate, doubling time, projection, net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Calculate fertility, birth rate, mortality, growth rate, doubling time, projections and net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Calculate CBR, CDR and natural increase.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Calculate doubling time and make a simple projection.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Calculate net migration and interpret results.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Change = births − deaths + net migration.</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Rates are often given per 1,000 people.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1,000,000 people. In one year there were 36,000 births and 9,000 deaths. The planning office asks the class to calculate the growth rate and when the population will double.</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demographic indices.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index to calculate?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find the doubling time?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growth rate (%).</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understand population change.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FORMULAS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indic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main demographic indices.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FORMULAS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birth and death rates given per 1,000?</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FORMULAS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compare places with different population sizes.</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CALCULATIONS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pw_indic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Worked example.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CALCULATIONS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in percent.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CALCULATIONS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(36 − 9) ÷ 10 = 2.7 %.</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DOUBLING TIME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projection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projection at 2.7 % per year.</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DOUBLING TIME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years will the population double?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DOUBLING TIME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2.7 ≈ 26 years.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NET MIGRATION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usa_busstatio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Travellers at a bus station.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NET MIGRATION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receives 5,000 migrants and loses 2,000. What is its net migration?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NET MIGRATION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INTERPRETATION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dtm_countri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Countries at different stages.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INTERPRETATION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has CBR 12 and CDR 10. Is it growing fast or slowly?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 INTERPRETATION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Slowly (0.2 % per year), like a stage 4 country.</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Crude birth rate (CBR):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per year.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Total fertility rate: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children a woman has in her life.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Fecundity: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to have children.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Doubling time: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years for a population to double.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Calculations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Birth and death rates: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CBR = births ÷ population × 1,000, and CDR = deaths ÷ population × 1,000. In the example, CBR = 36 ‰ and CDR = 9 ‰.</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Growth rate: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 = (CBR − CDR) ÷ 10. Adding net migration gives the total growth.</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Calculations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Doubling time and projection: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Doubling time ≈ 70 ÷ growth rate (%). At 2.7 %, the population doubles in about 26 years.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Interpretation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High values: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 high CBR and natural increase show a young, fast-growing population. They mean more schools and jobs are needed.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Low values: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Low rates show a slow-growing or ageing population. Projections help governments to plan.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Interpretation (2/2)</a:t>
            </a:r>
            <a:endParaRPr lang="en-US" sz="3600" dirty="0"/>
          </a:p>
        </p:txBody>
      </p:sp>
      <p:pic>
        <p:nvPicPr>
          <p:cNvPr id="13" name="Image 0" descr="/home/claude/f4/img/v2/indic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formulas.</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1,500 births. Find the CBR.</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1,500 ÷ 50,000 × 1,000 = 30 ‰.</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grows at 3.5 %. Find its doubling time.</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3.5 = 20 years.</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Birth rate is given per ______ people.</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Natural increase = (CBR − CDR) ÷ ______.</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Cameroon's birth and death rates and calculate its natural increase and doubling time.</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10: Factors of Population Growth.</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taux</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Per thousand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Pour mille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Doubling time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temps de doublement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Projection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projection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Fertility rate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L'indice de fécondité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Calculate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Calculer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Population Change over Time (Population Growth)</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Practical Work 4: Calculating Demographic Indices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Calculate CBR, CDR and natural increase. Calculate doubling time and make a simple projection. Calculate net migration and interpret results.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calculate and interpret the main demographic indices.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Crude birth rate (CBR), Total fertility rate, Fecundity, Doubling time; II. Calculations: Birth and death rates, Growth rate, Doubling time and projection; III. Interpretation: High values, Low values.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Find Cameroon's birth and death rates and calculate its natural increase and doubling time.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4 (Population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“Wadi Halfa Bus Station” by D-Stanley, CC BY 2.0, via Flickr (https://www.flickr.com/photos/79721788@N00/8651154444)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2026-09-26T18:49:33Z</dcterms:created>
  <dcterms:modified xsi:type="dcterms:W3CDTF">2026-09-26T18:49:33Z</dcterms:modified>
</cp:coreProperties>
</file>