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crude birth rate, crude death rate, fertility rate, fecundity, growth rate, doubling time, projection, net migration. At the end, you should be able to do this: learners are able to calculate and interpret the main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Population Growth and its Determinants. The question was: Draw the population change system for your village or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system: inputs – births and people coming back from town; outputs – deaths and young people leaving for towns; store – the village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CBR, CDR and natural increase. Number 2: calculate doubling time and make a simple projection. Number 3: calculate net migration and interpret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Change = births − deaths + net migration. Rates are often given per 1,000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region has 1,000,000 people. In one year there were 36,000 births and 9,000 deaths. The planning office asks the class to calculate the growth rate and when the population will double.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first index to calculate?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crude birth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we find the doubling time?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70 ÷ growth rate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demographic indices to describe population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numbers to understand population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demographic indices.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birth and death rates given per 1,000?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compare places with different population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natural increase in percent.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(36 − 9) ÷ 10 = 2.7 %.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projection at 2.7 % per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how many years will the population double?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70 ÷ 2.7 ≈ 26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travellers at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 town receives 5,000 migrants and loses 2,000. What is its net migration?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countries at different stages.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country has CBR 12 and CDR 10. Is it growing fast or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Slowly (0.2 % per year), like a stage 4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Fertility and Fecundity.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Formulas of Demographic Indices. The main indices are calculated as follows. On this slide we have Crude birth rate (CBR).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Formulas of Demographic Indices. On this slide we have Crude death rate (CDR)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formulas of demographic indices.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Projections, Doubling Time and Migration. Other calculations include. On this slide we have Doubling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Projections, Doubling Time and Migration. On this slide we have Population projection and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projection and doubling time.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of 50,000 has 1,500 births. Find the CBR.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1,500 ÷ 50,000 × 1,000 = 30 ‰.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population grows at 3.5 %. Find its doubling time.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70 ÷ 3.5 = 20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1,000; number 2, 70; number 3,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Cameroon's birth and death rates and calculate its natural increase and doubling time.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Factors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CALCULATING DEMOGRAPHIC INDICES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 Calculating Demographic Indices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Demographic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Demographic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Crude birth rate, crude death rate, fertility rate, fecundity, growth rate, doubling time, projection, net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Calculate fertility, birth rate, mortality, growth rate, doubling time, projections and net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main demographic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Population Growth and its Determinants):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population change system for your village or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system: inputs – births and people coming back from town; outputs – deaths and young people leaving for towns; store – the village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CBR, CDR and natural increase.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doubling time and make a simple projection.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net migration and interpret results.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Change = births − deaths + net migration.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Rates are often given per 1,000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1,000,000 people. In one year there were 36,000 births and 9,000 deaths. The planning office asks the class to calculate the growth rate and when the population will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index to calculate?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find the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growth rate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demographic indices to describe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numbers to understand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demographic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birth and death rates given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compare places with different population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natural increase in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(36 − 9) ÷ 10 = 2.7 %.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PROJECTIONS AND DOUBLING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je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projection at 2.7 % per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PROJECTIONS AND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how many years will the population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POPULATION PROJECTIONS AND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2.7 ≈ 26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NET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NET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receives 5,000 migrants and loses 2,000. What is its net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NET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at different stages.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country has CBR 12 and CDR 10. Is it growing fast or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Slowly (0.2 % per year), like a stage 4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number of children born to women.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biological ability of a woman to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 of Demographic Indices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indices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birth rate (CBR):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CBR = births in a year ÷ total population × 1,000. It is given per 1,000 people to compare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 of Demographic Indices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death rate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CDR = deaths in a year ÷ total population × 1,000. Infant mortality rate = deaths under 1 year ÷ live births ×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 = (CBR − CDR) ÷ 10. For example, (35 − 9) ÷ 10 = 2.6 %.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Formulas of Demographic Indices</a:t>
            </a:r>
            <a:endParaRPr lang="en-US" sz="3600" dirty="0"/>
          </a:p>
        </p:txBody>
      </p:sp>
      <p:pic>
        <p:nvPicPr>
          <p:cNvPr id="4" name="Image 0" descr="/home/claude/f4/img/v2/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formulas of demographic indices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Projections, Doubling Time and Migration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calculations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Doubling time ≈ 70 ÷ growth rate (%). At 2.6 %, a population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Projections, Doubling Time and Migration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projection: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Future population = present population × (1 + r)ⁿ, where r is the growth rate and n the number of years. It helps to plan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Net migration = immigrants − emigrants. A town receiving 5,000 and losing 2,000 has a net gain of 3,000.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Projections, Doubling Time and Migration</a:t>
            </a:r>
            <a:endParaRPr lang="en-US" sz="3600" dirty="0"/>
          </a:p>
        </p:txBody>
      </p:sp>
      <p:pic>
        <p:nvPicPr>
          <p:cNvPr id="4" name="Image 0" descr="/home/claude/f4/img/v2/proje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projection and doubling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has 1,500 births. Find the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1,500 ÷ 50,000 × 1,000 = 30 ‰.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population grows at 3.5 %. Find its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3.5 = 20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 rate is given per ______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 ______ ÷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Natural increase = (CBR − CDR)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Cameroon's birth and death rates and calculate its natural increase and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 thousand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Pour mille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Projection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projection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L'indice de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CBR, CDR and natural increase. Calculate doubling time and make a simple projection. Calculate net migration and interpret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main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Formulas of Demographic Indices; Projections, Doubling Time and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Cameroon's birth and death rates and calculate its natural increase and doubling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formulas.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each step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the rule of 70.</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do the subtraction.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the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2026-09-27T09:41:49Z</dcterms:created>
  <dcterms:modified xsi:type="dcterms:W3CDTF">2026-09-27T09:41:49Z</dcterms:modified>
</cp:coreProperties>
</file>