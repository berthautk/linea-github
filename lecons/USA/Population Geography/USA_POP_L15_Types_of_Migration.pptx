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notesMasterIdLst>
    <p:notesMasterId r:id="rId4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50" Type="http://schemas.openxmlformats.org/officeDocument/2006/relationships/viewProps" Target="viewProps.xml"/><Relationship Id="rId51" Type="http://schemas.openxmlformats.org/officeDocument/2006/relationships/theme" Target="theme/theme1.xml"/><Relationship Id="rId5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15: Types of Migration.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draw the tree.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list push factors in villages.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discuss remittances.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IDPs in Cameroon.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new quarters in towns.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pull 2. remittances 3. commuting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UPPER SIXTH ARTS  —  POPULATION GEOGRAPHY  —  LESSON 15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Migration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Upper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4: Understanding and managing population dynamics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Change over Space (Migration)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Migration Types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Types of Migration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Voluntary migration, forced migration, internal migration, international migration, refugee, IDP, commuting, push and pull factors.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Voluntary and forced; internal (rural-urban, rural-rural, urban-rural, intra-urban, inter-urban, commuting); international; refugees and IDPs; push and pull factors; consequences.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migrations and explain their causes and consequences.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migration by cause and distance.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push and pull factors.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consequences of migration at source and destination.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is a change of residence.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migrants move short distances.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young man from a village near Bafoussam moves to Douala to find work. His cousin crossed the Mediterranean to Europe. In the North-West, thousands of families fled insecurity to other regions.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People migrate for different reasons and to different places.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move is forced?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Fleeing insecurity.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Which move is international?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cousin who went to Europe.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the many forms of migration and their effects.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migration_types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Types of migration.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internal and international migration.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CLASSIFICATION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Internal is within a country; international crosses borders.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INTERNAL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sa_douala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Douala.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INTERNAL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pull factors of Douala.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INTERNAL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Jobs and better services (schools, hospitals, electricity).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INTERNATIONAL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usa_bo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276" y="1691640"/>
            <a:ext cx="8152399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Migrants rescued in the Mediterranean.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INTERNATIONAL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positive and one negative consequence for the source country.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III. INTERNATIONAL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Positive: money sent home (remittances). Negative: loss of young workers (brain drain).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FORCED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usa_refuge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Refugees in a camp in Chad.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FORCED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a refugee and an internally displaced person.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IV. FORCED MIGRATION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refugee crosses a border; an IDP stays inside his country.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CONSEQUENCES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cmr_migration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8196" y="1691640"/>
            <a:ext cx="9052560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 migration flows in Cameroon (simplified).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CONSEQUENCES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one consequence of migration for destination towns.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V. CONSEQUENCES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Rapid growth, slums and pressure on services (also more workers).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Types of Migration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Population Change over Space (Migration)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Migration Types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15: Types of Migration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Push factor: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something that makes people leave a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Pull factor: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something that attracts people to a place.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Refugee: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person who flees his country because of war or persecution.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IDP: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a person forced to flee who stays inside his own country.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Migration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Internal: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includes rural-urban, rural-rural, urban-rural, intra-urban and inter-urban moves. Commuting is a daily movement, not a change of residence.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International: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Economic migrants move for work and political migrants flee danger. Flows go mainly from poor to rich countries.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Types of Migration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Forced: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Wars, persecution and disasters create refugees and IDPs. Cameroon hosts refugees and has IDPs.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Causes and Consequences (1/2)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Push and pull factors: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Poverty, land shortage and insecurity push people. Jobs, services and safety pull them.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At the source: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Villages lose young workers but receive remittances. Old people and women do more of the work.</a:t>
            </a:r>
            <a:endParaRPr lang="en-US" sz="4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Causes and Consequences (2/2)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At the destination: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Towns gain workers and skills but face slums and unemployment. Tensions with local people can arise.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Give two push and two pull factors of rural-urban migration.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Push: poverty, lack of services. Pull: jobs, schools and hospitals.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Distinguish refugees and IDPs.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Refugees cross a border; IDPs remain in their own country.</a:t>
            </a:r>
            <a:endParaRPr lang="en-US" sz="4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Something that attracts migrants is a ______ factor.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Money sent home by migrants is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Daily travel to work is ______.</a:t>
            </a:r>
            <a:endParaRPr lang="en-US" sz="36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Make a table of push and pull factors for a migrant from your village to a town.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16: Carrying Capacity.</a:t>
            </a:r>
            <a:endParaRPr lang="en-US" sz="4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Push factor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facteur répulsif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Pull factor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facteur attractif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Refugee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réfugié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Displaced person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déplacé interne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Remittances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 transferts de fonds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drain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fuite des cerveaux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Population Change over Space (Migration)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15: Types of Migration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Classify migration by cause and distance. Explain push and pull factors. Explain the consequences of migration at source and destination.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classify migrations and explain their causes and consequences.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Push factor, Pull factor, Refugee, IDP; II. Types of Migration: Internal, International, Forced; III. Causes and Consequences: Push and pull factors, At the source, At the destination.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 a table of push and pull factors for a migrant from your village to a town.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UPPER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4 (Population Geography).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2: “Douala” by christing-O-, CC BY 2.0, via Flickr (https://www.flickr.com/photos/76187282@N00/7227535754)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3: “A sailor from HMS BULWARK hands out water to rescued individuals on a ” by Royal Navy Media Archive, CC BY-NC 2.0, via Flickr (https://www.flickr.com/photos/69974959@N03/17374754690)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“Secretary-General Visits Refugee Camps in Chad” by United Nations Photo, CC BY-NC-ND 2.0, via Flickr (https://www.flickr.com/photos/35483578@N03/6140060599)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4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2026-09-26T18:49:34Z</dcterms:created>
  <dcterms:modified xsi:type="dcterms:W3CDTF">2026-09-26T18:49:34Z</dcterms:modified>
</cp:coreProperties>
</file>