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18: Theories of Population and Resources: Malthus and Boserup.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two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preventive checks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staircase.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Mandara terraces.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food production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arithmetically 2. positive 3. innovation (intensification)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Theories of Population and Resources: Malthus and Boserup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Growth and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Population Growth and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Theories of Population and Resources: Malthus and Boserup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Malthus, geometric growth, arithmetic growth, positive checks, preventive checks, Boserup, agricultural intensification.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views; Malthus's and Boserup's theories; their views on growth and development; strengths and weaknesses.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compare the theories of Malthus and Boserup and apply them today.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Malthus's theory.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Boserup's theory.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both theories with examples.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can overshoot carrying capacity.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can raise food production.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economist says that population growth will lead to famine. A farmer in the Mandara Mountains says that when land became scarce, his ancestors built terraces and produced more food.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disagree on whether population growth is good or bad.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Whose idea is the economist's?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Malthus's pessimistic theory.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Whose idea is the farmer's?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Boserup's optimistic theory.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debate whether population growth is a problem or a driver of progress.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althu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Malthus: population outgrows food.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According to Malthus, how do population and food grow?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grows geometrically (1, 2, 4, 8); food grows arithmetically (1, 2, 3, 4).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drou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 and failed crops.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Malthus's positive checks?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MALTHUS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Famine, war and disease that raise deaths.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boseru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Boserup: pressure leads to new methods.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According to Boserup, what does population pressure cause?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invent new methods to produce more food.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steep slopes.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terraces support Boserup's theory?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BOSERUP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on land led farmers to farm slopes intensively.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High-yield rice fields.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Green Revolution challenge Malthus?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seeds and irrigation raised food faster than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Theories of Population and Resources: Malthus and Boserup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Growth and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Population Growth and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Theories of Population and Resources: Malthus and Boserup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Geometric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growth by doubling: 1, 2, 4, 8, 16.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Arithmetic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growth by adding the same amount: 1, 2, 3, 4, 5.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producing more from the same land by using more labour or technology.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Malthus (1798):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grows geometrically, but food grows arithmetically. Famine, war and disease (positive checks) will stop growth unless people marry later (preventive checks).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Boserup (1965):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pressure pushes farmers to innovate. Fallow gets shorter and farming becomes more intensive.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Views on development: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Malthus sees growth as a threat to development. Boserup sees it as a driver of progress.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Evaluation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Malthus: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Famines in the Sahel and Ethiopia seem to support him. But technology and trade have fed billions more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Boserup: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Terraces, irrigation and the Green Revolution support her. But innovation may be too slow or damage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Evaluation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Today: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ideas help to explain different places. Wise use of resources and technology is the key.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Evaluation (3/3)</a:t>
            </a:r>
            <a:endParaRPr lang="en-US" sz="3600" dirty="0"/>
          </a:p>
        </p:txBody>
      </p:sp>
      <p:pic>
        <p:nvPicPr>
          <p:cNvPr id="13" name="Image 0" descr="/home/claude/f4/img/v2/malthu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Malthus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views of Malthus and Boserup.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Malthus: population outgrows food and causes crises. Boserup: pressure leads to new methods and more food.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weakness of Malthus's theory.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did not foresee technology and trade that increased food.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Malthus said food grows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Famine and war are Malthus's ______ checks.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Boserup said pressure leads to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debate: "Population growth is a problem for Cameroon." Give two arguments for and two against.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Population Change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théorie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frein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L'innovation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L'intensification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Pessimist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Pessimiste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Growth and Resources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Theories of Population and Resources: Malthus and Boserup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Malthus's theory. Explain Boserup's theory. Evaluate both theories with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compare the theories of Malthus and Boserup and apply them today.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Geometric growth, Arithmetic growth, Intensification; II. The Theories: Malthus (1798), Boserup (1965), Views on development; III. Evaluation: Malthus, Boserup, Today.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a debate: "Population growth is a problem for Cameroon." Give two arguments for and two against.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“Imagine a world without trees” by aloshbennett, CC BY 2.0, via Flickr (https://www.flickr.com/photos/13203757@N00/3480223314)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2026-09-26T18:49:34Z</dcterms:created>
  <dcterms:modified xsi:type="dcterms:W3CDTF">2026-09-26T18:49:34Z</dcterms:modified>
</cp:coreProperties>
</file>