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18: Theories of Population and Resources: Malthus and Boserup.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4: Understanding and managing population dynamics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Population Growth and Resources, and the sub-topic is Theories of Population Growth and Resources. The key notions we shall use today are: malthus, geometric growth, arithmetic growth, positive checks, preventive checks, Boserup, agricultural intensification. At the end, you should be able to do this: learners are able to compare the theories of Malthus and Boserup and apply them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17: Overpopulation, Underpopulation and Optimum Population. The question was: Is Cameroon over-, under- or optimally populated? Write a paragraph with evidence.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Cameroon as a whole is closer to underpopulation (rich resources, 59 people/km²), but some areas such as the Mandara Mountains and the Western Highlands show signs of overpopulation (land shortage, erosion, migration).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explain Malthus's theory. Number 2: explain Boserup's theory. Number 3: evaluate both theories with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Population can overshoot carrying capacity. Technology can raise food production.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An economist says that population growth will lead to famine. A farmer in the Mandara Mountains says that when land became scarce, his ancestors built terraces and produced more food.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They disagree on whether population growth is good or bad.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Whose idea is the economist's?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Malthus's pessimistic theory.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Whose idea is the farmer's?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Boserup's optimistic theory.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evaluate theories of population and resources and apply them to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debate whether population growth is a problem or a driver of progress.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malthus: population outgrows food.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According to Malthus, how do population and food grow?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Population grows geometrically (1, 2, 4, 8); food grows arithmetically (1, 2, 3,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drought and failed crops.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are Malthus's positive checks?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Famine, war and disease that raise deaths.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boserup: pressure leads to new methods.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According to Boserup, what does population pressure cause?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Farmers invent new methods to produce more food.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terraces on steep slopes.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do terraces support Boserup's theory?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Pressure on land led farmers to farm slopes intensively.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high-yield rice fields.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does the Green Revolution challenge Malthus?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New seeds and irrigation raised food faster than population.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General Views on Population and Resources. There are two main views. On this slide we have Pessimistic view.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General Views on Population and Resources. On this slide we have Optimistic view.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Malthus's Theory (1798). Thomas Malthus stated that. On this slide we have Main idea.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Malthus's Theory (1798). On this slide we have Checks and Strengths and weaknesses.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malthus's theory.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Boserup's Theory (1965). Ester Boserup stated that. On this slide we have Main idea.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Boserup's Theory (1965). On this slide we have Examples.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Boserup's Theory (1965). On this slide we have Strengths and weaknesses.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boserup's theory.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Compare the views of Malthus and Boserup.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malthus: population outgrows food and causes crises. Boserup: pressure leads to new methods and more food.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one weakness of Malthus's theory.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he did not foresee technology and trade that increased food.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arithmetically; number 2, positive; number 3, innovation (intensification).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Write a debate: "Population growth is a problem for Cameroon." Give two arguments for and two against.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Further Study 1: Population Change in Cameroon.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18: THEORIES OF POPULATION AND RESOURCES: MALTHUS AND BOSERUP</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18</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Theories of Population and Resources: Malthus and Boserup</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4: Understanding and managing population dynamics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Population Growth and Resources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Theories of Population Growth and Resources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18: Theories of Population and Resources: Malthus and Boserup</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Malthus, geometric growth, arithmetic growth, positive checks, preventive checks, Boserup, agricultural intensification.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General views; Malthus's and Boserup's theories; their views on growth and development; strengths and weaknesses.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compare the theories of Malthus and Boserup and apply them today.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17: Overpopulation, Underpopulation and Optimum Population):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Is Cameroon over-, under- or optimally populated? Write a paragraph with evidence.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Cameroon as a whole is closer to underpopulation (rich resources, 59 people/km²), but some areas such as the Mandara Mountains and the Western Highlands show signs of overpopulation (land shortage, erosion, migration).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Malthus's theory.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Boserup's theory.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Evaluate both theories with examples.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Population can overshoot carrying capacity.</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Technology can raise food production.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 economist says that population growth will lead to famine. A farmer in the Mandara Mountains says that when land became scarce, his ancestors built terraces and produced more food.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disagree on whether population growth is good or bad.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Whose idea is the economist's?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Malthus's pessimistic theory.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Whose idea is the farmer's?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Boserup's optimistic theory.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Evaluate theories of population and resources and apply them to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debate whether population growth is a problem or a driver of progress.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MALTHUS'S THEORY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malthus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Malthus: population outgrows food.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MALTHUS'S THEORY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According to Malthus, how do population and food grow?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MALTHUS'S THEORY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Population grows geometrically (1, 2, 4, 8); food grows arithmetically (1, 2, 3, 4).</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MALTHUS'S THEORY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drough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Drought and failed crops.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MALTHUS'S THEORY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are Malthus's positive checks?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MALTHUS'S THEORY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Famine, war and disease that raise deaths.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BOSERUP'S THEORY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boserup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Boserup: pressure leads to new methods.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BOSERUP'S THEORY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According to Boserup, what does population pressure cause?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BOSERUP'S THEORY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Farmers invent new methods to produce more food.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BOSERUP'S THEORY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4_terrace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Terraces on steep slopes.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BOSERUP'S THEORY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terraces support Boserup's theory?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BOSERUP'S THEORY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Pressure on land led farmers to farm slopes intensively.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STRENGTHS AND WEAKNESSES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4_ricefiel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High-yield rice fields.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STRENGTHS AND WEAKNESSES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the Green Revolution challenge Malthus?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STRENGTHS AND WEAKNESSES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New seeds and irrigation raised food faster than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Population Growth and Resources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Theories of Population Growth and Resources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18: Theories of Population and Resources: Malthus and Boserup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General Views on Population and Resources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There are two main views: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Pessimistic view: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Population growth is a threat because resources are limited. Growth leads to famine and poverty.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General Views on Population and Resources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Optimistic view: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Population growth stimulates technology and development. People are a resource that creates new solutions.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Malthus's Theory (1798)</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Thomas Malthus stated that: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Main idea: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Population grows geometrically (1, 2, 4, 8…) while food grows arithmetically (1, 2, 3, 4…). Population will therefore outgrow food.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Malthus's Theory (1798)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Checks: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Positive checks (famine, disease, war) raise deaths. Preventive checks (late marriage, abstinence) lower births.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Strengths and weaknesses: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Famines in the Sahel and Ethiopia seem to support him. But he underestimated technology, trade and the fall in birth rates.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Malthus's Theory (1798)</a:t>
            </a:r>
            <a:endParaRPr lang="en-US" sz="3600" dirty="0"/>
          </a:p>
        </p:txBody>
      </p:sp>
      <p:pic>
        <p:nvPicPr>
          <p:cNvPr id="4" name="Image 0" descr="/home/claude/f4/img/v2/malthus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Malthus's theory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Boserup's Theory (1965)</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Ester Boserup stated that: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Main idea: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"Necessity is the mother of invention": population pressure forces people to intensify farming. Fallow is shortened and new techniques are adopted.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Boserup's Theory (1965)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Examples: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Terraces in the Mandara Mountains and irrigation in Asia increased food production. The Green Revolution supports her view.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Boserup's Theory (1965)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Strengths and weaknesses: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explains intensification in crowded areas. But it ignores environmental limits and societies that cannot innovate fast enough.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Boserup's Theory (1965)</a:t>
            </a:r>
            <a:endParaRPr lang="en-US" sz="3600" dirty="0"/>
          </a:p>
        </p:txBody>
      </p:sp>
      <p:pic>
        <p:nvPicPr>
          <p:cNvPr id="4" name="Image 0" descr="/home/claude/f4/img/v2/boserup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Boserup's theory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Compare the views of Malthus and Boserup.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Malthus: population outgrows food and causes crises. Boserup: pressure leads to new methods and more food.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weakness of Malthus's theory.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 did not foresee technology and trade that increased food.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Malthus said food grows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Famine and war are Malthus's ______ checks.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Boserup said pressure leads to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Write a debate: "Population growth is a problem for Cameroon." Give two arguments for and two against.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Further Study 1: Population Change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Theory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théorie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Famine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famine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Check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frein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Innovation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L'innovation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Intensification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L'intensification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Pessimist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Pessimiste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Population Growth and Resources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18: Theories of Population and Resources: Malthus and Boserup</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Malthus's theory. Explain Boserup's theory. Evaluate both theories with examples.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compare the theories of Malthus and Boserup and apply them today.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General Views on Population and Resources; Malthus's Theory (1798); Boserup's Theory (1965).</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Write a debate: "Population growth is a problem for Cameroon." Give two arguments for and two against.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write the two series.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list preventive checks too.</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the staircase.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mention the Mandara terraces.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food production today.</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4 (Population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“Imagine a world without trees” by aloshbennett, CC BY 2.0, via Flickr (https://www.flickr.com/photos/13203757@N00/3480223314)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“Terraced Hillside” by AdamCohn, CC BY-NC-ND 2.0, via Flickr (https://www.flickr.com/photos/96142515@N00/6311042523)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“A woman harvesting rice, Barotse floodplain, Zambia. Photo by Georgina” by WorldFish, CC BY-NC-ND 2.0, via Flickr (https://www.flickr.com/photos/61545321@N06/7848727138)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2026-09-27T10:08:08Z</dcterms:created>
  <dcterms:modified xsi:type="dcterms:W3CDTF">2026-09-27T10:08:08Z</dcterms:modified>
</cp:coreProperties>
</file>