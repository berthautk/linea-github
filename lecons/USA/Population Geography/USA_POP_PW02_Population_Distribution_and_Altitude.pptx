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Population Distribution and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altitude, altitude zone, population percentage, tropical highlands, temperate lowlands. At the end, you should be able to do this: learners are able to read and explain graphs of population by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Spatial Population Distribution and its Factors. The question was: Explain why the Far North plains are crowded while the East Region is sparse.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Far North plains are crowded because of fertile black soils, flat land, old settlement history and refuge in the Mandara Mountains. The East is sparse because of dense forest, poor soils, disease and poor roads.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read a graph of population by altitude. Number 2: compare tropical and temperate patterns. Number 3: explain the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with altitude. Cool highlands in the tropics can be crowded.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graph in the textbook shows that in Europe most people live below 500 m, but in Bolivia and Ethiopia many people live above 2,000 m. Learners must explain this difference.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must explain two different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Europeans mostly live?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lowlands below 500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many tropical people live high up?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highlands are cooler, healthier and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interpret graphs of population and altitude to explain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graphs and link population to relief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by altitude in temperate and tropical lands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altitude zone has the most people in tropical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1,000–2,000 m zone (about 32 %).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high, cold mountains.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population fall quickly with height in temperate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areas are cold, snowy and have poor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 Paz, Bolivia, a large city at about 3,600 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many people live high in the Andes?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lowlands are hot and unhealthy; the high plateaus are cooler and have mines and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altitude and density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Bamenda and Dschang densely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cool, fertile and healthy highlands.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farms on cool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reasons for the tropical pattern.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Cooler climate with fewer diseases, and fertile volcanic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Altitudinal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Analysis of the Graph. The graph of population and altitude shows two patterns. On this slide we have Temperate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Analysis of the Graph. On this slide we have Tropical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and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Explanation. The differences are explained as follows. On this slide we have Why highlands attract people in the tropics.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On this slide we have Why highlands repel people in temperate lands.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altitude and density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tropical pattern of population with altitude.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people live at 1,000–3,000 m; highlands are crowded.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lowlands preferred in temperate lands?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warmer, fertile and easy to use for transport and industry.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500; number 2, Andes; number 3, healthier.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bar graph of population by altitude from the table and write three sentences about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Modifications of Population Distribution.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POPULATION DISTRIBUTION AND ALTITUDE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 Population Distribution and Altitude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Distribution and Altitude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Population Distribution and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Altitude, altitude zone, population percentage, tropical highlands, temperate lowlands.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Analyse, interpret and explain graphs showing the variation of population with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explain graphs of population by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Spatial Population Distribution and its Factors):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Far North plains are crowded while the East Region is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 North plains are crowded because of fertile black soils, flat land, old settlement history and refuge in the Mandara Mountains. The East is sparse because of dense forest, poor soils, disease and poor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 graph of population by altitude.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tropical and temperate patterns.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altitude.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Cool highlands in the tropics can be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graph in the textbook shows that in Europe most people live below 500 m, but in Bolivia and Ethiopia many people live above 2,000 m. Learners must explain this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must explain two different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Europeans mostly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lowlands below 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tropical people live high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highlands are cooler, healthier and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Interpret graphs of population and altitude to explain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graphs and link population to relief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THE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ltitude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by altitude in temperate and tropical lands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THE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altitude zone has the most people in tropical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THE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1,000–2,000 m zone (about 32 %).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TEMPERATE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himalay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cold mountains.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TEMPERATE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population fall quickly with height in temperate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TEMPERATE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areas are cold, snowy and have poor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lapa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 Paz, Bolivia, a large city at about 3,600 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people live high in the Andes?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lowlands are hot and unhealthy; the high plateaus are cooler and have mines and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altitude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Altitude and density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Bamenda and Dschang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 fertile and healthy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on cool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the tropical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Cooler climate with fewer diseases, and fertile volcanic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Distribution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Altitudinal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distribution of population according to height above sea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Analysis of the 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graph of population and altitude shows two patterns: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decreases quickly with altitude; most people live below 500 m. High mountains such as the Alps are cold and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Analysis of the 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live at medium altitudes (1,000–2,500 m). Cities such as La Paz, Addis Ababa and Bamenda are in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Analysis of the Graph</a:t>
            </a:r>
            <a:endParaRPr lang="en-US" sz="3600" dirty="0"/>
          </a:p>
        </p:txBody>
      </p:sp>
      <p:pic>
        <p:nvPicPr>
          <p:cNvPr id="4" name="Image 0" descr="/home/claude/f4/img/v2/altitude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and altitude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differences are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highlands attract people in the tropics: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are cooler, healthier (less malaria) and have fertile volcanic soils. The lowlands are hot, humid and full of disease.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highlands repel people in temperate 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altitude and highlands become too cold for crops. Lowlands are warmer and easier for farming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a:t>
            </a:r>
            <a:endParaRPr lang="en-US" sz="3600" dirty="0"/>
          </a:p>
        </p:txBody>
      </p:sp>
      <p:pic>
        <p:nvPicPr>
          <p:cNvPr id="4" name="Image 0" descr="/home/claude/f4/img/v2/altitude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altitude and density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tropical pattern of population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live at 1,000–3,000 m; highlands are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lowlands preferred in temperate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warmer, fertile and easy to use for transport and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Europe most people live below ______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 Paz lies in the ______ Mountains.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Highlands in the tropics are cooler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bar graph of population by altitude from the table and write three sentences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Modifications of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haut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Malaria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paludisme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Population Distribution and Altitude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Read a graph of population by altitude. Compare tropical and temperate patterns. Explain the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explain graphs of population by altitude.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Analysis of the Graph; Explanation.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bar graph of population by altitude from the table and write three sentences about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bars one by 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the Alps and the plains.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La Paz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reasons.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“View of the Himalaya Mountain Range” by NASA Johnson, CC BY-NC 2.0, via nasa (https://www.flickr.com/photos/29988733@N04/10678470543)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 Paz” by cliff.hellis, CC BY-NC-ND 2.0, via Flickr (https://www.flickr.com/photos/30099537@N02/6348597083)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2026-09-27T09:41:48Z</dcterms:created>
  <dcterms:modified xsi:type="dcterms:W3CDTF">2026-09-27T09:41:48Z</dcterms:modified>
</cp:coreProperties>
</file>