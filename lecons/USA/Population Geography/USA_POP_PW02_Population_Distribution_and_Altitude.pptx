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Distribution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altitude, altitude zone, population percentage, tropical highlands, temperate lowlands. At the end, you should be able to do this: learners are able to read and explain graphs of population by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Spatial Population Distribution and its Factors. The question was: Explain why the Far North plains are crowded while the East Region is sparse.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Far North plains are crowded because of fertile black soils, flat land, old settlement history and refuge in the Mandara Mountains. The East is sparse because of dense forest, poor soils, disease and poor roads.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read a graph of population by altitude. Number 2: compare tropical and temperate patterns. Number 3: explain the differences.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falls with altitude. Cool highlands in the tropics can be crowded.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graph in the textbook shows that in Europe most people live below 500 m, but in Bolivia and Ethiopia many people live above 2,000 m. Learners must explain this difference.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explain two different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Europeans mostly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On lowlands below 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many tropical people live high up?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highlands are cooler, healthier and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interpret graphs of population and altitude to explain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read graphs and link population to relief and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by altitude in temperate and tropical lands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altitude zone has the most people in tropical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1,000–2,000 m zone (about 32 %).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cold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population fall quickly with height in temperate lands?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High areas are cold, snowy and have poor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la Paz, Bolivia, a large city at about 3,600 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many people live high in the Andes?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lowlands are hot and unhealthy; the high plateaus are cooler and have mines and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altitude and density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Bamenda and Dschang densely populated?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are cool, fertile and healthy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farms on cool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reasons for the tropical pattern.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Cooler climate with fewer diseases, and fertile volcanic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Altitudinal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Analysis of the Graph. The graph of population and altitude shows two patterns. On this slide we have Temperate pattern.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Analysis of the Graph. On this slide we have Tropical pattern.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and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Explanation. The differences are explained as follows. On this slide we have Why highlands attract people in the tropics.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Explanation. On this slide we have Why highlands repel people in temperate 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altitude and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tropical pattern of population with altitude.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many people live at 1,000–3,000 m; highlands are crowded.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lowlands preferred in temperate 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are warmer, fertile and easy to use for transport and industry.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500; number 2, Andes; number 3, healthier.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bar graph of population by altitude from the table and write three sentences about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Modifications of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DISTRIBUTION AND ALTITUDE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Altitude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Distribution and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Altitude, altitude zone, population percentage, tropical highlands, temperate lowlands.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Analyse, interpret and explain graphs showing the variation of population with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and explain graphs of population by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Spatial Population Distribution and its Factors):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the Far North plains are crowded while the East Region is sparse.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 North plains are crowded because of fertile black soils, flat land, old settlement history and refuge in the Mandara Mountains. The East is sparse because of dense forest, poor soils, disease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 graph of population by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tropical and temperate patterns.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Cool highlands in the tropics can be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graph in the textbook shows that in Europe most people live below 500 m, but in Bolivia and Ethiopia many people live above 2,000 m. Learners must explain this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explain two different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Europeans mostly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lowlands below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tropical people live high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highlands are cooler, healthier and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graphs of population and altitude to explain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read graphs and link population to relief and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altitude in temperate and tropical lands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altitude zone has the most people in tropical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READING THE 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1,000–2,000 m zone (about 32 %).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cold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population fall quickly with height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TEMPERATE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areas are cold, snowy and have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 Bolivia, a large city at about 3,600 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high in the Andes?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lowlands are hot and unhealthy; the high plateaus are cooler and have mines and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Altitude and density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Bamenda and Dschang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TROPICAL PATTERN: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fertile and healthy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Farms on cool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the tropical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EXPLANATION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Cooler climate with fewer diseases, and fertile volcanic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Altitudinal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distribution of population according to height above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graph of population and altitude shows two patterns: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Population decreases quickly with altitude; most people live below 500 m. High mountains such as the Alps are cold and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Tropical pattern: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at medium altitudes (1,000–2,500 m). Cities such as La Paz, Addis Ababa and Bamenda are in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Analysis of the Graph</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and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differences are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highlands attract people in the tropics: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Highlands are cooler, healthier (less malaria) and have fertile volcanic soils. The lowlands are hot, humid and full of disease.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Why highlands repel people in temperate 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and highlands become too cold for crops. Lowlands are warmer and easier for farming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Explanation</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altitude and density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tropical pattern of population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people live at 1,000–3,000 m; highlands are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lowlands preferred in temperate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warmer, fertile and easy to use for transport and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Europe most people live below ______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 Paz lies in the ______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Highlands in the tropics are cooler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bar graph of population by altitude from the table and write three sentences about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haut plateau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Malaria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paludisme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Distribution and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a graph of population by altitude. Compare tropical and temperate patterns. Explain the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and explain graphs of population by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Analysis of the Graph; Explanation.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bar graph of population by altitude from the table and write three sentences about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bars one by one.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the Alps and the plains.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La Paz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with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reasons.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2026-09-27T10:08:05Z</dcterms:created>
  <dcterms:modified xsi:type="dcterms:W3CDTF">2026-09-27T10:08:05Z</dcterms:modified>
</cp:coreProperties>
</file>