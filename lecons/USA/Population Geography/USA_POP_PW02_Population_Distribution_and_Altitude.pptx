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Practical Work 2: Population Distribution and Altitude.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read the bars one by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the Alps and the plains.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find La Paz on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Douala.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write the reasons.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500 2. Andes 3. healthier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POPULATION GEOGRAPHY  —  PRACTICAL WORK 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Distribution and Altitude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4: Understanding and managing population dynamics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Numbers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Density and Distribution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Work 2: Population Distribution and Altitude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Altitude, altitude zone, population percentage, tropical highlands, temperate lowlands.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Analyse, interpret and explain graphs showing the variation of population with altitude.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read and explain graphs of population by altitude.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graph of population by altitude.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tropical and temperate patterns.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falls with altitude.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highlands in the tropics can be crowded.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graph in the textbook shows that in Europe most people live below 500 m, but in Bolivia and Ethiopia many people live above 2,000 m. Learners must explain this difference.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Learners must explain two different patterns.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 Europeans mostly live?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lowlands below 500 m.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many tropical people live high up?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highlands are cooler, healthier and fertile.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practical work helps us to read graphs and link population to relief and climate.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READING THE GRAPH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altitude_pop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Population by altitude in temperate and tropical lands (approximate).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READING THE GRAPH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altitude zone has the most people in tropical lands?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READING THE GRAPH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1,000–2,000 m zone (about 32 %).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TEMPERATE PATTERN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lsa_himalay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High, cold mountains.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TEMPERATE PATTERN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does population fall quickly with height in temperate lands?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TEMPERATE PATTERN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areas are cold, snowy and have poor soils.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TROPICAL PATTERN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usa_lapaz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Paz, Bolivia, a large city at about 3,600 m.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TROPICAL PATTERN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many people live high in the Andes?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TROPICAL PATTERN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lowlands are hot and unhealthy; the high plateaus are cooler and have mines and farms.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CAMEROON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altitude_tabl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Altitude and density in Cameroon.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CAMEROON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Bamenda and Dschang densely populated?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CAMEROON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cool, fertile and healthy highlands.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EXPLANATION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tea_highlan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994" y="1691640"/>
            <a:ext cx="1027696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Farms on cool highlands.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EXPLANATION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reasons for the tropical pattern.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EXPLANATION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Cooler climate with fewer diseases, and fertile volcanic soils.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Population Distribution and Altitude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Population Numbers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Population Density and Distribution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Practical Work 2: Population Distribution and Altitude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Altitude zone: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band of land between two heights.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Percentage of population: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share of the people living in each zone.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Reading the Graphs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Temperate pattern: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people live below 500 m, and numbers fall with height. High mountains are almost empty.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Tropical pattern: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people live between 1,000 and 3,000 m. Highlands like the Andes and Ethiopia are crowded.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Explanation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Temperate lands: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Lowlands are warm, fertile and easy for transport and industry. Highlands are cold and have short growing seasons.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Tropical lands: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 lowlands have heat, humidity and diseases like malaria. Highlands are cooler, healthier and often fertile.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Explanation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Cameroon: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Western Highlands are densely populated for these reasons. Very high areas like the top of Mount Cameroon remain empty.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tropical pattern of population with altitude.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people live at 1,000–3,000 m; highlands are crowded.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lowlands preferred in temperate lands?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warmer, fertile and easy to use for transport and industry.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Europe most people live below ______ m.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 Paz lies in the ______ Mountains.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Highlands in the tropics are cooler and ______.</a:t>
            </a:r>
            <a:endParaRPr lang="en-US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a bar graph of population by altitude from the table and write three sentences about it.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4: Modifications of Population Distribution.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Altitude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L'altitude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graphique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haut plateau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Lowland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plaine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Malaria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paludisme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part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Numbers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Practical Work 2: Population Distribution and Altitude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 graph of population by altitude. Compare tropical and temperate patterns. Explain the differences.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read and explain graphs of population by altitude.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Altitude zone, Percentage of population; II. Reading the Graphs: Temperate pattern, Tropical pattern; III. Explanation: Temperate lands, Tropical lands, Cameroon.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a bar graph of population by altitude from the table and write three sentences about it.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4 (Population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“View of the Himalaya Mountain Range” by NASA Johnson, CC BY-NC 2.0, via nasa (https://www.flickr.com/photos/29988733@N04/10678470543)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“La Paz” by cliff.hellis, CC BY-NC-ND 2.0, via Flickr (https://www.flickr.com/photos/30099537@N02/6348597083)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“Carlo in the tea” by luigig, CC BY 2.0, via Flickr (https://www.flickr.com/photos/51035803402@N01/3175986747)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2026-09-26T18:49:33Z</dcterms:created>
  <dcterms:modified xsi:type="dcterms:W3CDTF">2026-09-26T18:49:33Z</dcterms:modified>
</cp:coreProperties>
</file>