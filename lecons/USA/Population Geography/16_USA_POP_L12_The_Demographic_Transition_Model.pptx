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The Demographic Transition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Population Growth. The key notions we shall use today are: demographic transition model (DTM), high stationary, early expanding, late expanding, low stationary, declining, Rostow, natural increase. At the end, you should be able to do this: learners are able to describe the stages of the demographic transition model, appraise it and apply it to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The Modern Demographic Explosion and Population Policies. The question was: Name the five stages of the demographic transition model.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High stationary, early expanding, late expanding, low stationary and declining.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the demographic transition model. Number 2: describe the characteristics of its five stages. Number 3: link the stages with Rostow's stages of economic growth. Number 4: appraise the strengths and weaknesses of the model. Number 5: apply the model to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Death rates fell before birth rates. Japan has negative growth. Cameroon has high births and falling deaths.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Maman Zara, an elder of the Mourgou quarter of Garoua, remembers that in her childhood families had eight to ten children because many died young. Her own children have three or four children each, and almost all her grandchildren are healthy and go to school. The village now has a health post and boreholes. Her grandson asks: "Is there a model that explains these changes in births and deaths, and what will happen to the population of Cameroon in the future?"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grandson does not know the model that explains the change in births and deaths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changed between the childhood of Maman Zara and today?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Deaths fell first, then births began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caused these changes?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Health posts, clean water and schooling.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demographic transition model to explain and forecast the population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development changes population growth and to predict the future of Cameroon's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demographic transition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line falls first on the graph: births or deaths?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death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stages and examples.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stage are Japan and Germany?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5 (declining).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rostow's stages of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stage of Rostow matches Stage 4 of the DTM?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age of high mass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population policy.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China's one-child policy a problem for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model does not take government policies into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birth and death rates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population of Cameroon still growing fast?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birth rate is still much higher than the death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Demographic transition model (DTM) and Natural increase.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Rostow's model.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Model. The demographic transition model is explained as follows. Copy the point on Origin on the left, then draw the diagram on the right: the demographic transition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the Model. Copy the point on Principle: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Link with Rostow's model on the left, then draw the diagram on the right: rostow's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Stages 1 and 2. The first two stages have the following characteristics. Copy the point on Stage 1, high stationary: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Stage 2, early expanding on the left, then draw the diagram on the right: countries at each stage.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Stages 3, 4 and 5. The last three stages have the following characteristics. Copy the point on Stage 3, late expanding: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Stages 3, 4 and 5. Copy the point on Stage 4, low stationary: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Stages 3, 4 and 5. Copy the point on Stage 5, declining: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Strengths. The model has the following strengths. Copy the point on A simple framework: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Copy the point on The role of development: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Weaknesses. The model has the following weaknesses. Copy the point on It is Eurocentric: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It ignores other causes on the left, then draw the diagram on the right: the one-child policy.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Weaknesses. Copy the point on Time scales and stage 5: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to Cameroon. The model applies to Cameroon as follows. Copy the point on Current stage on the left, then draw the diagram on the right: birth and death rates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to Cameroon. Copy the point on A high birth rate: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to Cameroon. Copy the point on A low death rate and rapid growth: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to Cameroon. Copy the point on Future: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Stage 2 of the demographic transition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death rates fall quickly while birth rates remain high, so the population grows very fast.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weaknesses of the demographic transition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Eurocentric; it ignores wars, epidemics, migration and policies; countries move at different speeds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high; number 2, 5; number 3,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migration.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Migration: Characteristics, Laws and Models.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THE DEMOGRAPHIC TRANSITION MODEL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Demographic Transition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The Demographic Transition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Demographic transition model (DTM), high stationary, early expanding, late expanding, low stationary, declining, Rostow, natural increase.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the DTM; its five stages with their demographic and socio-economic characteristics and examples; link with Rostow; appraisal; application to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stages of the demographic transition model, appraise it and apply it to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The Modern Demographic Explosion and Population Policies):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five stages of the demographic transition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stationary, early expanding, late expanding, low stationary and declining.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demographic transition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its five stages.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Link the stages with Rostow's stages of economic growth.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Appraise the strengths and weaknesses of the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the model to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Death rates fell before birth rates.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Japan has negative growth.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high births and falling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Maman Zara, an elder of the Mourgou quarter of Garoua, remembers that in her childhood families had eight to ten children because many died young.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 own children have three or four children each, and almost all her grandchildren are healthy and go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now has a health post and boreholes.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 grandson asks: "Is there a model that explains these changes in births and deaths, and what will happen to the population of Cameroon in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grandson does not know the model that explains the change in births and deaths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changed between the childhood of Maman Zara and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Deaths fell first, then births began to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caused these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Health posts, clean water and schooling.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demographic transition model to explain and forecast the population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development changes population growth and to predict the future of Cameroon's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tm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demographic transition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line falls first on the graph: births or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death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tm_countr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stages and examples.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stage are Japan and Germany?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5 (declining).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ost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Rostow's stages of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stage of Rostow matches Stage 4 of the DTM?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age of high mass consumption.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APPRAISAL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nechi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population policy.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APPRAISAL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China's one-child policy a problem for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APPRAISAL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model does not take government policies into account.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Birth and death rates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population of Cameroon still growing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is still much higher than the death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Demographic Transition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transition model (DTM):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model showing how birth rates, death rates and population change as a country develops.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increase: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gap between the birth rate and the death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Rostow's model: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model of five stages of economic growth, from traditional society to high mass consumption.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Model</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demographic transition model is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model is based on the history of Western Europe and North America during industrialisation. It was proposed by Warren Thompson in 1929 and developed by Frank Notestein.</a:t>
            </a:r>
            <a:endParaRPr lang="en-US" sz="3200" dirty="0"/>
          </a:p>
        </p:txBody>
      </p:sp>
      <p:pic>
        <p:nvPicPr>
          <p:cNvPr id="5" name="Image 0" descr="/home/claude/f4/img/v2/dtm_big.png">    </p:cNvPr>
          <p:cNvPicPr>
            <a:picLocks noChangeAspect="1"/>
          </p:cNvPicPr>
          <p:nvPr/>
        </p:nvPicPr>
        <p:blipFill>
          <a:blip r:embed="rId1"/>
          <a:stretch>
            <a:fillRect/>
          </a:stretch>
        </p:blipFill>
        <p:spPr>
          <a:xfrm>
            <a:off x="6537960" y="2678713"/>
            <a:ext cx="5470855" cy="2478981"/>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demographic transition model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Model</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a country develops, death rates fall first and birth rates fall later. Population growth therefore rises and then slows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Model</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Link with Rostow's model: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five demographic stages can be linked with the five stages of economic growth of Rostow. Each fall in birth or death rates goes with a change in the economy and society.</a:t>
            </a:r>
            <a:endParaRPr lang="en-US" sz="3600" dirty="0"/>
          </a:p>
        </p:txBody>
      </p:sp>
      <p:pic>
        <p:nvPicPr>
          <p:cNvPr id="5" name="Image 0" descr="/home/claude/f4/img/v2/rostow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Rostow's model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Stages of the Model</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Stages 1 and 2</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first two stages have the following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Stage 1, high stationary: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Birth and death rates are both very high (35 to 45 per 1,000), so growth is slow and irregular. It is a traditional farming society with famine, disease and high infant mortality, like Rostow's traditional society, and only isolated groups remain in it today.</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Stages of the Model</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Stages 1 and 2</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Stage 2, early expanding: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Death rates fall quickly because health, food supply and sanitation improve, while birth rates stay high. The population grows very fast as industry and towns begin, like Rostow's pre-conditions and take-off, as in Niger and Chad.</a:t>
            </a:r>
            <a:endParaRPr lang="en-US" sz="3000" dirty="0"/>
          </a:p>
        </p:txBody>
      </p:sp>
      <p:pic>
        <p:nvPicPr>
          <p:cNvPr id="6" name="Image 0" descr="/home/claude/f4/img/v2/dtm_countrie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countries at each stage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Stages of the Model</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Stages 3, 4 and 5</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last three stages have the following characteristics: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Stage 3, late expanding: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Birth rates fall quickly and death rates slowly, so growth is still strong but slows down, as in India and Brazil. Towns and industry grow and women gain education and contraception, like Rostow's drive to maturity.</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Stages of the Model</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Stages 3, 4 and 5</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4, low stationary: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and death rates are both low, so growth is very slow or zero, as in the USA and France. It corresponds to Rostow's age of high mass consumption.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Stages of the Model</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Stages 3, 4 and 5</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5, declining: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rates fall below death rates, so the population declines and ages. Japan, Germany and Italy are in this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Appraisal of the Model</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Strengths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has the following strengths: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simple framework: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a simple way to understand how population changes with development. It is easy to apply to most countries and to compare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Appraisal of the Model</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Strengths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role of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importance of social and economic factors, such as health, education and urbanisation. It helps to predict how the population of a country will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Appraisal of the Model</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Weaknesses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has the following weaknesses: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It is Eurocentric: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based on the history of Western countries. In Africa, deaths fell because of imported medicine, not because of industrialisation, so the stages do not happen in the same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Appraisal of the Model</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Weaknesses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It ignores other causes: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does not include wars, epidemics such as HIV/AIDS, migration or policies such as China's one-child policy. These can change population very quickly.</a:t>
            </a:r>
            <a:endParaRPr lang="en-US" sz="3600" dirty="0"/>
          </a:p>
        </p:txBody>
      </p:sp>
      <p:pic>
        <p:nvPicPr>
          <p:cNvPr id="6" name="Image 0" descr="/home/claude/f4/img/v2/usa_onechild.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one-child policy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Appraisal of the Model</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Weaknesses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scales and stage 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pass through the stages at very different speeds, much faster today than Europe did. The original model had only four stages, and the fifth was added when some countries began to decline.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Application to Cameroon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model applies to Cameroon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Current stage: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Cameroon is at the end of stage 2 and entering stage 3. Its death rate has fallen a lot, and its birth rate is beginning to fall.</a:t>
            </a:r>
            <a:endParaRPr lang="en-US" sz="3600" dirty="0"/>
          </a:p>
        </p:txBody>
      </p:sp>
      <p:pic>
        <p:nvPicPr>
          <p:cNvPr id="5" name="Image 0" descr="/home/claude/f4/img/v2/cmr_rates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birth and death rates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Application to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high birth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is still about 35 per 1,000, because of traditions, early marriage and limited family planning. It is falling slowly in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Application to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low death rate and rapid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death rate is now about 8 per 1,000 thanks to vaccination, health posts and boreholes. The gap between births and deaths gives a growth of about 2.6 %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Application to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more education for girls and better health care, births should fall further. Growth should then slow down as Cameroon moves through stage 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 2 of the demographic transition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Death rates fall quickly while birth rates remain high, so the population grows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weaknesses of the demographic transition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Eurocentric; it ignores wars, epidemics, migration and policies; countries move at different speeds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Stage 1, birth and death rates are both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is in Stage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entering Stage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Migration: Characteristics, Laws and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Demographic transition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transition démographique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natalité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Death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mortalité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Natural increase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L'accroissement naturel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Socio-economic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Socio-économique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The Demographic Transition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demographic transition model. Describe the characteristics of its five stages. Link the stages with Rostow's stages of economic growth. Appraise the strengths and weaknesses of the model. Apply the model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stages of the demographic transition model, appraise it and apply it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the Model; Stages 1 and 2; Stages 3, 4 and 5; Strengths; Weaknesses; Application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lines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stages in a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staircase.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one weakness.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Cameroon's rates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“propaganda posters, one child policy” by kattebelletje, CC BY-NC 2.0, via Flickr (https://www.flickr.com/photos/97249369@N00/3349125321)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2026-09-29T12:18:47Z</dcterms:created>
  <dcterms:modified xsi:type="dcterms:W3CDTF">2026-09-29T12:18:47Z</dcterms:modified>
</cp:coreProperties>
</file>