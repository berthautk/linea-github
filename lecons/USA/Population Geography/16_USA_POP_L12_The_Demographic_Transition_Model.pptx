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The Demographic Transition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demographic transition model (DTM), high stationary, early expanding, late expanding, low stationary, declining, Rostow, natural increase. At the end, you should be able to do this: learners are able to describe the stages of the demographic transition model, appraise it and apply it to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The Modern Demographic Explosion and Population Policies. The question was: Name the five stages of the demographic transition model.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High stationary, early expanding, late expanding, low stationary and declining.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the demographic transition model. Number 2: describe the characteristics of its five stages. Number 3: link the stages with Rostow's stages of economic growth. Number 4: appraise the strengths and weaknesses of the model. Number 5: apply the model to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Death rates fell before birth rates. Japan has negative growth. Cameroon has high births and falling deaths.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Maman Zara, an elder of the Mourgou quarter of Garoua, remembers that in her childhood families had eight to ten children because many died young. Her own children have three or four children each, and almost all her grandchildren are healthy and go to school. The village now has a health post and boreholes. Her grandson asks: "Is there a model that explains these changes in births and deaths, and what will happen to the population of Cameroon in the future?"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grandson does not know the model that explains the change in births and deaths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changed between the childhood of Maman Zara and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Deaths fell first, then births began to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caused these changes?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Health posts, clean water and schooling.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demographic transition model to explain and forecast the population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development changes population growth and to predict the future of Cameroon's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demographic transition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line falls first on the graph: births or deaths?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death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stages and examples.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stage are Japan and Germany?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Stage 5 (declining).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rostow's stages of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stage of Rostow matches Stage 4 of the DTM?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age of high mass consumption.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population policy.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China's one-child policy a problem for the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model does not take government policies into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birth and death rates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population of Cameroon still growing fast?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birth rate is still much higher than the death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Demographic transition model (DTM) and Natural increase.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Rostow's model.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Model. The demographic transition model is presented as follows. Copy the point on Origin on the left, then draw the diagram on the right: the demographic transition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the Model. On this slide we have Principle.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Five stages on the left, then draw the diagram on the right: rostow's stages.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Stages 1 and 2. The first two stages have the following characteristics. On this slide we have Stage 1 (high stationary).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1 and 2. On this slide we have Society in Stage 1.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Stage 2 (early expanding) on the left, then draw the diagram on the right: stages and examples.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1 and 2. On this slide we have Society in Stage 2.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Stages 3, 4 and 5. The last three stages have the following characteristics. On this slide we have Stage 3 (late expanding).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3, 4 and 5. On this slide we have Society in Stage 3.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3, 4 and 5. On this slide we have Stage 4 (low stationary).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3, 4 and 5. On this slide we have Stage 5 (declining).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Appraisal of the Model. The strengths and weaknesses of the model are the following. On this slide we have Strengths.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Appraisal of the Model. On this slide we have Eurocentric.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Ignores other causes on the left, then draw the diagram on the right: a population policy.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Appraisal of the Model. On this slide we have Time scales and Stage 5 added later.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Application to Cameroon. The model applies to Cameroon as follows. Copy the point on Current stage on the left, then draw the diagram on the right: rates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Application to Cameroon. On this slide we have High birth rate and Falling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Application to Cameroon. On this slide we have Rapid growth and Future.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Stage 2 of the demographic transition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death rates fall quickly while birth rates remain high, so the population grows very fast.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weaknesses of the demographic transition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Eurocentric; it ignores wars, epidemics, migration and policies; countries move at different speeds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high; number 2, 5; number 3,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migration.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Migration: Characteristics, Laws and Models.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THE DEMOGRAPHIC TRANSITION MODEL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Demographic Transition Model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The Demographic Transition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transition model (DTM), high stationary, early expanding, late expanding, low stationary, declining, Rostow, natural increase.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the DTM; its five stages with their demographic and socio-economic characteristics and examples; link with Rostow; appraisal; application to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stages of the demographic transition model, appraise it and apply it to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The Modern Demographic Explosion and Population Policies):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five stages of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stationary, early expanding, late expanding, low stationary and declining.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demographic transition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its five stages.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Link the stages with Rostow's stages of economic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Appraise the strengths and weaknesses of the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Apply the model to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Death rates fell before birth rates.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Japan has negative growth.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high births and falling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Maman Zara, an elder of the Mourgou quarter of Garoua, remembers that in her childhood families had eight to ten children because many died young.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own children have three or four children each, and almost all her grandchildren are healthy and go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village now has a health post and boreholes.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grandson asks: "Is there a model that explains these changes in births and deaths, and what will happen to the population of Cameroon in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grandson does not know the model that explains the change in births and deaths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changed between the childhood of Maman Zara and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Deaths fell first, then births began to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caused these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Health posts, clean water and schooling.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demographic transition model to explain and forecast the population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development changes population growth and to predict the future of Cameroon's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t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demographic transition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line falls first on the graph: births or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tm_countr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stages and examples.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stage are Japan and Germany?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Stage 5 (declining).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ost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Rostow's stages of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stage of Rostow matches Stage 4 of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age of high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APPRAISAL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onechi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population policy.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APPRAISAL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China's one-child policy a problem for the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APPRAISAL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model does not take government policies into account.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and death rates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population of Cameroon still growing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is still much higher than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transition model (DTM):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model showing how birth rates, death rates and population change as a country develops.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gap between the birth rate and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Rostow's model: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model of five stages of economic growth, from traditional society to high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Model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demographic transition model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Origin: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based on the history of Western Europe and North America during industrialisation.</a:t>
            </a:r>
            <a:endParaRPr lang="en-US" sz="3600" dirty="0"/>
          </a:p>
        </p:txBody>
      </p:sp>
      <p:pic>
        <p:nvPicPr>
          <p:cNvPr id="5" name="Image 0" descr="/home/claude/f4/img/v2/dtm_big.png">    </p:cNvPr>
          <p:cNvPicPr>
            <a:picLocks noChangeAspect="1"/>
          </p:cNvPicPr>
          <p:nvPr/>
        </p:nvPicPr>
        <p:blipFill>
          <a:blip r:embed="rId1"/>
          <a:stretch>
            <a:fillRect/>
          </a:stretch>
        </p:blipFill>
        <p:spPr>
          <a:xfrm>
            <a:off x="5349240" y="2409394"/>
            <a:ext cx="6659575" cy="3017620"/>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demographic transition model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Model</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a country develops, death rates fall first, then birth rates, so population growth rises and then slows.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Model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Five stages: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model has five stages, which can be linked with Rostow's stages of economic growth.</a:t>
            </a:r>
            <a:endParaRPr lang="en-US" sz="3600" dirty="0"/>
          </a:p>
        </p:txBody>
      </p:sp>
      <p:pic>
        <p:nvPicPr>
          <p:cNvPr id="5" name="Image 0" descr="/home/claude/f4/img/v2/rostow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Rostow's stages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Stages 1 and 2</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first two stages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1 (high stationary):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and death rates are both very high (35–45 ‰), so growth is slow and irregular.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Stages 1 and 2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Society in Stage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traditional farming society with famine, disease, wars and high infant mortality (Rostow's traditional society); only isolated groups remain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Stages 1 and 2</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Stage 2 (early expanding):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Death rates fall quickly while birth rates stay high, so population grows very fast.</a:t>
            </a:r>
            <a:endParaRPr lang="en-US" sz="3600" dirty="0"/>
          </a:p>
        </p:txBody>
      </p:sp>
      <p:pic>
        <p:nvPicPr>
          <p:cNvPr id="6" name="Image 0" descr="/home/claude/f4/img/v2/dtm_countri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stages and examples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Stages 1 and 2</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Society in Stage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Health, food supply and sanitation improve, and industry and towns begin (Rostow's pre-conditions and take-off); Niger and Chad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Stages 3, 4 and 5</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last three stages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3 (late expanding):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rates fall quickly and death rates fall slowly, so growth is still strong but slows down, as in India and Brazil.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Stages 3, 4 and 5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Society in Stage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and industry grow, and women gain education and contraception (Rostow's drive to maturity).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Stages 3, 4 and 5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4 (low stationary):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and death rates are both low, so growth is very slow or zero, as in the USA and France (high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Stages 3, 4 and 5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5 (declining):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rates fall below death rates, so the population declines and ages, as in Japan, Germany and Italy.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of the Model</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strengths and weaknesses of the model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gives a simple framework to understand population change with development.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easy to apply to most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of the Model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shows the importance of social and economic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Eurocentric: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based on Western countries; in Africa, deaths fell because of imported medicine, not because of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of the Model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Ignores other causes: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does not include wars, epidemics such as HIV/AIDS, migration or policies such as China's one-child policy.</a:t>
            </a:r>
            <a:endParaRPr lang="en-US" sz="3600" dirty="0"/>
          </a:p>
        </p:txBody>
      </p:sp>
      <p:pic>
        <p:nvPicPr>
          <p:cNvPr id="5" name="Image 0" descr="/home/claude/f4/img/v2/usa_onechi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population policy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of the Model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scales: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pass through the stages at very different speeds.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5 added later: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original model had only four stages; the fifth was added when some countries began to decline.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Application to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model applies to Cameroon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Current stage: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Cameroon is at the end of Stage 2 and entering Stage 3.</a:t>
            </a:r>
            <a:endParaRPr lang="en-US" sz="3600" dirty="0"/>
          </a:p>
        </p:txBody>
      </p:sp>
      <p:pic>
        <p:nvPicPr>
          <p:cNvPr id="5" name="Image 0" descr="/home/claude/f4/img/v2/cmr_rates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rates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Application to Cameroon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still about 35 per 1,000, because of traditions, early marriage and limited family planning.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Falling 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now about 8 per 1,000 thanks to vaccination, health posts and boreholes.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Application to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Rapid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gap gives a growth of about 2.6 % a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more education for girls and better health care, births should fall and growth should slow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 2 of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fall quickly while birth rates remain high, so the population grows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weaknesses of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Eurocentric; it ignores wars, epidemics, migration and policies; countries move at different speeds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Stage 1, birth and death rates are both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is in Stage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entering Stage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Migration: Characteristics, Laws and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Demographic transition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transition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Natural increase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L'accroissement naturel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Socio-economic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Socio-économique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The Demographic Transition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demographic transition model. Describe the characteristics of its five stages. Link the stages with Rostow's stages of economic growth. Appraise the strengths and weaknesses of the model. Apply the model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stages of the demographic transition model, appraise it and apply it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the Model; Stages 1 and 2; Stages 3, 4 and 5; Appraisal of the Model; Application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lines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stages in a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staircase.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one weakness.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Cameroon's rates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“propaganda posters, one child policy” by kattebelletje, CC BY-NC 2.0, via Flickr (https://www.flickr.com/photos/97249369@N00/3349125321)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2026-09-29T03:13:01Z</dcterms:created>
  <dcterms:modified xsi:type="dcterms:W3CDTF">2026-09-29T03:13:01Z</dcterms:modified>
</cp:coreProperties>
</file>