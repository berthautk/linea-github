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(DTM), high stationary, early expanding, late expanding, low stationary, declining, Rostow, natural increase. At the end, you should be able to do this: learners are able to describe the stages of the demographic transition model, appraise it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Name the five stages of the demographic transition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stationary, early expanding, late expanding, low stationary and declining.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transition model. Number 2: describe the characteristics of its five stages. Number 3: link the stages with Rostow's stages of economic growth. Number 4: appraise the strengths and weaknesses of the model. Number 5: apply the model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Japan has negative growth. Cameroon has high births and falling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Maman Zara, an elder of the Mourgou quarter of Garoua, remembers that in her childhood families had eight to ten children because many died young. Her own children have three or four children each, and almost all her grandchildren are healthy and go to school. The village now has a health post and boreholes. Her grandson asks: "Is there a model that explains these changes in births and deaths, and what will happen to the population of Cameroon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the model that explains the change in births and deaths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changed between the childhood of Maman Zara and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Deaths fell first, then births began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Health posts, clean water and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demographic transition model to explain and forecast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development changes population growth and to predict the future of Cameroon's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falls first on the graph: births or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stages and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stage are Japan and Germany?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5 (declining).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stage of Rostow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China's one-child policy a problem for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model does not take government policies into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population of Cameroon still growing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is still much higher than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(DTM)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Rostow's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Model. The demographic transition model is explained as follows. Copy the point on A model based on history on the left, then draw the diagram on the right: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Model. Copy the point on Death rates fall first: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Model. Copy the point on Birth rates fall later: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Link with Rostow's model on the left, then draw the diagram on the right: rostow's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1 and 2. The first two stages have the following characteristics. Copy the point on Stage 1, high stationary: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1 and 2. Copy the point on Stage 2, early expanding: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3, 4 and 5. The last three stages have the following characteristics. Copy the point on Stage 3, late expanding: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Copy the point on Stage 4, low stationary: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Stage 5, declining on the left, then draw the diagram on the right: countries at each stage.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The model has the following strengths. Copy the point on A simple framework: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Copy the point on The role of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Weaknesses. The model has the following weaknesses. Copy the point on It is Eurocentric: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It ignores other causes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Copy the point on Different speeds: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Copy the point on A stage added later: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The model applies to Cameroon as follows. Copy the point on Current stage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Copy the point on A high birth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Copy the point on A low death rate and rapid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Copy the point on Future: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quickly while birth rates remain high, so the population grows very fast.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Eurocentric; it ignores wars, epidemics, migration and policies; countries move at different speeds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5; number 3,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(DTM), high stationary, early expanding, late expanding, low stationary, declining, Rostow, natural increase.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DTM; its five stages with their demographic and socio-economic characteristics and examples; link with Rostow;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stationary, early expanding, late expanding, low stationary and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its five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stages with Rostow's stages of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strengths and weaknesses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negative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high births and falling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Maman Zara, an elder of the Mourgou quarter of Garoua, remembers that in her childhood families had eight to ten children because many died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own children have three or four children each, and almost all her grandchildren are healthy and go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now has a health post and boreholes.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grandson asks: "Is there a model that explains these changes in births and deaths, and what will happen to the population of Cameroon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the model that explains the change in births and deaths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changed between the childhood of Maman Zara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fell first, then births began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 posts, clean water and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demographic transition model to explain and forecast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development changes population growth and to predict the future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falls first on the graph: births or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stages and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are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5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of Rostow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China's one-child policy a problem for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does not take government policies into account.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population of Cameroon still growing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still much higher than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(DTM):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rates, death rates and population change as a country develops.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gap between the birth rate and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Rostow's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five stages of economic growth, from traditional society to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demographic transition model is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 model based on history: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model describes how the population of a country changes as it passes from a traditional to a modern society. It is based on the history of Western Europe and North America, and it was proposed by Warren Thompson in 1929 and developed by Frank Notestein.</a:t>
            </a:r>
            <a:endParaRPr lang="en-US" sz="2800" dirty="0"/>
          </a:p>
        </p:txBody>
      </p:sp>
      <p:pic>
        <p:nvPicPr>
          <p:cNvPr id="5" name="Image 0" descr="/home/claude/f4/img/v2/dtm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rates fall first: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a country develops, better food, health care and clean water reduce deaths. The death rate therefore falls before the birth rate, and the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rates fall 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 education, the growth of towns and family planning lead couples to have fewer children. The birth rate falls in its turn, and population growth slows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Link with Rostow's model: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five demographic stages can be linked with the five stages of economic growth of Rostow. Each fall in birth or death rates goes with a change in the economy and society.</a:t>
            </a:r>
            <a:endParaRPr lang="en-US" sz="3600" dirty="0"/>
          </a:p>
        </p:txBody>
      </p:sp>
      <p:pic>
        <p:nvPicPr>
          <p:cNvPr id="5" name="Image 0" descr="/home/claude/f4/img/v2/rostow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Rostow's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first two stages have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Birth and death rates are both very high, between 35 and 45 per 1,000, so the population grows slowly and irregularly. Famine, diseases and wars kill many people, especially children, in a traditional farming society. This stage corresponds to the traditional society of Rostow, and today only a few isolated groups remain in it.</a:t>
            </a:r>
            <a:endParaRPr lang="en-US" sz="3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death rate falls quickly because health care, food supply and sanitation improve, but the birth rate stays high. The gap between the two rates is wide, so the population grows very fast. Niger and Chad are examples of this stage, which corresponds to the pre-conditions for take-off of Rostow.</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last three stages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birth rate falls quickly while the death rate falls slowly, so growth is still strong but slows down. Towns and industries grow, and women gain education and access to contraception. India and Brazil are in this stage, which corresponds to the take-off and drive to maturity of Rostow.</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Birth and death rates are both low, around 10 to 15 per 1,000, so growth is very slow or zero. People live long and couples choose small families. The USA and France are in this stage, which corresponds to the age of high mass consumption of Rostow.</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Stages 3, 4 and 5</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birth rate falls below the death rate, so the population declines. The population becomes very old, and there are fewer young workers each year. Japan, Germany and Italy are in this stage.</a:t>
            </a:r>
            <a:endParaRPr lang="en-US" sz="3200" dirty="0"/>
          </a:p>
        </p:txBody>
      </p:sp>
      <p:pic>
        <p:nvPicPr>
          <p:cNvPr id="6" name="Image 0" descr="/home/claude/f4/img/v2/dtm_countri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countries at each stage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Strengths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the following strengths: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simple framework: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 simple way to understand how population changes with development. It is easy to apply to most countries and to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Strengths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role of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importance of social and economic factors, such as health, education and urbanisation. It helps to predict how the population of a country will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Weaknesses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the following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Eurocentric: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the history of Western countries. In Africa, deaths fell because of imported medicine, not because of industrialisation, so the stages do not happen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Weaknesses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It ignores other 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does not include wars, epidemics such as HIV/AIDS, migration or policies such as China's one-child policy. These can change population very quickly.</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 speeds: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pass through the stages at very different speeds, and much faster today than Europe did. The model does not say how long each stage lasts.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stage added 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original model had only four stages. The fifth stage was added when some countries began to decline, which shows that the model cannot predict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model applies to Cameroon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Current stage: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is at the end of stage 2 and entering stage 3. Its death rate has fallen a lot, and its birth rate is beginning to fall.</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still about 35 per 1,000, because of traditions, early marriage and limited family planning. It is falling slowly in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low death rate and rapid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is now about 8 per 1,000 thanks to vaccination, health posts and boreholes. The gap between births and deaths gives a growth of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more education for girls and better health care, births should fall further. Growth should then slow down as Cameroon moves through stage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while birth rates remain high, so the population grows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Eurocentric; it ignores wars, epidemics, migration and policies; countries move at different speeds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both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entering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Socio-economic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Describe the characteristics of its five stages. Link the stages with Rostow's stages of economic growth. Appraise the strengths and weaknesses of the model. Apply the model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the Model; Stages 1 and 2; Stages 3, 4 and 5; Strengths; Weaknesses;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stages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one weakness.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Cameroon's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2026-10-06T05:44:06Z</dcterms:created>
  <dcterms:modified xsi:type="dcterms:W3CDTF">2026-10-06T05:44:06Z</dcterms:modified>
</cp:coreProperties>
</file>