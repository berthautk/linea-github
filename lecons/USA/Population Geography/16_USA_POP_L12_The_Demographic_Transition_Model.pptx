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stages, natural increase, Rostow's model. At the end, you should be able to do this: learners are able to use the DTM to explain population change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Should Cameroon adopt a population policy? Write a paragraph with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a policy: rapid growth strains schools, health and jobs; family planning and girls' education would help. Against a strong anti-natal policy: children are valued, and a young population is a future workforce.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five stages of the DTM. Number 2: link the DTM to Rostow's stages of economic growth. Number 3: appraise the model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in LEDCs. Natural increase = births −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demographer says, "Cameroon is where Europe was about 100 years ago." Learners ask whether all countries follow the same path.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if all countries follow the same demographic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model describes this path?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which stage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Stage 3 (falling births, low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DTM to understand and plan the demographic future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population change with a model and to see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stage is natural increase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stage 2 (early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stage 1 hardly exist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Modern medicine has lowered death rates almost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Rostow stage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drive to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Cameroon in stage 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are low and birth rates are starting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weakness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based on Europe and may not fit all countries; it ignores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DTM. The Demographic Transition Model can be understood as follows. On this slide we have Demographic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Model. The model has four (or five) stages. On this slide we have Stage 1 (high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3 (late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Stages 4 and 5 (low stationary and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and Application to Cameroon. The model is evaluated and applied as follows.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and Application to Cameroon. On this slide we have Weaknesses and Application to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fast while birth rates stay high;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based on Europe; ignores migration (also timing differs, stage 5 not in original).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 number 2, 3; number 3,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Niger, Cameroon, France and Japan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stages, natural increase, Rostow's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and their characteristics linked to Rostow's model;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policy: rapid growth strains schools, health and jobs; family planning and girls' education would help. Against a strong anti-natal policy: children are valued, and a young population is a future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five stages of the DTM.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DTM to Rostow's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model and apply it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 births −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demographer says, "Cameroon is where Europe was about 100 years ago." Learners ask whether all countries follow the same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if all countries follow the same demographic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describes this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(falling births, low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DTM to understand and plan the demographic future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population change with a model and to see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is natural increase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stage 2 (early expanding).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stage 1 hardly exist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medicine has lowered death rates almost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Rostow stage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in stage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low and birth rates are starting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may not fit all countries; it ignores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Transition Model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from high birth and death rates to low birth and death rates as a country develops. The model is based on the history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four (or five)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high, so growth is slow. It corresponds to traditional societies (Rostow's traditional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with better food and health, but birth rates stay high. Growth is very rapid, as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with education, urbanisation and family planning. Growth slows; Cameroon and India are in this stage (Rostow's take-off and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4 and 5 (low stationary and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almost zero or negative. MEDCs such as France and Japan are here (Rostow's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evaluated and applied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universal and helps to compare countries and predict change. It links population to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does not consider migration or AIDS. LEDCs may not follow the same path or timing.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to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late stage 2 or early stage 3, with CBR about 35‰ and CDR about 9‰. Growth remains fast, but fertility is slowly falling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fast while birth rates stay high;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Based on Europe; ignores migration (also timing differs, stage 5 not in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growth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Niger, Cameroon, France and Japan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Appraisal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L'évaluation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five stages of the DTM. Link the DTM to Rostow's stages of economic growth. Appraise the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DTM; Stages of the Model; Appraisal and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Niger, Cameroon, France and Japan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match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weaknesses.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2026-09-27T10:31:41Z</dcterms:created>
  <dcterms:modified xsi:type="dcterms:W3CDTF">2026-09-27T10:31:41Z</dcterms:modified>
</cp:coreProperties>
</file>