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13: Migration: Characteristics, Laws and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define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curve.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 from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migration 2. square 3. intervening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13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Migration: Characteristics, Laws and Models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Change over Space (Migration)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 Laws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Migration: Characteristics, Laws and Models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Migration, volume, differentials, Zipf's inverse distance law, gravity model, Stouffer's intervening opportunities.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characteristics and differentials (volume); Zipf, gravity and Stouffer models; calculations.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migration with laws and models and carry out simple calculations.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migration and its characteristics.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Zipf's law, the gravity model and Stouffer's model.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interaction with the gravity model.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changes population distribution.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move from villages to towns.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migrants to Douala come from the nearby West and Littoral, fewer from the far North. But many northerners stop in Garoua or Ngaoundéré instead of going to Douala.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Migrants do not all go to the biggest city.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distance affect migration?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Fewer people migrate over long distances.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northerners stop in Garoua?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offers opportunities nearer home (intervening opportunity).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explain and predict the flows of migrants.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busst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Travellers at a bus station.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migration? Is a daily trip to school migration?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change of residence; no, a daily trip is not migration.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ZIPF'S LAW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zipf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Migrants decrease with distance.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ZIPF'S LAW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Zipf's inverse distance law say?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ZIPF'S LAW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number of migrants falls as distance increases.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GRAVITY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gra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gravity model.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GRAVITY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two things increase interaction between towns?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GRAVITY MODEL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Larger populations and shorter distance.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STOUFFER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stouff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Intervening opportunities.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STOUFFER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some migrants stop before reaching the big city?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STOUFFER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find jobs or opportunities in a nearer town.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CALCULATION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choroplet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population by region.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CALCULATION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 A has 100,000 people, town B 400,000, distance 200 km. Calculate the interaction.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CALCULATION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100,000 × 400,000 ÷ 200² = 1,000,000 (a relative index).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Migration: Characteristics, Laws and Models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Change over Space (Migration)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Migration Laws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13: Migration: Characteristics, Laws and Models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Migration: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permanent or semi-permanent change of residence.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Migration differentials: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the characteristics that make some people more likely to migrate.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Intervening opportunity: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nearer place that offers what the migrant seeks.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Volume: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number of migrants in a flow. Flows are larger between big, close places.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Differentials: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Young adults, men and the educated migrate most. Women now migrate more than before.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Direction: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flows go from poor to rich areas and from villages to towns. Each flow creates a counter-flow.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Laws and Models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Zipf's law: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number of migrants is inversely proportional to distance. Most people move short distances.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Gravity model: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Interaction = population A × population B ÷ distance². Big, close towns interact most.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Laws and Models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Stouffer's model: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Migration depends on opportunities, not only distance. Nearer opportunities reduce long-distance flows.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Laws and Models (3/3)</a:t>
            </a:r>
            <a:endParaRPr lang="en-US" sz="3600" dirty="0"/>
          </a:p>
        </p:txBody>
      </p:sp>
      <p:pic>
        <p:nvPicPr>
          <p:cNvPr id="13" name="Image 0" descr="/home/claude/f4/img/v2/gra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gravity formula.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Zipf's inverse distance law.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number of migrants falls as distance increases.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 A 50,000, town B 200,000, distance 100 km. Find the gravity index.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50,000 × 200,000 ÷ 100² = 1,000,000.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change of residence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Interaction falls with the ______ of distance.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nearer opportunity is an ______ opportunity.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the gravity model to compare Douala–Yaoundé and Douala–Garoua.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14: Spatial Interaction.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migration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distance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flux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modèle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L'opportunité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résidence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Change over Space (Migration)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Migration: Characteristics, Laws and Models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migration and its characteristics. Explain Zipf's law, the gravity model and Stouffer's model. Calculate interaction with the gravity model.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migration with laws and models and carry out simple calculations.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Migration, Migration differentials, Intervening opportunity; II. Characteristics: Volume, Differentials, Direction; III. Laws and Models: Zipf's law, Gravity model, Stouffer's model.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the gravity model to compare Douala–Yaoundé and Douala–Garoua.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“Wadi Halfa Bus Station” by D-Stanley, CC BY 2.0, via Flickr (https://www.flickr.com/photos/79721788@N00/8651154444)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2026-09-26T18:49:34Z</dcterms:created>
  <dcterms:modified xsi:type="dcterms:W3CDTF">2026-09-26T18:49:34Z</dcterms:modified>
</cp:coreProperties>
</file>