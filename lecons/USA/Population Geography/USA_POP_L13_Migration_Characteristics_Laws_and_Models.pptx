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Migration: Characteristics, Laws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Space (Migration), and the sub-topic is Migration Laws. The key notions we shall use today are: migration, volume, differentials, Zipf's inverse distance law, gravity model, Stouffer's intervening opportunities. At the end, you should be able to do this: learners are able to explain migration with laws and models and carry out simple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Demographic Transition Model. The question was: Draw the DTM and place Niger, Cameroon, France and Japan on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Niger – stage 2 (high births, falling deaths); Cameroon – late stage 2/early stage 3; France – stage 4; Japan – stage 5 (declining).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migration and its characteristics. Number 2: explain Zipf's law, the gravity model and Stouffer's model. Number 3: calculate interaction with the gravity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Migration changes population distribution. People move from villages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Most migrants to Douala come from the nearby West and Littoral, fewer from the far North. But many northerners stop in Garoua or Ngaoundéré instead of going to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Migrants do not all go to the biggest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distance affect migration?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Fewer people migrate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northerners stop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offers opportunities nearer home (intervening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migration flows using laws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and predict the flows of 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travellers at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migration? Is a daily trip to school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change of residence; no, a daily trip is not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migrants decrease with distance.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Zipf's inverse distance law say?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number of migrants falls as distance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gravity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two things increase interaction between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populations and shorter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intervening opportunities.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some migrants stop before reaching the big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find jobs or opportunities in a nearer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cameroon population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Town A has 100,000 people, town B 400,000, distance 200 km. Calculate the interaction.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100,000 × 400,000 ÷ 200² = 1,000,000 (a relative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Characteristics of Migration. Migration can be understood as follows. On this slide we have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Characteristics of Migration. On this slide we have Migration differentials.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Laws and Theories of Migration. Migration is explained by the following laws and models. On this slide we have Zipf's inverse distance law.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Laws and Theories of Migration. On this slide we have The gravity model.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Laws and Theories of Migration. On this slide we have Stouffer's intervening opportunities.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gravity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Calculations Based on Models. The gravity model is calculated as follows. On this slide we have Formula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Zipf's inverse distance law.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number of migrants falls as distance increases.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Town A 50,000, town B 200,000, distance 100 km. Find the gravity index.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50,000 × 200,000 ÷ 100² = 1,000,000.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migration; number 2, square; number 3, intervening.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Use the gravity model to compare Douala–Yaoundé and Douala–Garoua.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Spatial Interaction.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13: MIGRATION: CHARACTERISTICS, LAWS AND MODELS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 Migration: Characteristics, Laws and Models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Migration: Characteristics, Laws and Models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Migration: Characteristics, Laws and Models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volume, differentials, Zipf's inverse distance law, gravity model, Stouffer's intervening opportunities.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characteristics and differentials (volume); Zipf, gravity and Stouffer models; calculations.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migration with laws and models and carry out simple calculations.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Demographic Transition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DTM and place Niger, Cameroon, France and Japan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Niger – stage 2 (high births, falling deaths); Cameroon – late stage 2/early stage 3; France – stage 4; Japan – stage 5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migration and its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Zipf's law, the gravity model and Stouffer's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interaction with the gravity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changes population distribution.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 from villages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migrants to Douala come from the nearby West and Littoral, fewer from the far North. But many northerners stop in Garoua or Ngaoundéré instead of going 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do not all go to the biggest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distance affect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people migrate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northerners stop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offers opportunities nearer home (intervening opportunity).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migration flows using laws and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and predict the flows of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at 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migration? Is a daily trip to school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change of residence; no, a daily trip is not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ZIPF'S INVERSE DISTANCE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zipf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Migrants decrease with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ZIPF'S INVERSE DISTANCE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Zipf's inverse distance law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ZIPF'S INVERSE DISTANCE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migrants falls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GRAVITY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ra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gravity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GRAVITY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two things increase interaction between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GRAVITY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populations and shorter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STOUFFER'S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ouff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Intervening opportunities.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STOUFFER'S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migrants stop before reaching the big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STOUFFER'S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find jobs or opportunities in a nearer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population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 has 100,000 people, town B 400,000, distance 200 km. Calculate the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100,000 × 400,000 ÷ 200² = 1,000,000 (a relative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Space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Migration Laws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Migration: Characteristics, Laws and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Characteristics of Migration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from one place to another to live there for a long time, usually more than a year. Daily trips to school are circulation, not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Characteristics of Migration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differentials: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are often young adults, males in the first stages, and more educated than those who stay. The volume of migration varies with distance, opportunities and obstacles.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Laws and Theories of Migration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is explained by the following laws and models: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Zipf's inverse distance law: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migrants decreases as distance increases. Most people move over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Laws and Theories of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gravity 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Interaction between two towns is proportional to the product of their populations divided by the square of the distance. Large, close towns interact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Laws and Theories of Migration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Stouffer's intervening opportunities: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depends on the opportunities between origin and destination, not only on distance. Migrants may stop at a closer town that offers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Laws and Theories of Migration</a:t>
            </a:r>
            <a:endParaRPr lang="en-US" sz="3600" dirty="0"/>
          </a:p>
        </p:txBody>
      </p:sp>
      <p:pic>
        <p:nvPicPr>
          <p:cNvPr id="4" name="Image 0" descr="/home/claude/f4/img/v2/gra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gravity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Calculations Based on Models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gravity model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 = (P1 × P2) ÷ d². P1 and P2 are the populations and d the distance.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 100,000, town B 400,000, distance 200 km: I = (100,000 × 400,000) ÷ 40,000 = 1,000,000. The value is compared with other pairs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Zipf's inverse distance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migrants falls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 50,000, town B 200,000, distance 100 km. Find the gravity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50,000 × 200,000 ÷ 100² = 1,000,000.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change of residence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Interaction falls with the ______ of distance.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nearer opportunity is an ______ opportunity.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gravity model to compare Douala–Yaoundé and Douala–Garoua.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Opportunity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L'opportunité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Space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Migration: Characteristics, Laws and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migration and its characteristics. Explain Zipf's law, the gravity model and Stouffer's model. Calculate interaction with the gravity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migration with laws and models and carry out simple calculations.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Characteristics of Migration; Laws and Theories of Migration; Calculations Based on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Use the gravity model to compare Douala–Yaoundé and Douala–Garoua.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migration.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examples from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do the calculation.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2026-09-27T09:41:50Z</dcterms:created>
  <dcterms:modified xsi:type="dcterms:W3CDTF">2026-09-27T09:41:50Z</dcterms:modified>
</cp:coreProperties>
</file>