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youth dependency, old-age dependency, pyramid construction. At the end, you should be able to do this: learners are able to construct a population pyramid from data and calculate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Sketch the pyramids of Cameroon and Japan and list three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wide base, narrow top, many children, few old people. Japan: narrow base, wide top, few children, many old people, more old women than men.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convert population numbers to percentages. Number 2: draw a population pyramid. Number 3: calculate and interpret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pyramid shows males on the left and females on the right. Dependency ratio = dependants ÷ workers × 100.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of a small town gives the class the number of males and females in five age groups. It wants a pyramid and the dependency ratio to plan a new school and a health centre.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turn numbers into a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be calculated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percentage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dependency ratio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How many dependants each worker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and interpret population pyramids and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draw and use population pyramids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a town by age and sex.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percentage of the population are boys aged 0–14? (Total = 9,870)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2,100 ÷ 9,870 × 100 ≈ 21.3 %.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finished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males and females go on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Males on the left, females on the right, youngest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dependency ratio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Using the town data, calculate the dependency ratio.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Dependants 4,420; workers 5,450; ratio ≈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types of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pyramid does the town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a wide base and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constrictive pyramid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Japan have a high youth or old-age dependency?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old-age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Population Pyramid. A pyramid is drawn as follows. On this slide we have Calculations.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On this slide we have Drawing.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and Interpretation. The results are calculated and interpreted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On this slide we have Reading the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On this slide we have Distinguishing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has 3,000 aged 0–14, 400 aged 65+ and 4,600 aged 15–64. Find the dependency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 + 400) ÷ 4,600 × 100 ≈ 74.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youth dependency ratio mean for planning?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more schools and child health services are needed.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bottom;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pyramid of the town on graph paper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youth dependency, old-age dependency, pyramid construction.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Define and calculate dependency ratio; construct and interpret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construct a population pyramid from data and calculate dependency ratios.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the pyramids of Cameroon and Japan and list three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wide base, narrow top, many children, few old people. Japan: narrow base, wide top, few children, many old people, more old women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Convert population numbers to percentages.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dependency ratios.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pyramid shows males on the left and females on the right.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Dependency ratio = dependants ÷ workers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of a small town gives the class the number of males and females in five age groups. It wants a pyramid and the dependency ratio to plan a new school and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turn numbers into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calculated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percentage of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dependency ratio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dependants each worker supports.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interpret population pyramids and dependency ratios.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draw and use population pyramids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a town by age and sex.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population are boys aged 0–14? (Total = 9,870)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2,100 ÷ 9,870 × 100 ≈ 21.3 %.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finished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males and females go on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Males on the left, females on the right, youngest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town data, calculate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Dependants 4,420; workers 5,450; ratio ≈ 81.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the town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a wide base and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constrictive pyramid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Japan have a high youth or old-age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old-age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(under 15 and over 64) for every 100 people of working age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pyramid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each age group as a percentage of the total population. For example, 1,480 boys aged 0–4 out of 9,870 = 15 %.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vertical axis with the age groups and a horizontal axis with percentages on both sides. Draw males on the left and females on the right, with a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calculated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the population under 15 and over 64, divide by the population aged 15–64 and multiply by 100. A high ratio means a heavy burden 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Note the width of the base, the shape of the sides and the top, and any notches. They show birth rate, death rate, life expectancy and events such as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Distinguishing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base shows an expansive pyramid (LEDC), straight sides a stationary one, and a narrow base a constrictive one (MEDC). Each type tells us the stage of development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has 3,000 aged 0–14, 400 aged 65+ and 4,600 aged 15–64. Find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 + 400) ÷ 4,600 × 100 ≈ 74.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youth dependency ratio mean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schools and child health services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are drawn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group is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 workers × ______ gives the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pyramid of the town on graph paper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 paper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papier millimétré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pourcentage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groupe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Convert population numbers to percentages. Draw a population pyramid. Calculate and interpret dependency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construct a population pyramid from data and calculate dependency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Population Pyramid; Calculation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pyramid of the town on graph paper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axis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groups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three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dependency types.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2026-09-27T10:08:06Z</dcterms:created>
  <dcterms:modified xsi:type="dcterms:W3CDTF">2026-09-27T10:08:06Z</dcterms:modified>
</cp:coreProperties>
</file>