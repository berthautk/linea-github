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Practical Work 3: Dependency Ratio and Population Pyramids.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copy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axis on graph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add the groups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three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dependency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left 2. bottom 3. 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PRACTICAL WORK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Ratio and Population Pyramids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Structure and Composition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Age-Sex Pyramids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3: Dependency Ratio and Population Pyramids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ratio, youth dependency, old-age dependency, pyramid construction.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and calculate dependency ratio; construct and interpret population pyramids.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construct a population pyramid from data and calculate dependency ratios.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population numbers to percentages.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population pyramid.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dependency ratios.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pyramid shows males on the left and females on the right.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ratio = dependants ÷ workers × 100.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council of a small town gives the class the number of males and females in five age groups. It wants a pyramid and the dependency ratio to plan a new school and a health centre.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must turn numbers into a pyramid.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must be calculated first?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percentage of each group.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will the dependency ratio show?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dependants each worker supports.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draw and use population pyramids for planning.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w_pyramid_tab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of a town by age and sex.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percentage of the population are boys aged 0–14? (Total = 9,870)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2,100 ÷ 9,870 × 100 ≈ 21.3 %.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CONSTRUCTION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pyramid_camero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finished pyramid.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CONSTRUCTION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males and females go on a pyramid?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CONSTRUCTION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Males on the left, females on the right, youngest at the bottom.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DEPENDENCY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dependenc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dependency ratio formula.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DEPENDENCY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the town data, calculate the dependency ratio.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DEPENDENCY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Dependants 4,420; workers 5,450; ratio ≈ 81.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pyramid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types of pyramid.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type of pyramid does the town have?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Expansive: a wide base and narrow top.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pyramid_japa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constrictive pyramid (Japan).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Would Japan have a high youth or old-age dependency?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high old-age dependency.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Dependency Ratio and Population Pyramids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Structure and Composition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Age-Sex Pyramids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3: Dependency Ratio and Population Pyramids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Youth dependency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people aged 0–14 per 100 people aged 15–64.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Old-age dependency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people aged 65+ per 100 people aged 15–64.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Method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Percentages: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Divide each group by the total population and multiply by 100. Round to one decimal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Drawing: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a vertical axis for age groups and a horizontal scale in percent. Put males on the left and females on the right.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Method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Dependency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the 0–14 and 65+ groups, divide by the 15–64 group and multiply by 100. Compare with national figures.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Interpretation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Shape: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type of pyramid and describe its base, middle and top. Link the shape to births, deaths and migration.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Planning: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high youth dependency means schools are needed. A high old-age dependency means health care and pensions are needed.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town has 3,000 aged 0–14, 400 aged 65+ and 4,600 aged 15–64. Find the dependency ratio.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(3,000 + 400) ÷ 4,600 × 100 ≈ 74.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a high youth dependency ratio mean for planning?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schools and child health services are needed.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Males are drawn on the ______ side.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youngest group is at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Dependants ÷ workers × ______ gives the ratio.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pyramid of the town on graph paper and write a short report.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8: Historical Evolution of World 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paper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papier millimétré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L'axe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pourcentage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groupe d'âge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total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rapport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Structure and Composition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3: Dependency Ratio and Population Pyramids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population numbers to percentages. Draw a population pyramid. Calculate and interpret dependency ratios.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construct a population pyramid from data and calculate dependency ratios.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Youth dependency ratio, Old-age dependency ratio; II. Method: Percentages, Drawing, Dependency ratio; III. Interpretation: Shape, Planning.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pyramid of the town on graph paper and write a short report.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2026-09-26T18:50:30Z</dcterms:created>
  <dcterms:modified xsi:type="dcterms:W3CDTF">2026-09-26T18:50:30Z</dcterms:modified>
</cp:coreProperties>
</file>