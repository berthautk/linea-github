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3: Dependency Ratio and Population Pyramids.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Structure and Composition, and the sub-topic is Age-Sex Pyramids. The key notions we shall use today are: dependency ratio, youth dependency, old-age dependency, pyramid construction. At the end, you should be able to do this: learners are able to construct a population pyramid from data and calculate dependency ratios.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7: Population Pyramids. The question was: Sketch the pyramids of Cameroon and Japan and list three differences.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Cameroon: wide base, narrow top, many children, few old people. Japan: narrow base, wide top, few children, many old people, more old women than men.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convert population numbers to percentages. Number 2: draw a population pyramid. Number 3: calculate and interpret dependency ratios.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 pyramid shows males on the left and females on the right. Dependency ratio = dependants ÷ workers × 100.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council of a small town gives the class the number of males and females in five age groups. It wants a pyramid and the dependency ratio to plan a new school and a health centre.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class must turn numbers into a pyramid.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must be calculated first?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percentage of each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will the dependency ratio show?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How many dependants each worker supports.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draw and interpret population pyramids and dependency ratios.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draw and use population pyramids for planning.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population of a town by age and sex.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percentage of the population are boys aged 0–14? (Total = 9,870)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2,100 ÷ 9,870 × 100 ≈ 21.3 %.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a finished pyramid.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Where do males and females go on a pyramid?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Males on the left, females on the right, youngest at the bottom.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dependency ratio formula.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Using the town data, calculate the dependency ratio.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Dependants 4,420; workers 5,450; ratio ≈ 81.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the three types of pyramid.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type of pyramid does the town have?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Expansive: a wide base and narrow 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a constrictive pyramid (Japan).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Would Japan have a high youth or old-age dependency?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high old-age dependency.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Dependency ratio.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Construction of a Population Pyramid. A pyramid is drawn as follows. On this slide we have Calculations.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Construction of a Population Pyramid. On this slide we have Drawing.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data table.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Calculation and Interpretation. The results are calculated and interpreted as follows. On this slide we have Dependency ratio.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Calculation and Interpretation. On this slide we have Reading the pyramid.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Calculation and Interpretation. On this slide we have Distinguishing types.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dependency ratio.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A town has 3,000 aged 0–14, 400 aged 65+ and 4,600 aged 15–64. Find the dependency ratio.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(3,000 + 400) ÷ 4,600 × 100 ≈ 74.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does a high youth dependency ratio mean for planning?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more schools and child health services are needed.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left; number 2, bottom; number 3, 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the pyramid of the town on graph paper and write a short report.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8: Historical Evolution of World Population.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PRACTICAL WORK 3: DEPENDENCY RATIO AND POPULATION PYRAMIDS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3: Dependency Ratio and Population Pyramids</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Dependency Ratio and Population Pyramids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Structure and Composition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Age-Sex Pyramids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3: Dependency Ratio and Population Pyramids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Dependency ratio, youth dependency, old-age dependency, pyramid construction.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Define and calculate dependency ratio; construct and interpret population pyramids.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construct a population pyramid from data and calculate dependency ratios.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7: Population Pyramids):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Sketch the pyramids of Cameroon and Japan and list three differences.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wide base, narrow top, many children, few old people. Japan: narrow base, wide top, few children, many old people, more old women than men.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Convert population numbers to percentages.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Draw a population pyramid.</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and interpret dependency ratios.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pyramid shows males on the left and females on the right.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Dependency ratio = dependants ÷ workers × 100.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council of a small town gives the class the number of males and females in five age groups. It wants a pyramid and the dependency ratio to plan a new school and a health 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must turn numbers into a pyramid.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must be calculated first?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percentage of each group.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will the dependency ratio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many dependants each worker supports.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and interpret population pyramids and dependency ratios.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draw and use population pyramids for planning.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DATA</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pw_pyramid_tab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Population of a town by age and sex.</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DATA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percentage of the population are boys aged 0–14? (Total = 9,870)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DATA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2,100 ÷ 9,870 × 100 ≈ 21.3 %.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CONSTRUCTION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pyramid_cameroon_big.png">    </p:cNvPr>
          <p:cNvPicPr>
            <a:picLocks noChangeAspect="1"/>
          </p:cNvPicPr>
          <p:nvPr/>
        </p:nvPicPr>
        <p:blipFill>
          <a:blip r:embed="rId1"/>
          <a:stretch>
            <a:fillRect/>
          </a:stretch>
        </p:blipFill>
        <p:spPr>
          <a:xfrm>
            <a:off x="1383850" y="1783080"/>
            <a:ext cx="94239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finished pyramid.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CONSTRUCTION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 males and females go on a pyramid?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CONSTRUCTION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Males on the left, females on the right, youngest at the bottom.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DEPENDENCY RATIO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dependency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dependency ratio formula.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DEPENDENCY RATIO</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Using the town data, calculate the dependency ratio.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DEPENDENCY RATIO</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Dependants 4,420; workers 5,450; ratio ≈ 81.</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INTERPRETATION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pyramid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three types of pyramid.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INTERPRETATION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type of pyramid does the town have?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INTERPRETATION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Expansive: a wide base and narrow top.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INTERPRETATION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pyramid_japan_big.png">    </p:cNvPr>
          <p:cNvPicPr>
            <a:picLocks noChangeAspect="1"/>
          </p:cNvPicPr>
          <p:nvPr/>
        </p:nvPicPr>
        <p:blipFill>
          <a:blip r:embed="rId1"/>
          <a:stretch>
            <a:fillRect/>
          </a:stretch>
        </p:blipFill>
        <p:spPr>
          <a:xfrm>
            <a:off x="1383850" y="1783080"/>
            <a:ext cx="94239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constrictive pyramid (Japan).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INTERPRETATION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Would Japan have a high youth or old-age dependency?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INTERPRETATION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high old-age dependency.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Population Structure and Composition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Age-Sex Pyramids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3: Dependency Ratio and Population Pyramids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Dependency ratio: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number of dependants (under 15 and over 64) for every 100 people of working age (15–64).</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Construction of a Population Pyramid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 pyramid is drawn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Calculations: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each age group as a percentage of the total population. For example, 1,480 boys aged 0–4 out of 9,870 = 15 %.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Construction of a Population Pyramid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Drawing: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vertical axis with the age groups and a horizontal axis with percentages on both sides. Draw males on the left and females on the right, with a title and key.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Construction of a Population Pyramid</a:t>
            </a:r>
            <a:endParaRPr lang="en-US" sz="3600" dirty="0"/>
          </a:p>
        </p:txBody>
      </p:sp>
      <p:pic>
        <p:nvPicPr>
          <p:cNvPr id="4" name="Image 0" descr="/home/claude/f4/img/v2/pw_pyramid_tab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data table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Calculation and Interpretation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results are calculated and interpreted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Dependency ratio: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Add the population under 15 and over 64, divide by the population aged 15–64 and multiply by 100. A high ratio means a heavy burden on workers.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Calculation and Interpretation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Reading the pyramid: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Note the width of the base, the shape of the sides and the top, and any notches. They show birth rate, death rate, life expectancy and events such as 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Calculation and Interpretation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Distinguishing types: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wide base shows an expansive pyramid (LEDC), straight sides a stationary one, and a narrow base a constrictive one (MEDC). Each type tells us the stage of development of the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Calculation and Interpretation</a:t>
            </a:r>
            <a:endParaRPr lang="en-US" sz="3600" dirty="0"/>
          </a:p>
        </p:txBody>
      </p:sp>
      <p:pic>
        <p:nvPicPr>
          <p:cNvPr id="4" name="Image 0" descr="/home/claude/f4/img/v2/dependency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dependency ratio</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town has 3,000 aged 0–14, 400 aged 65+ and 4,600 aged 15–64. Find the dependency ratio.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(3,000 + 400) ÷ 4,600 × 100 ≈ 74.</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a high youth dependency ratio mean for planning?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More schools and child health services are needed.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Males are drawn on the ______ side.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youngest group is at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Dependants ÷ workers × ______ gives the ratio.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pyramid of the town on graph paper and write a short report.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8: Historical Evolution of World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Graph paper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papier millimétré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Axis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L'axe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Percentage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pourcentage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Age group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groupe d'âge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Total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total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rapport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Structure and Composition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3: Dependency Ratio and Population Pyramids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Convert population numbers to percentages. Draw a population pyramid. Calculate and interpret dependency ratios.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construct a population pyramid from data and calculate dependency ratios.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Construction of a Population Pyramid; Calculation and Interpretation.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the pyramid of the town on graph paper and write a short report.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copy the table.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axis on graph paper.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add the groups step by step.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compare with the three shapes.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compare dependency types.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2026-09-27T09:41:59Z</dcterms:created>
  <dcterms:modified xsi:type="dcterms:W3CDTF">2026-09-27T09:41:59Z</dcterms:modified>
</cp:coreProperties>
</file>