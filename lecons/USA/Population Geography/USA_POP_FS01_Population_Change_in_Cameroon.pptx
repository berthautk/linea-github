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Further Study 1: Population Change in Cameroon.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shape.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East.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arrows.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your town.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expansive 2. Littoral 3. Yaoundé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 SIXTH ARTS  —  POPULATION GEOGRAPHY  —  FURTHER STUDY 1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Change in Cameroon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Upper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4: Understanding and managing population dynamics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of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1: Population Change in Cameroon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Census, growth rate, age-sex pyramid, density, rural-urban migration, highland-lowland migration.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characteristics (numbers, growth, pyramid); distribution and factors; major migration trends, causes and effects.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population change, distribution and migration in Cameroon.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growth and structure of Cameroon's population.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and explain its distribution.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main migrations and their effects.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Cameroon is in stage 3 of the DTM.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West and Littoral are the densest regions.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had 7.7 million people in 1976 and about 29 million today. Douala and Yaoundé each have about 4 million people, while some villages in the West are losing their young people.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Cameroon's population grows fast and is moving to towns.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much has it grown since 1976?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Nearly four times.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are people moving?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Douala, Yaoundé and other towns.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further study helps us to understand the population of our own country.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mr_growt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of Cameroon at the censuses.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has Cameroon's population changed since 1976?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GROWTH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grew from 7.7 million to about 29 million.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pyramid_camero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960" y="1691640"/>
            <a:ext cx="9989032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pyramid of Cameroon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type of pyramid does Cameroon have?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STRUCTURE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Expansive: many young people.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choropleth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Density by region (approximate).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factors of high density in the West and North-West.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Fertile volcanic soils and a cool, healthy climate.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cmr_migratio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1691640"/>
            <a:ext cx="905256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migration flows (simplified).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two major migration flows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MIGRATION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Highlands to coast and towns; north to southern cities.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lsa_doua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effect of migration on Douala and one on villages.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EFFECTS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Douala: slums and traffic. Villages: loss of young workers.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Change in Cameroon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Geography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Population of Cameroon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Further Study 1: Population Change in Cameroon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Growth rate: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yearly percentage increase of a population.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Rural-urban migration: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movement of people from villages to towns.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Demographic Characteristics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Numbers and growth: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had 7.7 million people in 1976, 17.5 million in 2005 and about 29 million today. It grows by about 2.6 % a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Structure: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42 % of people are under 15 and 3 % over 65. The pyramid is expansive, with a high dependency ratio.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Demographic Characteristics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Densities are high in the West, North-West, Littoral and Far North. They are low in the East, South and Adamawa.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Migration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Factors of distribution: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Fertile soils, cool highlands, ports and towns attract people. Dense forest, poor soils and past slave raids explain low densities.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Factors and Migration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Major migrations: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Before independence, people moved to plantations in the South-West and Littoral. Today most move from villages and highlands to Douala and Yaoundé.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Effects: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Towns grow fast, with slums and unemployment. Villages age, but receive money from migrants.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characteristics of Cameroon's population.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 growth (about 2.6 %) and a young structure (42 % under 15).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 one major migration flow in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the Western Highlands to Douala and Yaoundé, pushed by land shortage and pulled by jobs.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Cameroon has an ______ pyramid.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densest region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migrants go to Douala and ______.</a:t>
            </a:r>
            <a:endParaRPr lang="en-US" sz="3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Draw a map of Cameroon showing dense and sparse regions and the main migration flows.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ends Population Geography; the next branch is Settlement Geography.</a:t>
            </a:r>
            <a:endParaRPr lang="en-US" sz="4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Census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recensement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croissance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densité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L'exode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plantation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bidonville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 of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Study 1: Population Change in Cameroon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growth and structure of Cameroon's population. Describe and explain its distribution. Explain the main migrations and their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and explain population change, distribution and migration in Cameroon.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Growth rate, Rural-urban migration; II. Demographic Characteristics: Numbers and growth, Structure, Distribution; III. Factors and Migration: Factors of distribution, Major migrations, Effects.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a map of Cameroon showing dense and sparse regions and the main migration flows.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UPPER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4 (Population 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“Douala” by christing-O-, CC BY 2.0, via Flickr (https://www.flickr.com/photos/76187282@N00/7227535754)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2026-09-26T18:49:34Z</dcterms:created>
  <dcterms:modified xsi:type="dcterms:W3CDTF">2026-09-26T18:49:34Z</dcterms:modified>
</cp:coreProperties>
</file>