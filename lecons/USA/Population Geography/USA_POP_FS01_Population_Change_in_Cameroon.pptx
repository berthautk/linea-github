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Population Change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Population of Cameroon. The key notions we shall use today are: census, growth rate, age-sex pyramid, density, rural-urban migration, highland-lowland migration. At the end, you should be able to do this: learners are able to describe and explain population change, distribution and migration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Theories of Population and Resources: Malthus and Boserup. The question was: Write a debate: "Population growth is a problem for Cameroon." Give two arguments for and two against.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For: rapid growth strains land, schools, jobs and forests (Malthus). Against: a growing population is a larger workforce and market, and pressure encourages innovation such as irrigation and terraces (Boserup).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growth and structure of Cameroon's population. Number 2: describe and explain its distribution. Number 3: explain the main migrations and their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is in stage 3 of the DTM. The West and Littoral are the densest regions.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had 7.7 million people in 1976 and about 29 million today. Douala and Yaoundé each have about 4 million people, while some villages in the West are losing their young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Cameroon's population grows fast and is moving to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much has it grown since 1976?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Nearly four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are people moving?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Douala, Yaoundé and other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the development of Cameroon according to its population trends.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the population of our own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of Cameroon at the censuses.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has Cameroon's population changed since 1976?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grew from 7.7 million to about 29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population pyramid of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type of pyramid does Cameroon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Expansive: many young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density by region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factors of high density in the West and North-West.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Fertile volcanic soils and a cool, healthy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main migration flows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major migration flows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Highlands to coast and towns; north to southern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effect of migration on Douala and one on villages.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slums and traffic. Villages: loss of young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Population Growth and Structure. The population of Cameroon has changed as follows. On this slide we have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Population Growth and Structure. On this slide we have Structure.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growth of the population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Population Distribution. The population of Cameroon is unevenly distributed. On this slide we have Densely populated areas.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Population Distribution. On this slide we have Sparsely populated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population density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Migration and its Effects. Migration is an important factor of change in Cameroon. On this slide we have Main flows.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Migration and its Effects. On this slide we have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migration flows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Cameroon's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fast growth (about 2.6 %) and a young structure (42 % under 15).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one major migration flow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from the Western Highlands to Douala and Yaoundé, pushed by land shortage and pulled by jobs.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expansive; number 2, Littoral; number 3,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map of Cameroon showing dense and sparse regions and the main migration flows.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Settlement: Meaning, Evolution and Early Location.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POPULATION CHANGE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 Population Change in Cameroon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Change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Population Change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Census, growth rate, age-sex pyramid, density, rural-urban migration, highland-lowland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characteristics (numbers, growth, pyramid); distribution and factors; major migration trends, causes and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population change, distribution and migration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Theories of Population and Resources: Malthus and Boserup):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debate: "Population growth is a problem for Cameroon." Give two arguments for and two against.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rapid growth strains land, schools, jobs and forests (Malthus). Against: a growing population is a larger workforce and market, and pressure encourages innovation such as irrigation and terraces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growth and structure of Cameroon's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and explain its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main migrations and their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is in stage 3 of the DTM.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West and Littoral are the densest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had 7.7 million people in 1976 and about 29 million today. Douala and Yaoundé each have about 4 million people, while some villages in the West are losing their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Cameroon's population grows fast and is moving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much has it grown since 1976?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Nearly four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people moving?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Douala, Yaoundé and other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the development of Cameroon according to its population trends.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the population of our own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of Cameroon at the censuses.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has Cameroon's population changed since 1976?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grew from 7.7 million to about 29 million.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pyramid of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pyramid does Cameroon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Expansive: many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by region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high density in the West and North-West.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volcanic soils and a cool, healthy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migration flows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major migration flows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Highlands to coast and towns; north to southern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effect of migration on Douala and one on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slums and traffic. Villages: loss of young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Population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Population Growth and Structure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population of Cameroon has changed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rose from 7.7 million in 1976 to 17.5 million in 2005 and about 28 million today. The growth rate is about 2.6 %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Population Growth and Structure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is youthful, with about 42 % under 15, and the pyramid is expansive. The dependency ratio is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Population Growth and Structure</a:t>
            </a:r>
            <a:endParaRPr lang="en-US" sz="3600" dirty="0"/>
          </a:p>
        </p:txBody>
      </p:sp>
      <p:pic>
        <p:nvPicPr>
          <p:cNvPr id="4" name="Image 0" descr="/home/claude/f4/img/v2/cmr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growth of the population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population of Cameroon is unevenly distributed: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Densely populated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West, North-West and Far North have over 100 people/km². They have fertile soils, towns, industries and old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Sparsely populated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South and Adamawa have fewer than 25 people/km². Dense forest, poor soils and poor communications explain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population density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Migration and its Effects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 is an important factor of change in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flows: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goes towards Douala and Yaoundé, and migrants from the West go to the Littoral and Centre. Crises have displaced people from the Far North, North-West and South-West.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Migration and its Effects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grow fast, with slums and unemployment. Villages lose young workers, but receive remittances.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Migration and its Effects</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migration flows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Cameroon's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growth (about 2.6 %) and a young structure (42 % under 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one major migration flow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Western Highlands to Douala and Yaoundé, pushed by land shortage and pulled by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has an ______ pyramid.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densest region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migrants go to Douala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map of Cameroon showing dense and sparse regions and the main migration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Settlement: Meaning, Evolution and Early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Census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recensement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bidonville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Population Change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growth and structure of Cameroon's population. Describe and explain its distribution. Explain the main migrations and their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population change, distribution and migration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Growth and Structure; Population Distribution; Migration and its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map of Cameroon showing dense and sparse regions and the main migration flows.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shape.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the East.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your town.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2026-09-27T09:41:51Z</dcterms:created>
  <dcterms:modified xsi:type="dcterms:W3CDTF">2026-09-27T09:41:51Z</dcterms:modified>
</cp:coreProperties>
</file>