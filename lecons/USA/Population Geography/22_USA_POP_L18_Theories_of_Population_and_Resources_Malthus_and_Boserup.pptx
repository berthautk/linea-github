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malthus, geometric growth, arithmetic growth, positive checks, preventive checks, Boserup, agricultural intensification. At the end, you should be able to do this: learners are able to compare the theories of Malthus and Boserup and apply them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Is Cameroon over-, under- or optimally populated? Write a paragraph with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as a whole is closer to underpopulation (rich resources, 59 people/km²), but some areas such as the Mandara Mountains and the Western Highlands show signs of overpopulation (land shortage, erosion, migration).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Malthus's theory. Number 2: explain Boserup's theory. Number 3: evaluate both theories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can overshoot carrying capacity. Technology can raise food production.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economist says that population growth will lead to famine. A farmer in the Mandara Mountains says that when land became scarce, his ancestors built terraces and produced more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disagree on whether population growth is good or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idea is the economist's?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Malthus's pessimistic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Whose idea is the farmer's?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Boserup's optimistic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evaluate theories of population and resources and apply them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debate whether population growth is a problem or a driver of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malthus: population outgrows food.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Malthus, how do population and food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grows geometrically (1, 2, 4, 8); food grows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drought and failed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Malthus's positive checks?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and disease that raise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boserup: pressure leads to new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According to Boserup, what does population pressure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invent new methods to produce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steep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support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Pressure on land led farmers to farm slopes intensively.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high-yield rice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Green Revolution challenge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seeds and irrigation raised food faster than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Views on Population and Resources. There are two main views. On this slide we have Pessimistic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Views on Population and Resources. On this slide we have Optimistic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Malthus's Theory (1798). Thomas Malthus stated that. On this slide we have Main idea.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Malthus's Theory (1798). On this slide we have Checks and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malthus's theory.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Boserup's Theory (1965). Ester Boserup stated that. On this slide we have Main idea.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(1965). On this slide we have Examples.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(1965). On this slide we have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boserup's theory.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views of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population outgrows food and causes crises. Boserup: pressure leads to new methods and more food.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Malthus's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 did not foresee technology and trade that increased food.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arithmetically; number 2, positive; number 3, innovation (intensification).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debate: "Population growth is a problem for Cameroon." Give two arguments for and two against.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Malthus, geometric growth, arithmetic growth, positive checks, preventive checks, Boserup, agricultural intensification.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Malthus's and Boserup's theories; their views on growth and development;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the theories of Malthus and Boserup and apply them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Cameroon over-, under- or optimally populated? Write a paragraph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as a whole is closer to underpopulation (rich resources, 59 people/km²), but some areas such as the Mandara Mountains and the Western Highlands show signs of overpopulation (land shortage, erosion,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both theories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can overshoot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economist says that population growth will lead to famine. A farmer in the Mandara Mountains says that when land became scarce, his ancestors built terraces and produced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disagree on whether population growth is good or bad.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idea is the economist's?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Malthus's pessimistic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idea is the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Boserup's optimistic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Evaluate theories of population and resources and apply them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debate whether population growth is a problem or a driver of progress.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population outgrows food.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Malthus, how do population and food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food grows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failed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Malthus's positive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MALTHUS'S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and disease that raise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Boserup: pressure leads to new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Boserup, what does population pressure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invent new methods to produce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steep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support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BOSERUP'S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on land led farmers to farm slopes intensively.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High-yield rice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Green Revolution challenge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and irrigation raised food faster than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two main views: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Pessimistic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is a threat because resources are limited. Growth leads to famine and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stimulates technology and development. People are a resource that creates new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Thomas Malthus stated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while food grows arithmetically (1, 2, 3, 4…). Population will therefore outgrow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checks (famine, disease, war) raise deaths. Preventive checks (late marriage, abstinence) lower births.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Famines in the Sahel and Ethiopia seem to support him. But he underestimated technology, trade and the fall in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Malthus's Theory (1798)</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Malthus's theory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Ester Boserup stated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"Necessity is the mother of invention": population pressure forces people to intensify farming. Fallow is shortened and new techniques are adopted.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in the Mandara Mountains and irrigation in Asia increased food production. The Green Revolution supports her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intensification in crowded areas. But it ignores environmental limits and societies that cannot innovate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Boserup's Theory (1965)</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Boserup's theory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views of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population outgrows food and causes crises. Boserup: pressure leads to new methods and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Malthus's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did not foresee technology and trade that increased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said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Famine and war are Malthus's ______ checks.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 said pressure leads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debate: "Population growth is a problem for Cameroon."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Pessimist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Pessimiste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Malthus's theory. Explain Boserup's theory. Evaluate both theories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the theories of Malthus and Boserup and apply them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General Views on Population and Resources; Malthus's Theory (1798); Boserup's Theory (1965).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debate: "Population growth is a problem for Cameroon." Give two arguments for and two against.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two series.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preventive checks too.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food production today.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