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notesMasterIdLst>
    <p:notesMasterId r:id="rId7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Theories of Population and Resources: Malthus and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Theories of Population Growth and Resources. The key notions we shall use today are: pessimistic view, optimistic view, geometric growth, arithmetic growth, checks, agricultural intensification, innovation. At the end, you should be able to do this: learners are able to explain, compare and criticise the theories of Malthus and Boserup and apply them to North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Overpopulation, Underpopulation and Optimum Population. The question was: Give the date of Malthus's essay on population.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Thomas Malthus published "An Essay on the Principle of Population" in 1798.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the pessimistic and optimistic views. Number 2: explain Malthus's theory and appraise it. Number 3: explain Boserup's theory and appraise it. Number 4: compare the two theories. Number 5: apply them to present-day issues.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Overpopulation lowers living standards. Technology raises carrying capacity. The world population passed 8 billion in 2022.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Lagdo, which has grown from 50 to more than 200 families, two elders debate. Mallam Bello says: "The land of each family is getting smaller and the soil is tired; soon there will be hunger and conflict!" Madame Fanta, head of the women's farming cooperative, answers: "More people means more hands and more minds; this pressure will push our children to irrigate from the lake and use better seeds!" A young man listening asks: "Who is right, and are these only the opinions of two elders?"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young man does not know the theories on population growth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view of Mallam Bello?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pessimistic view: population will grow faster than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view of Madame Fanta?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optimistic view: population pressure will lead to new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combine the control of population growth with innovation in farming to ensure food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future of population and food in Cameroon and the world with scientific theories.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malthus and Boserup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theorist has an optimistic view?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Ester Boserup.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food according to Malthus.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food production grow according to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Arithmetically (1, 2, 3,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drought and hunger.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"positive check" of Malthus.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Famine, war or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from forest fallow to multi-cropping.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farming when population pressure grows, according to Boserup?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intensified: fallows are shortened and new methods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Lagdo dam illustrate Boserup's theory?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Irrigation from the lake allows more food for a growing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Geometric progression.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Arithmetic progression and Checks.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Agricultural intensification.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Views on Population and Resources. There are two general views on population and resources. Copy the point on The pessimistic view on the left, then draw the diagram on the right: malthus and Boserup.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Views on Population and Resources. Copy the point on The optimistic view: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His Views. The theory of Malthus is explained as follows. Copy the point on The essay on the left, then draw the diagram on the right: the theory of Malthus.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His Views. Copy the point on Population and food: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Checks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and Weaknesses. The theory of Malthus has the following strengths and weaknesses. Copy the point on Strength: food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Strength: limits of resources: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Weakness: technology: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Weakness: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Her Views. The theory of Boserup is explained as follows. Copy the point on The book on the left, then draw the diagram on the right: the theory of Boserup.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Her Views. Copy the point on Population pressure and invention: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on the left, then draw the diagram on the right: lake Lagdo.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and Weaknesses. The theory of Boserup has the following strengths and weaknesses. Copy the point on Strength: human innovation: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Strength: real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Weakness: too optimistic: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and Weaknesses. Copy the point on Weakness: environmental damage: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Comparison and Application Today. The two theories compare and apply today as follows. Copy the point on Population growth and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Copy the point on Developing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Copy the point on Developed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Comparison and Application Today. Copy the point on A balanced view: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main difference between Malthus and Boserup.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thinks population growth leads to famine; Boserup thinks it leads to agricultural innovation.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each theory.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malthus underestimated technology; Boserup is too optimistic and ignores environmental limits.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1798; number 2, arithmetically; number 3,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settlement.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Settlement: Meaning, Evolution and Early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18: THEORIES OF POPULATION AND RESOURCES: MALTHUS AND BOSERUP</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Theories of Population and Resources: Malthus and Boserup</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Pessimistic view, optimistic view, geometric growth, arithmetic growth, checks, agricultural intensification, innovation.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views on population and resources; the Malthusian theory, its strengths and weaknesses; Boserup's theory, its strengths and weaknesses; comparison and application today.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Overpopulation, Underpopulation and Optimum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date of Malthus's essay on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Thomas Malthus published "An Essay on the Principle of Population" in 1798.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pessimistic and optimistic views.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Malthus's theory and appraise it.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Boserup's theory and appraise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two theories.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them to present-day issues.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Overpopulation lowers living standards.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Technology raises carrying capacity.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population passed 8 billion in 2022.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Lagdo, which has grown from 50 to more than 200 families, two elders debate.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Mallam Bello says: "The land of each family is getting smaller and the soil is tired; soon there will be hunger and conflict!"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Madame Fanta, head of the women's farming cooperative, answers: "More people means more hands and more minds; this pressure will push our children to irrigate from the lake and use better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man listening asks: "Who is right, and are these only the opinions of two elders?"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man does not know the theories on population growth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Mallam Bello?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pessimistic view: population will grow faster than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view of Madame Fanta?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optimistic view: population pressure will lead to new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Combine the control of population growth with innovation in farming to ensure food 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future of population and food in Cameroon and the world with scientific theories.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malthus_boserup.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Malthus and Boserup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theorist has an optimistic 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VIEWS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Ester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lthu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food according to Malthus.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food production grow according to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Arithmetically (1, 2, 3,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and hunger.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"positive check" of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MALTHUS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Famine, war or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oserup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forest fallow to multi-cropping.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farming when population pressure grows, according to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BOSERUP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intensified: fallows are shortened and new methods are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Lagdo dam illustrate Boserup's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from the lake allows more food for a growing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Population Growth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Theories of Population and Resources: Malthus and Boserup</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Geometric progression: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in which each number is multiplied by the same factor (1, 2, 4, 8, 16).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Arithmetic progression: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series in which the same number is added each time (1, 2, 3, 4, 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limit population growth, such as famine, war, disease or late marriage.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intensification: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of production on the same land through more labour, new tools and new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There are two general views on population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pessimistic view: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holds that population grows faster than resources and will cause shortages, famine and crises. Malthus and, later, the Neo-Malthusians defend this view.</a:t>
            </a:r>
            <a:endParaRPr lang="en-US" sz="3200" dirty="0"/>
          </a:p>
        </p:txBody>
      </p:sp>
      <p:pic>
        <p:nvPicPr>
          <p:cNvPr id="5" name="Image 0" descr="/home/claude/f4/img/v2/pop2_malthus_boserup.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Malthus and Boserup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Views on Population and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optimistic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holds that population growth stimulates human invention, which increases resources. Boserup defends this view, summed up by the saying "necessity is the mother of invention".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His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Malthus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essay: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Thomas Malthus, an English clergyman, published "An Essay on the Principle of Population" in 1798. He wrote at a time of rapid population growth and poverty in England.</a:t>
            </a:r>
            <a:endParaRPr lang="en-US" sz="3200" dirty="0"/>
          </a:p>
        </p:txBody>
      </p:sp>
      <p:pic>
        <p:nvPicPr>
          <p:cNvPr id="6" name="Image 0" descr="/home/claude/f4/img/v2/malthus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theory of Malthus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His Views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and food: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grows in a geometric progression (1, 2, 4, 8), while food grows in an arithmetic progression (1, 2, 3, 4). Population will therefore soon exceed food supply, which blocks economic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His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Checks: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Preventive checks, such as late marriage and moral restraint, can reduce births. If they fail, positive checks, such as famine, war and disease, reduce the population by force.</a:t>
            </a:r>
            <a:endParaRPr lang="en-US" sz="3400" dirty="0"/>
          </a:p>
        </p:txBody>
      </p:sp>
      <p:pic>
        <p:nvPicPr>
          <p:cNvPr id="6" name="Image 0" descr="/home/claude/f4/img/v2/f2t_drough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theory of Malthus has the following strengths and weaknesses: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Strength: food insecurity: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theory remains useful to understand food insecurity and famines in fast-growing regions such as the Sahel. It explains why population policies are needed.</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limits of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warns that resources such as land, water and forests are limited. Environmentalists use it to explain climate change and the exhaustion of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underestimated technology, which has greatly increased food production through fertilisers, machines and new seeds. World food production has grown faster than population since 1798.</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Malthus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theory is based on pre-industrial England and did not foresee family planning. It also ignores the unequal distribution of resources, which causes more hunger than their lack.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Her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Boserup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book: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Ester Boserup, a Danish economist, published "The Conditions of Agricultural Growth" in 1965. She studied farming systems in Africa and Asia.</a:t>
            </a:r>
            <a:endParaRPr lang="en-US" sz="3200" dirty="0"/>
          </a:p>
        </p:txBody>
      </p:sp>
      <p:pic>
        <p:nvPicPr>
          <p:cNvPr id="6" name="Image 0" descr="/home/claude/f4/img/v2/boserup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theory of Boserup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Her Views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Population pressure and invention: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When population grows, farmers are forced to find ways of producing more food: "necessity is the mother of invention". Forest fallow gives way to bush fallow, short fallow, annual cropping and multi-cropping, so population growth promotes economic development.</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Her Views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In the North, irrigated rice around the Lagdo reservoir feeds a growing population. In the Mandara Mountains, dense populations built terraces and use manure to farm the slopes intensively.</a:t>
            </a:r>
            <a:endParaRPr lang="en-US" sz="3400" dirty="0"/>
          </a:p>
        </p:txBody>
      </p:sp>
      <p:pic>
        <p:nvPicPr>
          <p:cNvPr id="6" name="Image 0" descr="/home/claude/f4/img/v2/f2t_lagdo.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Lagdo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Boserup has the following strengths and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human innovation: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power of human innovation to overcome resource limits. The Green Revolution in Asia supports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 real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many countries where farming has progressed with population growth, such as the Machakos district of Kenya. Densely populated areas often have the most intensive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too optimistic: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Innovation does not always come in time, and some areas suffer famine before new methods are adopted. It also needs capital and education that poor farmers lack.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Theory of Boserup</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Strengths and Weaknesses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 environmental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Intensification can cause soil erosion, deforestation and water shortages. It also fails where there is war or no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theories compare and apply today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and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Malthus, population growth is a threat that hinders development. For Boserup, it is a stimulus that promotes development through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sub-Saharan Africa, rapid growth causes food shortages, which supports Malthus. However, innovations such as improved seeds and irrigation support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 and over-consumption have revived Malthusian fears about the limits of the Earth. Neo-Malthusians warn that resources are being exhausted.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Comparison and Application Today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balanced view: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Neither theory is fully right. Good policies combine the control of population growth with innovation and the conservation of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difference between Malthus and Boserup.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thinks population growth leads to famine; Boserup thinks it leads to agricultural innovation.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each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Malthus underestimated technology; Boserup is too optimistic and ignores environmental limits.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Malthus published his essay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According to Malthus, food grows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Boserup's theory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Settlement: Meaning, Evolution and Early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Theory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théorie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famine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L'invention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Theories of Population and Resources: Malthus and Boserup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pessimistic and optimistic views. Explain Malthus's theory and appraise it. Explain Boserup's theory and appraise it. Compare the two theories. Apply them to present-day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compare and criticise the theories of Malthus and Boserup and apply them to North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Views on Population and Resources; His Views; Strengths and Weaknesses; Her Views; Comparison and Application Today.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comparison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two series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crises in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irrigated rice at Lagdo.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71</Slides>
  <Notes>71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71</vt:i4>
      </vt:variant>
    </vt:vector>
  </HeadingPairs>
  <TitlesOfParts>
    <vt:vector size="7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2026-09-29T12:18:49Z</dcterms:created>
  <dcterms:modified xsi:type="dcterms:W3CDTF">2026-09-29T12:18:49Z</dcterms:modified>
</cp:coreProperties>
</file>