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Theories of Population and Resources: Malthus and Boserup.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Growth and Resources, and the sub-topic is Theories of Population Growth and Resources. The key notions we shall use today are: pessimistic view, optimistic view, geometric growth, arithmetic growth, checks, agricultural intensification, innovation. At the end, you should be able to do this: learners are able to explain, compare and criticise the theories of Malthus and Boserup and apply them to North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Overpopulation, Underpopulation and Optimum Population. The question was: Give the date of Malthus's essay on population.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Thomas Malthus published "An Essay on the Principle of Population" in 1798.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distinguish the pessimistic and optimistic views. Number 2: explain Malthus's theory and appraise it. Number 3: explain Boserup's theory and appraise it. Number 4: compare the two theories. Number 5: apply them to present-day issues.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Overpopulation lowers living standards. Technology raises carrying capacity. The world population passed 8 billion in 2022.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village near Lagdo, which has grown from 50 to more than 200 families, two elders debate. Mallam Bello says: "The land of each family is getting smaller and the soil is tired; soon there will be hunger and conflict!" Madame Fanta, head of the women's farming cooperative, answers: "More people means more hands and more minds; this pressure will push our children to irrigate from the lake and use better seeds!" A young man listening asks: "Who is right, and are these only the opinions of two elders?"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young man does not know the theories on population growth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view of Mallam Bello?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pessimistic view: population will grow faster than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view of Madame Fanta?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optimistic view: population pressure will lead to new farming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combine the control of population growth with innovation in farming to ensure food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judge the future of population and food in Cameroon and the world with scientific theories.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malthus and Boserup compared.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theorist has an optimistic view?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Ester Boserup.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population and food according to Malthus.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food production grow according to Malthus?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Arithmetically (1, 2, 3,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drought and hunger.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one "positive check" of Malthus.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Famine, war or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from forest fallow to multi-cropping.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farming when population pressure grows, according to Boserup?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intensified: fallows are shortened and new methods are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Lagdo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the Lagdo dam illustrate Boserup's theory?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Irrigation from the lake allows more food for a growing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Pessimistic view.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Optimistic view and Checks.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Agricultural intensification.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Malthusian Theory (Pessimistic View). The theory of Malthus is presented as follows. Copy the point on The essay on the left, then draw the diagram on the right: population and food.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Malthusian Theory (Pessimistic View). On this slide we have Main idea.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Checks on the left, then draw the diagram on the right: drought and hunger.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Malthusian Theory (Pessimistic View). On this slide we have Strengths.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Malthusian Theory (Pessimistic View). On this slide we have Weaknesses.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Boserup's Theory (Optimistic View). The theory of Boserup is presented as follows. Copy the point on The book on the left, then draw the diagram on the right: agricultural intensification.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Boserup's Theory (Optimistic View). On this slide we have Main idea.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on the left, then draw the diagram on the right: the Lagdo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Boserup's Theory (Optimistic View). On this slide we have Strengths.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Boserup's Theory (Optimistic View). On this slide we have Weaknesses.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Boserup's Theory (Optimistic View).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Comparison and Application Today. The two theories compare and apply as follows. Copy the point on Population growth on the left, then draw the diagram on the right: malthus and Boserup compared.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Comparison and Application Today. On this slide we have Development and Developing countries.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Comparison and Application Today. On this slide we have Developed countries and Balance.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the main difference between Malthus and Boserup.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malthus thinks population growth leads to famine; Boserup thinks it leads to agricultural innovation.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weakness of each theory.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malthus underestimated technology; Boserup is too optimistic and ignores environmental limits.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1798; number 2, arithmetically; number 3,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the population of Cameroon at the 2005 census.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Population Change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18: THEORIES OF POPULATION AND RESOURCES: MALTHUS AND BOSERUP</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Theories of Population and Resources: Malthus and Boserup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Theories of Population and Resources: Malthus and Boserup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Pessimistic view, optimistic view, geometric growth, arithmetic growth, checks, agricultural intensification, innovation.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General views on population and resources; the Malthusian theory, its strengths and weaknesses; Boserup's theory, its strengths and weaknesses; comparison and application today.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compare and criticise the theories of Malthus and Boserup and apply them to North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Overpopulation, Underpopulation and Optimum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date of Malthus's essay on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Thomas Malthus published "An Essay on the Principle of Population" in 1798.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the pessimistic and optimistic views.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Malthus's theory and appraise it.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Boserup's theory and appraise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two theories.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Apply them to present-day issues.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Overpopulation lowers living standards.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Technology raises carrying capacity.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population passed 8 billion in 2022.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village near Lagdo, which has grown from 50 to more than 200 families, two elders debate.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Mallam Bello says: "The land of each family is getting smaller and the soil is tired; soon there will be hunger and conflict!"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Madame Fanta, head of the women's farming cooperative, answers: "More people means more hands and more minds; this pressure will push our children to irrigate from the lake and use better seeds!"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young man listening asks: "Who is right, and are these only the opinions of two elders?"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 man does not know the theories on population growth and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view of Mallam Bello?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pessimistic view: population will grow faster than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view of Madame Fanta?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optimistic view: population pressure will lead to new farming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Combine the control of population growth with innovation in farming to ensure food 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judge the future of population and food in Cameroon and the world with scientific theories.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VIEWS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malthus_boserup.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Malthus and Boserup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VIEWS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theorist has an optimistic view?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VIEWS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Ester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lthu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food according to Malthus.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food production grow according to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Arithmetically (1, 2, 3,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Drought and hunger.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"positive check" of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Famine, war or disease.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BOSERUP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oseru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From forest fallow to multi-cropping.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BOSERUP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farming when population pressure grows, according to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BOSERUP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intensified: fallows are shortened and new methods are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Lagdo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Lagdo dam illustrate Boserup's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from the lake allows more food for a growing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Growth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Population Growth and Resources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18: Theories of Population and Resources: Malthus and Boserup</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Pessimistic view: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belief that population growth will outstrip resources and cause crises.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Optimistic view: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belief that population growth stimulates innovation that overcomes resource limits.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factors that limit population growth, such as famine, war, disease or late marriage.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Agricultural intensification: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of production on the same land through more labour, new tools and new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Malthusian Theory (Pessimistic View)</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theory of Malthus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essay: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Thomas Malthus published "An Essay on the Principle of Population" in 1798.</a:t>
            </a:r>
            <a:endParaRPr lang="en-US" sz="3600" dirty="0"/>
          </a:p>
        </p:txBody>
      </p:sp>
      <p:pic>
        <p:nvPicPr>
          <p:cNvPr id="5" name="Image 0" descr="/home/claude/f4/img/v2/malthus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and food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Malthusian Theory (Pessimistic View)</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idea: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grows geometrically (1, 2, 4, 8…) while food grows arithmetically (1, 2, 3,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Malthusian Theory (Pessimistic View)</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Checks: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Without preventive checks (late marriage, moral restraint), positive checks (famine, war, disease) reduce the population.</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 and hunger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Malthusian Theory (Pessimistic View)</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remains useful to study food insecurity in fast-growing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warns of environmental damage and resource limits.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Malthusian Theory (Pessimistic View)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underestimated technology, which has greatly increased food production.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based on pre-industrial Europe.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ignores the unequal distribution of resources and the role of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Boserup's Theory (Optimistic View)</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theory of Boserup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book: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Ester Boserup published "The Conditions of Agricultural Growth" in 1965.</a:t>
            </a:r>
            <a:endParaRPr lang="en-US" sz="3600" dirty="0"/>
          </a:p>
        </p:txBody>
      </p:sp>
      <p:pic>
        <p:nvPicPr>
          <p:cNvPr id="5" name="Image 0" descr="/home/claude/f4/img/v2/boserup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agricultural intensification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Boserup's Theory (Optimistic View)</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idea: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pressure forces farmers to intensify: forest fallow gives way to bush fallow, short fallow, annual cropping and multi-cropping.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Boserup's Theory (Optimistic View)</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Irrigated rice around the Lagdo reservoir feeds a growing population in the North.</a:t>
            </a:r>
            <a:endParaRPr lang="en-US" sz="3600" dirty="0"/>
          </a:p>
        </p:txBody>
      </p:sp>
      <p:pic>
        <p:nvPicPr>
          <p:cNvPr id="5" name="Image 0" descr="/home/claude/f4/img/v2/f2t_lagd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Lagdo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Boserup's Theory (Optimistic View)</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shows the power of human innovation.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fits countries where farming has progressed with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Boserup's Theory (Optimistic View)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too optimistic: innovation does not always come in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Intensification can cause soil erosion and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Boserup's Theory (Optimistic View)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fails where there is war or no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Comparison and Application Today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two theories compare and apply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Malthus sees it as a threat, Boserup as a stimulus.</a:t>
            </a:r>
            <a:endParaRPr lang="en-US" sz="3600" dirty="0"/>
          </a:p>
        </p:txBody>
      </p:sp>
      <p:pic>
        <p:nvPicPr>
          <p:cNvPr id="5" name="Image 0" descr="/home/claude/f4/img/v2/pop2_malthus_boserup.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Malthus and Boserup compared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Comparison and Application Today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Malthus it hinders development, for Boserup it promotes it through technology.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Developing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sub-Saharan Africa rapid growth causes shortages, but innovations such as improved seeds and irrigation support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Comparison and Application Today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Developed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change and over-consumption revive Malthusian fears about limits.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Balance: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policies combine the control of population growth with innovation and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main difference between Malthus and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Malthus thinks population growth leads to famine; Boserup thinks it leads to agricultural innovation.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weakness of each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Malthus underestimated technology; Boserup is too optimistic and ignores environmental limits.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Malthus published his essay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According to Malthus, food grows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Boserup's theory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population of Cameroon at the 2005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Population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ressources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Theory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théorie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Invention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L'invention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L'intensification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Theories of Population and Resources: Malthus and Boserup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the pessimistic and optimistic views. Explain Malthus's theory and appraise it. Explain Boserup's theory and appraise it. Compare the two theories. Apply them to present-day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compare and criticise the theories of Malthus and Boserup and apply them to North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Malthusian Theory (Pessimistic View); Boserup's Theory (Optimistic View); Comparison and Application Today.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population of Cameroon at the 2005 census.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comparison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two series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food crises in the Sahel.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staircase.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irrigated rice at Lagdo.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2026-09-28T21:55:15Z</dcterms:created>
  <dcterms:modified xsi:type="dcterms:W3CDTF">2026-09-28T21:55:15Z</dcterms:modified>
</cp:coreProperties>
</file>