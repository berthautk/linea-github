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pessimistic view, optimistic view, geometric growth, arithmetic growth, checks, agricultural intensification, innovation. At the end, you should be able to do this: learners are able to explain, compare and criticise the theories of Malthus and Boserup and apply them to North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Give the date of Malthus's essay on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Thomas Malthus published "An Essay on the Principle of Population" in 1798.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the pessimistic and optimistic views. Number 2: explain Malthus's theory and appraise it. Number 3: explain Boserup's theory and appraise it. Number 4: compare the two theories. Number 5: apply them to present-day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Overpopulation lowers living standards. Technology raises carrying capacity. The world population passed 8 billion in 2022.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Lagdo, which has grown from 50 to more than 200 families, two elders debate. Mallam Bello says: "The land of each family is getting smaller and the soil is tired; soon there will be hunger and conflict!" Madame Fanta, head of the women's farming cooperative, answers: "More people means more hands and more minds; this pressure will push our children to irrigate from the lake and use better seeds!" A young man listening asks: "Who is right, and are these only the opinions of two elders?"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man does not know the theories on population growth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view of Mallam Bello?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pessimistic view: population will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view of Madame Fanta?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optimistic view: population pressure will lead to new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combine the control of population growth with innovation in farming to ensure food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future of population and food in Cameroon and the world with scientific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malthus and Boserup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theorist has an optimistic view?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Ester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food according to Malthus.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food production grow according to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and hunger.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"positive check"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or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from forest fallow to multi-cropping.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farming when population pressure grows, according to Boserup?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intensified: fallows are shortened and new methods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Lagdo dam illustrate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from the lake allows more food for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Pessimistic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Optimistic view and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Agricultural intensification.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Malthusian Theory (Pessimistic View). The theory of Malthus is presented as follows. Copy the point on The essay on the left, then draw the diagram on the right: population and food.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Main idea.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Checks on the left, then draw the diagram on the right: drought and hunger.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Boserup's Theory (Optimistic View). The theory of Boserup is presented as follows. Copy the point on The book on the left, then draw the diagram on the right: agricultural intensification.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Main idea.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Weaknesses.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and Application Today. The two theories compare and apply as follows. Copy the point on Population growth on the left, then draw the diagram on the right: malthus and Boserup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On this slide we have Development and Developing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On this slide we have Developed countries and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main difference between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thinks population growth leads to famine; Boserup thinks it leads to agricultural innovation.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each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underestimated technology; Boserup is too optimistic and ignores environmental limits.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arithmetically; number 3,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Pessimistic view, optimistic view, geometric growth, arithmetic growth, checks, agricultural intensification, innovation.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on population and resources; the Malthusian theory, its strengths and weaknesses; Boserup's theory, its strengths and weaknesses; comparison and application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pessimistic and optimistic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 and appraise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 and appraise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two theories.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them to present-day issues.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Overpopulation lowers living standards.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raises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Lagdo, which has grown from 50 to more than 200 families, two elders debate.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Mallam Bello says: "The land of each family is getting smaller and the soil is tired; soon there will be hunger and conflict!"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Madame Fanta, head of the women's farming cooperative, answers: "More people means more hands and more minds; this pressure will push our children to irrigate from the lake and use better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listening asks: "Who is right, and are these only the opinions of two elders?"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man does not know the theories on population growth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Mallam Bello?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pessimistic view: population will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Madame Fanta?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optimistic view: population pressure will lead to new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Combine the control of population growth with innovation in farming to ensure food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future of population and food in Cameroon and the world with scientific theories.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malthus_boseru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and Boserup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theorist has an optimistic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Ester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food according to Malthus.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food production grow according to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hunger.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"positive check"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or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forest fallow to multi-cropping.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farming when population pressure grows, according to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intensified: fallows are shortened and new methods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Lagdo dam illustrate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lake allows more food for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Pessimistic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belief that population growth will outstrip resources and cause crises.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belief that population growth stimulates innovation that overcomes resource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limit population growth, such as famine, war, disease or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intensification: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of production on the same land through more labour, new tools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Malthus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essay: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3600" dirty="0"/>
          </a:p>
        </p:txBody>
      </p:sp>
      <p:pic>
        <p:nvPicPr>
          <p:cNvPr id="5" name="Image 0" descr="/home/claude/f4/img/v2/malthu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food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while food grows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Without preventive checks (late marriage, moral restraint), positive checks (famine, war, disease) reduce the population.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 and hunger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remains useful to study food insecurity in fast-growing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warns of environmental damage and resource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underestimated technology, which has greatly increased food production.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based on pre-industrial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ignores the unequal distribution of resources and the role of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Boserup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book: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Ester Boserup published "The Conditions of Agricultural Growth" in 1965.</a:t>
            </a:r>
            <a:endParaRPr lang="en-US" sz="3600" dirty="0"/>
          </a:p>
        </p:txBody>
      </p:sp>
      <p:pic>
        <p:nvPicPr>
          <p:cNvPr id="5" name="Image 0" descr="/home/claude/f4/img/v2/boserup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agricultural intensification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pressure forces farmers to intensify: forest fallow gives way to bush fallow, short fallow, annual cropping and multi-cropping.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Irrigated rice around the Lagdo reservoir feeds a growing population in the North.</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power of human innovation.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fits countries where farming has progressed with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too optimistic: innovation does not always come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Intensification can cause soil erosion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fails where there is war or no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theories compare and apply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Malthus sees it as a threat, Boserup as a stimulus.</a:t>
            </a:r>
            <a:endParaRPr lang="en-US" sz="3600" dirty="0"/>
          </a:p>
        </p:txBody>
      </p:sp>
      <p:pic>
        <p:nvPicPr>
          <p:cNvPr id="5" name="Image 0" descr="/home/claude/f4/img/v2/pop2_malthus_boserup.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Malthus and Boserup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Malthus it hinders development, for Boserup it promotes it through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sub-Saharan Africa rapid growth causes shortages, but innovations such as improved seeds and irrigation support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 and over-consumption revive Malthusian fears about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policies combine the control of population growth with innovation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thinks population growth leads to famine; Boserup thinks it leads to agricultural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each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underestimated technology; Boserup is too optimistic and ignores environmental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essay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According to Malthus,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Boserup's theory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pessimistic and optimistic views. Explain Malthus's theory and appraise it. Explain Boserup's theory and appraise it. Compare the two theories. Apply them to present-day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Malthusian Theory (Pessimistic View); Boserup's Theory (Optimistic View); Comparison and Application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comparison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two series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crises in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irrigated rice at Lagdo.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2026-09-29T03:13:02Z</dcterms:created>
  <dcterms:modified xsi:type="dcterms:W3CDTF">2026-09-29T03:13:02Z</dcterms:modified>
</cp:coreProperties>
</file>