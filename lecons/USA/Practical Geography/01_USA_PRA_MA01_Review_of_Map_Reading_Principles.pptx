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1: Review of Map Reading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Review of map reading of the first cycle. The key notions we shall use today are: topographic map, conventional sign, key, scale, grid reference, contour, spot height. At the end, you should be able to do this: learners are able to read signs, measure distances and give grid references on a topographic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Contrast in Development within Cameroon. The question was: Compare your region with Douala using three indicators and suggest two projects.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(North vs Douala): literacy about 40 % vs 90 %; electricity access about 30 % vs 90 %; industrial jobs few vs many. Projects: tar the rural roads and build a vocational training centre.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use the key to identify conventional signs. Number 2: measure distances with the scale. Number 3: give six-figure grid references and read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map is a drawing of the Earth on a flat surface. The key explains the symbols.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receives a 1:50,000 map extract of an area near Mbé. The teacher asks them to find the village, measure the road from A to B and give the height of the highest hill.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read and measure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helps to identify symbols?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key (legend).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shows the height of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Contours and spot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every map carefully using its key, scale and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revises the basic skills needed for all map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conventional signs used on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show many features in a small space in a standard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a 1:50,000 map, A to B measures 9 cm. What is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 × 0.5 = 4.5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six-figure grid reference.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comes first in a grid reference, eastings or northings?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Eastings first, then northings.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contours and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closely spaced contours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steep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(invented, 1:50,000).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the height of the spot height and the direction of Mbé from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382 m; Mbé is south-east of the spot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Topographic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Conventional Signs and the Key. Map features are shown as follows. On this slide we have Conventional signs.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Conventional Signs and the Key. On this slide we have Key.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conventional signs.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Scales and Map Measurements. Maps are measured using the following tools. On this slide we have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Scales and Map Measurements. On this slide we have Distance and area.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Scales and Map Measurements. On this slide we have Grid references.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six-figure grid reference.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Principles of Contours. Contours follow these principles. On this slide we have Principles.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Principles of Contours. On this slide we have Slopes.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contours and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Convert 1:50,000 into a statement scale.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 cm represent 1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State two principles of contours.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join equal heights and never cross.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key; number 2, first; number 3,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map of your school with a key, a scale and a north arrow.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2: Remote Sensing, Aerial Photographs and GIS.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MAP ANALYSIS 1: REVIEW OF MAP READING PRINCIPLES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Review of Map Reading Principles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Review of map reading of the first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1: Review of Map Reading Principles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conventional sign, key, scale, grid reference, contour, spot height.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Conventional signs and symbols and the key; scales and map measurements; principles of contours.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signs, measure distances and give grid references on a topographic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Contrast in Development within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region with Douala using three indicators and suggest two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(North vs Douala): literacy about 40 % vs 90 %; electricity access about 30 % vs 90 %; industrial jobs few vs many. Projects: tar the rural roads and build a vocational training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 key to identify conventional signs.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distances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six-figure grid references and read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is a drawing of the Earth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key explains the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receives a 1:50,000 map extract of an area near Mbé. The teacher asks them to find the village, measure the road from A to B and give the height of the highest 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read and measure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helps to identify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key (legend).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the height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and spot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every map carefully using its key, scale and grid.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revises the basic skills needed for all map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conventional signs used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show many features in a small space in a standard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to B measures 9 cm. What is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0.5 = 4.5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six-figure grid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a grid reference, eastings or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first, then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closely spaced contours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 1:50,000).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height of the spot height and the direction of Mbé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382 m; Mbé is south-east of the spot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Review of map reading of the first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Map Analysis 1: Review of Map Reading Principles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Topographic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detailed map that shows relief, drainage, vegetation and human features. In Cameroon, most are at 1:50,000 or 1:200,000.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the same height above sea level. Contours show relief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 features are shown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Conventional signs: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standard symbols, colours and letters that represent features on a map. They show many features in a small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list that explains the meaning of each sign on the map. It must always be read before the map is analysed.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Maps are measured using the following tools: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ratio between a distance on the map and the real distance on the ground. It can be a statement, a representative fraction (1:50,000) or a linear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and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Straight distances are measured with a ruler and curved ones with a thread or paper strip, then converted with the scale. On a 1:50,000 map, 1 cm = 0.5 km and a 2 cm grid square = 1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Grid references: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six-figure reference gives eastings first and then northings. The third and sixth figures are tenths of the grid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six-figure grid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Contours follow these principles: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never cross and are drawn at a fixed vertical interval. Heights are written on index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contours show steep slopes and widely spaced contours show gentle slopes. Spot heights and trigonometrical stations give exact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Convert 1:50,000 into a statement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cm represent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two principles of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equal heights and never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explains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Eastings are read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Close contours show a ______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your school with a key, a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2: Remote Sensing, Aerial Photographs and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 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Spot height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coté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1: Review of Map Reading Principles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the key to identify conventional signs. Measure distances with the scale. Give six-figure grid references and read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signs, measure distances and give grid references on a topographic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Conventional Signs and the Key; Scales and Map Measurements; Principles of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map of your school with a key, a scale and a north arrow.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five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convert scales.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the reference of a point.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spacing.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extract.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2026-09-29T03:13:17Z</dcterms:created>
  <dcterms:modified xsi:type="dcterms:W3CDTF">2026-09-29T03:13:17Z</dcterms:modified>
</cp:coreProperties>
</file>