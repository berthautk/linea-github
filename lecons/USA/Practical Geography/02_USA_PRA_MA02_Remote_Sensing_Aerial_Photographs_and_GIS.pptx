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2: Remote Sensing, Aerial Photographs and GIS.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Initiation to modern cartographic techniques. The key notions we shall use today are: remote sensing, satellite image, aerial photograph, vertical, oblique, GIS, layer. At the end, you should be able to do this: learners are able to explain remote sensing and GIS and interpret simple aerial photographs.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1: Review of Map Reading Principles. The question was: Draw a map of your school with a key, a scale and a north arrow.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good map has a frame, a title ("Map of GBHS Garoua"), a key for buildings, paths and trees, a linear scale (e.g. 1 cm = 10 m) and a north arrow.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remote sensing and describe how it works. Number 2: distinguish vertical and oblique aerial photographs and interpret them. Number 3: explain GIS and its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Satellites orbit the Earth. Google Maps shows images of places.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opens a satellite image of Douala on a phone. She can see the Wouri river, the port and new buildings that are not on the old paper map of the school.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Old maps are out of date; images show new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was the image obtained?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a satellite (remote sensing).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system can combine the image with maps?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GIS.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maps, images and GIS tools to plan and protect our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introduces modern tools that geographers use to study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how remote sensing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remote sensing?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Getting information about the Earth from a distance, with satellites or aircraft.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satellite image of the Wouri estuary.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two features you can identify on the image.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estuary and the town (also mangroves).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vertical and oblique photographs.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Distinguish vertical and oblique aerial photographs.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Vertical: taken straight down like a map. Oblique: taken at an angle, showing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aerial photograph.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keys used to interpret aerial photographs.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Tone, shape and size (also texture, shadow,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gIS layers.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uses of GIS.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Town planning and disaster management (also farming,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Remote Sensing. Remote sensing can be explained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Remote Sensing. On this slide we have Basic techniques.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how remote sensing works.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Aerial Photographs and their Interpretation. Aerial photographs are classified and read as follows. On this slide we have Vertical photographs.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Aerial Photographs and their Interpretation. On this slide we have Oblique photographs.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Aerial Photographs and their Interpretation. On this slide we have Interpretation keys.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vertical and oblique photographs.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GIS Mapping. GIS can be explained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GIS Mapping. On this slide we have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gIS layers.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advantages of satellite images over paper maps.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are up to date and cover large areas.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three interpretation keys.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tone, shape and texture.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remote; number 2, oblique; number 3,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Use a phone map app to find your school and describe the land use around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3: Relief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MAP ANALYSIS 2: REMOTE SENSING, AERIAL PHOTOGRAPHS AND GIS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Remote Sensing, Aerial Photographs and GIS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modern cartographic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2: Remote Sensing, Aerial Photographs and GIS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Remote sensing, satellite image, aerial photograph, vertical, oblique, GIS,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remote sensing; basic techniques of remote sensing; aerial photograph interpretation; GIS mapping.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remote sensing and GIS and interpret simple aerial photographs.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1: Review of Map Reading Principles):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map of your school with a key, a scale and a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good map has a frame, a title ("Map of GBHS Garoua"), a key for buildings, paths and trees, a linear scale (e.g. 1 cm = 10 m) and a north 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remote sensing and describe how it works.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vertical and oblique aerial photographs and interpret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GIS and its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Satellites orbit the Earth.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Google Maps shows images of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opens a satellite image of Douala on a phone. She can see the Wouri river, the port and new buildings that are not on the old paper map of the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maps are out of date; images show new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was the image obtained?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a satellite (remote sensing).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system can combine the image with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maps, images and GIS tools to plan and protect our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introduces modern tools that geographers use to study places.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REMOTE SENSING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emote_sensin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How remote sensing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REMOTE SENSING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remote sensing?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REMOTE SENSING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Getting information about the Earth from a distance, with satellites or aircraft.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SATELLITE IMAGES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wouri_s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satellite image of the Wouri estuary.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SATELLITE IMAGES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features you can identify on the image.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SATELLITE IMAGES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estuary and the town (also mangroves).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AERIAL PHOTOGRAPHS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eria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Vertical and oblique photographs.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AERIAL PHOTOGRAPHS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vertical and oblique aerial photographs.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AERIAL PHOTOGRAPHS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Vertical: taken straight down like a map. Oblique: taken at an angle, showing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aerial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aerial photograph.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keys used to interpret aerial photographs.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INTERPRETATION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Tone, shape and size (also texture, shadow,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GIS MAPPING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is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GIS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GIS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of GIS.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GIS MAPPING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planning and disaster management (also farming,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Initiation to modern cartographic techniques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Map Analysis 2: Remote Sensing, Aerial Photographs and GIS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Remote Sensing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Remote sensing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Remote sensing is getting information about the Earth from a distance, using satellites or aircraft. Sensors record the energy reflected or emitted by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Remote Sensing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Basic techniques: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Passive sensors record reflected sunlight, while active sensors such as radar send their own signal. Images are processed by computer and shown in true or false colour.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Remote Sensing</a:t>
            </a:r>
            <a:endParaRPr lang="en-US" sz="3600" dirty="0"/>
          </a:p>
        </p:txBody>
      </p:sp>
      <p:pic>
        <p:nvPicPr>
          <p:cNvPr id="4" name="Image 0" descr="/home/claude/f4/img/v2/remote_sensin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how remote sensing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Aerial Photographs and their Interpretation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Aerial photographs are classified and read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photographs: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taken straight down and look like a map. They are used to make and update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Aerial Photographs and their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Oblique photographs: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taken at an angle and show the sides of features. Low obliques do not show the horizon, while high obliques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Aerial Photographs and their Interpretation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Interpretation keys: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Features are recognised by their tone, shape, size, texture, shadow and pattern. Their position with other features also helps.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Aerial Photographs and their Interpretation</a:t>
            </a:r>
            <a:endParaRPr lang="en-US" sz="3600" dirty="0"/>
          </a:p>
        </p:txBody>
      </p:sp>
      <p:pic>
        <p:nvPicPr>
          <p:cNvPr id="4" name="Image 0" descr="/home/claude/f4/img/v2/aeria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vertical and oblique photographs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GIS Mapping</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GIS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Geographical Information System is a computer system that stores, analyses and displays data linked to places. Each type of data is kept as a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GIS Mapping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GIS is used in town planning, disaster management, farming and health. It combines layers to answer questions, such as where to build a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GIS Mapping</a:t>
            </a:r>
            <a:endParaRPr lang="en-US" sz="3600" dirty="0"/>
          </a:p>
        </p:txBody>
      </p:sp>
      <p:pic>
        <p:nvPicPr>
          <p:cNvPr id="4" name="Image 0" descr="/home/claude/f4/img/v2/gis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GIS layers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satellite images over paper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up to date and cover large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interpretation keys.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Tone, shape and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Collecting data from a distance is ______ sensing.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photo taken at an angle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Data in GIS are stored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a phone map app to find your school and describe the land use around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3: Relief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Remote sensing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télédétection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Satellite image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L'image satellite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Aerial photograph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photographie aérienne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Sensor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capteur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Mapping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cartographie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2: Remote Sensing, Aerial Photographs and GIS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remote sensing and describe how it works. Distinguish vertical and oblique aerial photographs and interpret them. Explain GIS and its uses.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remote sensing and GIS and interpret simple aerial photographs.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Remote Sensing; Aerial Photographs and their Interpretation; GIS Mapping.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Use a phone map app to find your school and describe the land use around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steps.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what you see.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the two.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interpret a photo.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uses.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“Duala, Camerún (Douala, Cameroon)” by migmasat, Public domain 1.0, via Flickr (https://www.flickr.com/photos/197415759@N06/54386998088)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“Aerial of Greenwood, 1969” by Seattle Municipal Archives, CC BY 2.0, via Flickr (https://www.flickr.com/photos/24256351@N04/10161924795)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2026-09-29T03:13:17Z</dcterms:created>
  <dcterms:modified xsi:type="dcterms:W3CDTF">2026-09-29T03:13:17Z</dcterms:modified>
</cp:coreProperties>
</file>