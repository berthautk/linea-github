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Quantitative Techniques 2: Data Collection: Sources and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explain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plan a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write three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primary 2. systematic 3.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UPPER SIXTH ARTS  —  PRACTICAL GEOGRAPHY  —  QUANTITATIVE TECHNIQUES 2</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Data Collection: Sources and Techniques</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Upper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Statistical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Quantitative Techniques 2: Data Collection: Sources and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Primary data, secondary data, sampling, random, systematic, stratified, questionnaire, interview, focus group.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Sources of geographical data; basic sampling procedures; observation, counting, photographs and video; measurements; questionnaires, interviews and focus groups.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choose data sources, select samples and design simple questionnaires.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Distinguish primary and secondary data.</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random, systematic and stratified sampling.</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Design a simple questionnaire and plan an interview.</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Geographers collect information in the field.</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A census counts people.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wants to know why people in the town buy food at the market rather than in shops. They cannot ask everybody, so they must choose some people and prepare questions.</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collect data from part of the population.</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choosing some people called?</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Sampling.</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contains the questions?</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questionnaire.</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collect reliable data for geographical studies.</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SOURCES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data_source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Primary and secondary data.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SOURCES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primary and secondary data with one example each.</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SOURCES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collected yourself (a traffic count). Secondary: already exists (census).</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SAMPLING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sampling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Sampling methods.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SAMPLING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geographers use samples?</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SAMPLING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saves time and money when the whole population cannot be studied.</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METHODS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sampling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Random, systematic and stratified.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METHODS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would you take a systematic sample of 20 houses on a street of 200?</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METHODS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every 10th house.</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OBSERVATION AND MEASUREMENT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usa_tap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Measuring in the field.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OBSERVATION AND MEASUREMENT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tools for field measurement.</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OBSERVATION AND MEASUREMENT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Measuring tape and rain gauge (also compass, clinometer, GPS).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QUESTIONNAIRES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questionnaire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Good and bad questions.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QUESTIONNAIRES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rules for a good questionnaire.</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QUESTIONNAIRES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clear questions that are not leading or too personal.</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Data Collection: Sources and Techniques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Statistical Techniques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Quantitative Techniques 2: Data Collection: Sources and Techniques</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Primary data: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data collected by the researcher in the field.</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Secondary data: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data already collected by others, like census data.</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Sampling: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selection of a small part to represent the whole.</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Sources and Sampling (1/3)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Sources: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Primary sources include observation, counts, measurements and questionnaires. Secondary sources include census, maps, reports and weather records.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Random sampling: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Every item has an equal chance of being chosen, using random numbers. It avoids bias.</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Sources and Sampling (2/3)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Systematic and stratified: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Systematic sampling chooses at regular intervals. Stratified sampling takes each group in proportion to its size.</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Sources and Sampling (3/3)</a:t>
            </a:r>
            <a:endParaRPr lang="en-US" sz="3600" dirty="0"/>
          </a:p>
        </p:txBody>
      </p:sp>
      <p:pic>
        <p:nvPicPr>
          <p:cNvPr id="13" name="Image 0" descr="/home/claude/f4/img/v2/sampling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three methods.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Techniques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Observation and recording: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Counting, photos and videos record what is seen. Tally sheets record frequencies.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Questionnaires and interviews: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Questionnaires use short, clear questions. Interviews and focus groups give deeper opinions.</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each sampling method.</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Random: no bias. Systematic: easy. Stratified: represents all groups.</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primary and two secondary sources.</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counts, questionnaires. Secondary: census, maps.</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Data you collect yourself are ______ data.</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Every 10th house is ______ sampling.</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 group discussion is a ______ group.</a:t>
            </a:r>
            <a:endParaRPr lang="en-US" sz="3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questionnaire of five questions about how students travel to school.</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Basic Tools of Data Analysis.</a:t>
            </a:r>
            <a:endParaRPr lang="en-US"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Data</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données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Sample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L'échantillon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Questionnaire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questionnaire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Interview</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L'entretien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Survey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L'enquête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Census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recensement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Quantitative Techniques in Geography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Quantitative Techniques 2: Data Collection: Sources and Techniques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Distinguish primary and secondary data. Describe random, systematic and stratified sampling. Design a simple questionnaire and plan an interview.</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choose data sources, select samples and design simple questionnaires.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Primary data, Secondary data, Sampling; II. Sources and Sampling: Sources, Random sampling, Systematic and stratified; III. Techniques: Observation and recording, Questionnaires and interviews.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Prepare a questionnaire of five questions about how students travel to school.</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8 (Practical Geography).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“Farmers Use Ribbon Tape Measure a Crop Field” by IFPRI, CC BY-NC-ND 2.0, via Flickr (https://www.flickr.com/photos/49258007@N03/28439241155)</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2026-09-27T00:21:30Z</dcterms:created>
  <dcterms:modified xsi:type="dcterms:W3CDTF">2026-09-27T00:21:30Z</dcterms:modified>
</cp:coreProperties>
</file>