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primary data, secondary data, sampling, random, systematic, stratified, questionnaire, interview, focus group. At the end, you should be able to do this: learners are able to choose data sources, select samples and design simple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Draw a choropleth map of population density by region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Group the densities into 4–5 classes (e.g. &lt;25, 25–50, 50–100, &gt;100 per km²), shade from light to dark, and add a key. The Littoral and West appear darkest, the East and Adamawa lightest.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primary and secondary data. Number 2: describe random, systematic and stratified sampling. Number 3: design a simple questionnaire and plan an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Geographers collect information in the field. A census counts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wants to know why people in the town buy food at the market rather than in shops. They cannot ask everybody, so they must choose some people and prepare questions.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collect data from part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choosing some people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tool contains the questions?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collect data honestly and with the right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collect reliable data for geographical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primary and secondary data with one example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Primary: collected yourself (a traffic count). Secondary: already exists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geographers use samples?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saves time and money when the whole population cannot be studied.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random, systematic and stratified.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would you take a systematic sample of 20 houses on a street of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Choose every 10th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measuring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tools for field measurement.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Measuring tape and rain gauge (also compass, clinometer,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rules for a good questionnaire.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Short, clear questions that are not leading or too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Geographical Data. Geographical data come from two sources. On this slide we have Primary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On this slide we have Secondary data.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primary and secondary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Samples are taken with the following methods. On this slide we have Random sampling.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On this slide we have Systematic sampling and Stratified sampling.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Field Techniques. Data are collected in the field with the following techniques. On this slide we have Observation and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Techniques. On this slide we have Questionnaires and interviews.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good and bad questions.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each sampling method.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random: no bias. Systematic: easy. Stratified: represents all groups.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primary and two secondary 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counts, questionnaires. Secondary: census, maps.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questionnaire of five questions about how students travel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Basic Tools of Data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 Data Collection: Sources and Techniques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data, secondary data, sampling, random, systematic, stratified,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basic sampling procedures; observation, counting, photographs and video; measurements; questionnaires, interviews and focus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data sources, select samples and design simple questionnaires.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choropleth map of population density by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Group the densities into 4–5 classes (e.g. &lt;25, 25–50, 50–100, &gt;100 per km²), shade from light to dark, and add a key. The Littoral and West appear darkest, the East and Adamawa lightest.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Design a simple questionnaire and plan an interview.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Geographers collect information in the field.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know why people in the town buy food at the market rather than in shops. They cannot ask everybody, so they must choose some people and prepare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collect data from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choosing some people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contains the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data honestly and with the right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collect reliable data for geographical studies.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yourself (a traffic count). Secondary: already exists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use samples?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saves time and money when the whole population cannot be studied.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Random, systematic and stratified.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would you take a systematic sample of 20 houses on a street of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every 10th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a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tools for field measurement.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Measuring tape and rain gauge (also compass, clinometer,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for a good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clear questions that are not leading or too personal.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Geographical data come from two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collected by the researcher in the field, such as a traffic count or a questionnaire. They are up to date but take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already exist, such as censuses, maps, books and websites. They are quick to use but may be old or not precise.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Samples are taken with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using random numbers. It avoids bias.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are chosen at regular intervals, such as every 10th house. It is quick and covers the whole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and each group is sampled in proportion to its size. It makes sure all groups are represented.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Data are collected in the field with the following techniques: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Observation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Observation, counting, photographs and video record what is seen. Tapes, rain gauges, compasses, clinometers and GPS give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Questionnaires and 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has short, clear and non-leading questions. Interviews and focus groups give deeper answers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each sampling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no bias. Systematic: easy. Stratified: represents all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primary and two secondary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counts, questionnaires. Secondary: census,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you collect yourself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Every 10th house is ______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group discussion is a ______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questionnaire of five questions about how students travel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Basic Tools of Data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Describe random, systematic and stratified sampling. Design a simple questionnaire and plan an interview.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data sources, select samples and design simple questionnaires.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of Geographical Data; Basic Sampling Procedures; Field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questionnaire of five questions about how students travel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sampling.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plan a sample.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three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“Farmers Use Ribbon Tape Measure a Crop Field” by IFPRI, CC BY-NC-ND 2.0, via Flickr (https://www.flickr.com/photos/49258007@N03/28439241155)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2026-09-27T09:57:23Z</dcterms:created>
  <dcterms:modified xsi:type="dcterms:W3CDTF">2026-09-27T09:57:23Z</dcterms:modified>
</cp:coreProperties>
</file>