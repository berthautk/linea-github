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Map Analysis 9: Urban Settlements on Maps.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measure a town.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sketch the zones.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your town.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explain the CBD.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morphology 2. CBD 3. railways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PRACTICAL GEOGRAPHY  —  MAP ANALYSIS 9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Settlements on Maps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8: Understanding and carrying out statistical techniques, topographic map analysis, fieldwork and project based learning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Topographic Map Analysis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Settlement Analysis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 Analysis 9: Urban Settlements on Maps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 morphology, CBD, functional zone, land-use segregation, street pattern.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 morphology (shape, size, layout); functional zones and land-use segregation.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urban morphology and functional zones from a map.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shape, size and layout of a town.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functional zones.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land-use segregation.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Towns have a CBD, industrial and residential areas.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Towns grow along roads.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town plan shows a dense grid of buildings in the centre, factories near the railway and river, spacious houses with gardens on one side and crowded houses on another.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class must identify and explain urban zones.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dense centre called?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Central Business District (CBD).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factories near the railway?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 transport of goods.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read the structure of towns on maps.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MORPHOLOGY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topo_urba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town plan (invented).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MORPHOLOGY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the shape and street pattern of the town.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MORPHOLOGY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spreads along the river and roads; the centre has a grid pattern.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SHAPE AND SIZE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usa_aerialtow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town from the air.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SHAPE AND SIZE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you measure the size of a town on a map?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SHAPE AND SIZE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Count grid squares covered by built-up area and use the scale.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FUNCTIONAL ZONES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topo_urba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Functional zones.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FUNCTIONAL ZONES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four functional zones on the plan.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FUNCTIONAL ZONES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CBD, industrial zone, low-density and high-density residential zones.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SEGREGATION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city_model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Models of city structure.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SEGREGATION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rich and poor residential areas separated?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SEGREGATION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Land prices, income and planning separate them.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EXPLANATION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doual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Douala.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EXPLANATION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CBD in the centre?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EXPLANATION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most accessible point, where roads meet.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Urban Settlements on Maps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Topographic Map Analysis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Settlement Analysis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Map Analysis 9: Urban Settlements on Maps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Urban morphology: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shape, size and layout of a town.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Functional zone: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an area of a town with one main use, like shops, industry or housing.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Morphology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Shape: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Towns can be compact, linear along roads or star-shaped. Rivers and hills limit growth.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Layout: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Street patterns can be grid, radial or irregular. Planned areas have regular streets.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Morphology (2/2)</a:t>
            </a:r>
            <a:endParaRPr lang="en-US" sz="3600" dirty="0"/>
          </a:p>
        </p:txBody>
      </p:sp>
      <p:pic>
        <p:nvPicPr>
          <p:cNvPr id="13" name="Image 0" descr="/home/claude/f4/img/v2/topo_urba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Sketch the zones.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Zones and Segregation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Zones: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CBD has dense buildings and main roads. Industry is near railways, rivers and ports.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Residential zones: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Low-density housing has gardens and good roads; high-density housing is crowded. Some areas are informal.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Zones and Segregation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Causes of segregation: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Land values, accessibility, income and planning separate land uses. Relief and history also play a role.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three functional zones and give map evidence for one.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CBD, industrial, residential; industry: factories near the railway.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causes of land-use segregation.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Land prices and planning.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shape and layout of a town is urban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commercial centre is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Industry is near ______ and rivers.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a sketch map of the functional zones of your town.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Analysis of Cartographic Tools.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Town plan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plan de ville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Street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zone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L'habitat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Industrial zone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zone industrielle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Segregation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ségrégation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Topographic Map Analysis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 Analysis 9: Urban Settlements on Maps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the shape, size and layout of a town. Identify functional zones. Explain land-use segregation.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urban morphology and functional zones from a map.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Urban morphology, Functional zone; II. Morphology: Shape, Layout; III. Zones and Segregation: Zones, Residential zones, Causes of segregation.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a sketch map of the functional zones of your town.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8 (Practical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“Aerial of Greenwood, 1969” by Seattle Municipal Archives, CC BY 2.0, via Flickr (https://www.flickr.com/photos/24256351@N04/10161924795)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“Douala” by christing-O-, CC BY 2.0, via Flickr (https://www.flickr.com/photos/76187282@N00/7227535754)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2026-09-27T00:21:30Z</dcterms:created>
  <dcterms:modified xsi:type="dcterms:W3CDTF">2026-09-27T00:21:30Z</dcterms:modified>
</cp:coreProperties>
</file>