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Map Analysis 8: Rural Settlements on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the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site 2. random 3. linear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PRACTICAL GEOGRAPHY  —  MAP ANALYSIS 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Settlements on Maps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8: Understanding and carrying out statistical techniques, topographic map analysis, fieldwork and project based learning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8: Rural Settlements on Maps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Site, situation, nucleated, linear, dispersed, settlement pattern, Nearest Neighbour Index.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and situation from map evidence; factors of siting; rural settlement forms and patterns; distribution; Nearest Neighbour Index.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siting and patterns of rural settlements from maps and calculate the NNI.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site and situation of settlements from map evidence.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settlement forms and patterns.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and interpret the Nearest Neighbour Index.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can be nucleated, linear or dispersed.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NNI measures settlement patterns.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extract, some huts cluster at a river crossing, others line a road and others are scattered on hills. The class must describe and explain these patterns.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 must explain settlement patterns.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pattern is along the road?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index measures the pattern?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Nearest Neighbour Index (NNI).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analyse rural settlements on maps.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SITE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ite_factor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Siting factors.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SITE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factors that influence the site of a village.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SITE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supply, gentle relief and routes (also fertile soil).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 AND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topo_sett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Settlements on a map (invented).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 AND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three settlement patterns on the extract.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FORMS AND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Nucleated at the river crossing, linear along the road and dispersed on the hills.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pattern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there no settlements on steep slopes or swamps?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hard to build on, farm and reach; swamps flood.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NNI METHOD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nna_ma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Measuring nearest neighbours.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NNI METHOD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NNI formula.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NNI METHOD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Rn = 2 d̄ √(n ÷ A).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NNI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nna_sca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NNI scale.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NNI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 Rn = 0.4 and Rn = 1.8.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NNI INTERPRETATION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0.4: clustered (nucleated). 1.8: fairly regular (dispersed).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 Settlements on Maps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Topographic Map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Settlement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Analysis 8: Rural Settlements on Maps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actual land on which a settlement is built.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position of a settlement in relation to the surrounding area.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Nearest Neighbour Index: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number from 0 to 2.15 that measures the pattern of settlements.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Siting and Patterns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Siting: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evidence shows villages near water, on gentle slopes and at route junctions. Swamps and steep slopes are avoided.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Forms: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Settlements can be nucleated, linear or dispersed. Linear settlements follow roads, rivers or ridges.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Siting and Patterns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where settlements are dense or absent. Explain with relief, drainage and routes.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Siting and Patterns (3/3)</a:t>
            </a:r>
            <a:endParaRPr lang="en-US" sz="3600" dirty="0"/>
          </a:p>
        </p:txBody>
      </p:sp>
      <p:pic>
        <p:nvPicPr>
          <p:cNvPr id="13" name="Image 0" descr="/home/claude/f4/img/v2/topo_sett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the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Nearest Neighbour Index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Method: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each settlement's distance to its nearest neighbour and find the mean d̄. Rn = 2 d̄ √(n ÷ A).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Interpretation: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Rn near 0 is clustered, 1.0 is random and 2.15 is perfectly regular. Relate the result to map evidence.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= 16, A = 16 km², d̄ = 0.5 km. Find Rn.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× 0.5 × √(16 ÷ 16) = 1.0: random.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reasons for linear settlements.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Along roads for transport and along rivers for water.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land a village is built on is its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Rn = 1.0 means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Huts along a road form a ______ pattern.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the NNI for the huts in one grid square of a map extract.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Map Analysis 9: Urban Settlements on Maps.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village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site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forme de répartition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Dispersé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Linéaire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8: Rural Settlements on Maps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site and situation of settlements from map evidence. Identify settlement forms and patterns. Calculate and interpret the Nearest Neighbour Index.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siting and patterns of rural settlements from maps and calculate the NNI.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Site, Situation, Nearest Neighbour Index; II. Siting and Patterns: Siting, Forms, Distribution; III. Nearest Neighbour Index: Method, Interpretation.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the NNI for the huts in one grid square of a map extract.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8 (Practical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2026-09-27T00:21:29Z</dcterms:created>
  <dcterms:modified xsi:type="dcterms:W3CDTF">2026-09-27T00:21:29Z</dcterms:modified>
</cp:coreProperties>
</file>