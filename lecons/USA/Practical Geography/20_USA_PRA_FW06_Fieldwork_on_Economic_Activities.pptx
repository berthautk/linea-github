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6: Fieldwork on Economic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human geography. The key notions we shall use today are: farm survey, capital, cottage industry, factory, inputs, traffic count, peak hour. At the end, you should be able to do this: learners are able to survey farms, industries and traffic and explain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5: Fieldwork in Biogeography: Soils and Vegetation. The question was: Make a 1 m quadrat and record the plants in three places around the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Record each quadrat: location, species (grass, herbs, shrubs), % cover and bare ground. Example: shaded area 80 % grass; footpath 20 % grass, 80 % bare.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survey how farming changes with distance from a village. Number 2: compare the inputs of a cottage industry and a modern factory. Number 3: count and analyse traffic flows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Farms near villages are used more intensively. Factories need raw materials, labour and capital.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plans three studies: farms at different distances from a village, a pottery workshop and a brewery, and a traffic count on the main road into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study economic activities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tool will they use for farmers?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questionnaire or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study traffic?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counting vehicles at fixed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carry out surveys politely and record the answers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understand economic activities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farm intensity and distance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use and visits decrease as distance from the village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combine harvester: capital-intensive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invested capital change farm characteristics?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capital brings machines, fertiliser and higher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pottery, a cottage industry.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characteristics of a cottage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Local raw materials and family labour (also hand tools, local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inputs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Compare the labour of a cottage industry and a modern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Cottage: few family workers. Factory: many paid, skilled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traffic count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are the peak hours, and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6–8 h and 16–18 h, when people go to and return from work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Agricultural Systems. Farms are studied in the field as follows. On this slide we have Variation with distance or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Agricultural Systems. On this slide we have Influence of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farm intensity and distance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Industrial Systems. Industries are compared as follows. On this slide we have Cottage industry and Modern factory.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inputs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Traffic Flows. Traffic is studied as follows. On this slide we have Traffic count.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Traffic Flows. On this slide we have Peak hours.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traffic count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differences between a cottage industry and a factory.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labour: family vs many workers. Capital: little vs much.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traffic peak at 7 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people travel to work and school.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cottage; number 2, peak; number 3,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vehicles passing your house for 15 minutes in the morning and evening and compare.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7: Fieldwork on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6: FIELDWORK ON ECONOMIC ACTIVITIES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on Economic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human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6: Fieldwork on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 survey, capital, cottage industry, factory, inputs, traffic count, peak hour.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 (variation with distance or relief, influence of capital); industrial systems (inputs of a cottage industry and a modern factory); traffic flows (movement of goods and people, variation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survey farms, industries and traffic and explain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5: Fieldwork in Biogeography: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1 m quadrat and record the plants in three places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Record each quadrat: location, species (grass, herbs, shrubs), % cover and bare ground. Example: shaded area 80 % grass; footpath 20 % grass, 80 %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Survey how farming changes with distance from a village.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inputs of a cottage industry and a modern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Count and analyse traffic flows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near villages are used more intensively.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need raw materials, labour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plans three studies: farms at different distances from a village, a pottery workshop and a brewery, and a traffic count on the main road into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study economic activities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tool will they use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 or interview.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study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counting vehicles at fixed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 out surveys politely and record the answers accurately.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understand economic activities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 SURVEY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arm_dist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 intensity and distance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 SURVEY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 SURVEY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and visits decrease as distance from the village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INFLUENCE OF CAPITAL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combine harvester: capital-intensive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INFLUENCE OF CAPITAL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invested capital change farm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INFLUENCE OF CAPITAL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capital brings machines, fertiliser and higher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COTTAGE INDUSTRY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pott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Pottery, a cottage industry.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COTTAGE INDUSTRY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a cottage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COTTAGE INDUSTRY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raw materials and family labour (also hand tools,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FACTORY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ndustry_inpu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FACTORY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labour of a cottage industry and a modern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FACTORY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Cottage: few family workers. Factory: many paid, skilled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TRAFFIC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ffic_coun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count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TRAFFIC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are the peak hours,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TRAFFIC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6–8 h and 16–18 h, when people go to and return from work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Field investigations in human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6: Fieldwork on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Agricultural 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Farms are studied in the field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Variation with distance or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are surveyed along a line from the village or up a slope. Land use and visits usually decrease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Agricultural 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Influence of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are asked about machines, fertilisers and workers. More capital gives higher yields and larger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Agricultural Systems</a:t>
            </a:r>
            <a:endParaRPr lang="en-US" sz="3600" dirty="0"/>
          </a:p>
        </p:txBody>
      </p:sp>
      <p:pic>
        <p:nvPicPr>
          <p:cNvPr id="4" name="Image 0" descr="/home/claude/f4/img/v2/farm_dist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farm intensity and distance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Industrial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are compared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Cottage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local raw materials, family labour and hand tools. It sells to a local market.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factory: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machines, many paid skilled workers and power. Its raw materials and markets may be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Industrial Systems</a:t>
            </a:r>
            <a:endParaRPr lang="en-US" sz="3600" dirty="0"/>
          </a:p>
        </p:txBody>
      </p:sp>
      <p:pic>
        <p:nvPicPr>
          <p:cNvPr id="4" name="Image 0" descr="/home/claude/f4/img/v2/industry_inpu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inputs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Traffic Flows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Traffic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Traffic count: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Vehicles are counted by type at a point for fixed periods, such as 15 minutes each hour. The results are shown on bar or line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Traffic Flows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 hours: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is highest in the morning and evening when people go to and return from work and school. Flows are higher on main roads and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Traffic Flows</a:t>
            </a:r>
            <a:endParaRPr lang="en-US" sz="3600" dirty="0"/>
          </a:p>
        </p:txBody>
      </p:sp>
      <p:pic>
        <p:nvPicPr>
          <p:cNvPr id="4" name="Image 0" descr="/home/claude/f4/img/v2/traffic_coun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traffic count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a cottage industry and a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family vs many workers. Capital: little vs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traffic peak at 7 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to work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home-based industry is a 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Busiest times are ______ hours.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 intensity ______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vehicles passing your house for 15 minutes in the morning and evening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7: Fieldwork on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agricole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Workshop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 hour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de pointe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6: Fieldwork on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Survey how farming changes with distance from a village. Compare the inputs of a cottage industry and a modern factory. Count and analyse traffic flows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survey farms, industries and traffic and explain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 Industrial Systems; Traffic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vehicles passing your house for 15 minutes in the morning and evening and compare.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interview a farmer.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visit a workshop.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complete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“Zulu woman at a reconstructed traditional village in South Africa roll” by gbaku, CC BY-SA 2.0, via Flickr (https://www.flickr.com/photos/72105154@N00/2355358070)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2026-09-29T03:13:20Z</dcterms:created>
  <dcterms:modified xsi:type="dcterms:W3CDTF">2026-09-29T03:13:20Z</dcterms:modified>
</cp:coreProperties>
</file>