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Field Work 6: Fieldwork on Economic Activities.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interview a farmer.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visit a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complete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cottage 2. peak 3. falls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PRACTICAL GEOGRAPHY  —  FIELD WORK 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Fieldwork on Economic Activities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8: Understanding and carrying out statistical techniques, topographic map analysis, fieldwork and project based learning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Fieldwork in Geography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investigations in human geography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Work 6: Fieldwork on Economic Activities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 survey, capital, cottage industry, factory, inputs, traffic count, peak hour.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Agricultural systems (variation with distance or relief, influence of capital); industrial systems (inputs of a cottage industry and a modern factory); traffic flows (movement of goods and people, variation over time).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survey farms, industries and traffic and explain their characteristics.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how farming changes with distance from a village.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inputs of a cottage industry and a modern factory.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and analyse traffic flows over time.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Farms near villages are used more intensively.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Factories need raw materials, labour and capital.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plans three studies: farms at different distances from a village, a pottery workshop and a brewery, and a traffic count on the main road into town.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must study economic activities in the field.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tool will they use for farmers?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questionnaire or interview.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will they study traffic?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counting vehicles at fixed times.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fieldwork helps us to understand economic activities around us.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FARM SURVEY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arm_distanc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 intensity and distance (hypothetical).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FARM SURVEY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the graph show?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FARM SURVEY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 use and visits decrease as distance from the village increases.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CAPITAL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combi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combine harvester: capital-intensive farming.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CAPITAL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invested capital change farm characteristics?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CAPITAL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More capital brings machines, fertiliser and higher yields.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COTTAGE INDUSTRY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potte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Pottery, a cottage industry.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COTTAGE INDUSTRY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characteristics of a cottage industry.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COTTAGE INDUSTRY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Local raw materials and family labour (also hand tools, local market).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MODERN FACTORY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industry_inpu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Inputs compared.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MODERN FACTORY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the labour of a cottage industry and a modern factory.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MODERN FACTORY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Cottage: few family workers. Factory: many paid, skilled workers.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TRAFFIC FLOWS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traffic_coun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traffic count (hypothetical).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TRAFFIC FLOWS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are the peak hours, and why?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TRAFFIC FLOWS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6–8 h and 16–18 h, when people go to and return from work and school.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Fieldwork on Economic Activities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Fieldwork in Geography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Field investigations in human geography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 Work 6: Fieldwork on Economic Activities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Cottage industry: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small industry run at home with simple tools and family labour.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Traffic count: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counting of vehicles or people passing a point in a given time.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Agriculture and Industry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Farm survey: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Interview farmers at different distances and record crops, inputs and yields. Intensity usually falls with distance.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Cottage industry: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uses local raw materials, family labour and hand tools. It sells in local markets.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Agriculture and Industry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Modern factory: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uses machines, electricity, capital and many workers. Its location depends on raw materials, market and transport.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Agriculture and Industry (3/3)</a:t>
            </a:r>
            <a:endParaRPr lang="en-US" sz="3600" dirty="0"/>
          </a:p>
        </p:txBody>
      </p:sp>
      <p:pic>
        <p:nvPicPr>
          <p:cNvPr id="13" name="Image 0" descr="/home/claude/f4/img/v2/industry_inpu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table.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Traffic Flows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Method: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Count vehicles by type every 15 minutes at a fixed point. Repeat at different times and days.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Results: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Traffic peaks in the morning and evening and on market days. Present results with bar graphs and flow maps.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differences between a cottage industry and a factory.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Labour: family vs many workers. Capital: little vs much.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traffic peak at 7 h?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travel to work and school.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home-based industry is a ______ industry.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Busiest times are ______ hours.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 intensity ______ with distance.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Count vehicles passing your house for 15 minutes in the morning and evening and compare.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Fieldwork 7: Settlement.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L'exploitation agricole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capital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Workshop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L'atelier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Traffic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circulation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comptage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hour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L'heure de pointe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Fieldwork in Geography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Work 6: Fieldwork on Economic Activities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how farming changes with distance from a village. Compare the inputs of a cottage industry and a modern factory. Count and analyse traffic flows over time.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survey farms, industries and traffic and explain their characteristics.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Cottage industry, Traffic count; II. Agriculture and Industry: Farm survey, Cottage industry, Modern factory; III. Traffic Flows: Method, Results.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vehicles passing your house for 15 minutes in the morning and evening and compare.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8 (Practical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“John Deere Combine” by SnoShuu, CC BY-NC-ND 2.0, via Flickr (https://www.flickr.com/photos/85888233@N00/2776467094)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“Zulu woman at a reconstructed traditional village in South Africa roll” by gbaku, CC BY-SA 2.0, via Flickr (https://www.flickr.com/photos/72105154@N00/2355358070)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2026-09-27T00:21:31Z</dcterms:created>
  <dcterms:modified xsi:type="dcterms:W3CDTF">2026-09-27T00:21:31Z</dcterms:modified>
</cp:coreProperties>
</file>