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1: Analysis of Cartographic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Cartographical techniques. The key notions we shall use today are: choropleth, isopleth, dot map, proportional circles, star diagram, flow-line map, population pyramid, Lorenz curve. At the end, you should be able to do this: learners are able to choose, read and interpret cartographic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9: Urban Settlements on Maps. The question was: Draw a sketch map of the functional zones of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sketch shows the frame, title, key, scale and north arrow, with the market/centre, administrative quarter, residential areas and any factories or open land.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the main types of statistical maps. Number 2: interpret proportional circles, star diagrams and flow-line maps. Number 3: interpret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can show data. Population density differs between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Regional Delegation of Planning gives the class data on population, rainfall and migration. It asks which type of map is best for each set of data.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the right map for each data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suits rainfall?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isopleth map (isohyets).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map suits migration?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flow-line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cartographic tool for the data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present and read geographical data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choropleth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advantage and one disadvantage of a choropleth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easy to compare regions. Disadvantage: sudden changes at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isopleth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an isopleth?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line joining equal values: isohyets (rain), isotherms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proportional circles.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radius proportional to the square root of the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that the circle's area matches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flow-line map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width of a flow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volume of movement (e.g. number of 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Lorenz 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curve far from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unequal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Choropleth, Isopleth and Dot Maps. These maps show distributions as follows. On this slide we have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Isopleth and Dot Maps. On this slide we have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Isopleth and Dot Maps. On this slide we have Dot map and hachures.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 isopleth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Proportional Symbols, Star and Flow Maps. These tools show quantities and movements. On this slide we have Proportional circles.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Symbols, Star and Flow Maps. On this slide we have Star diagrams and Flow-line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flow-line map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Pyramids and the Lorenz Curve. These graphs show structure and inequality. On this slide we have Population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Pyramids and the Lorenz Curve. On this slide we have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Lorenz 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map would you use for rainfall, population by region and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isopleth, choropleth, flow-line.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Values 16 and 4: compare the radii of proportional circles.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√16 = 4 and √4 = 2: the first radius is twice the second.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isohyets; number 2, root; number 3, flow-line.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sources of secondary data.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2: Data Collection: Sources and Techniques.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QUANTITATIVE TECHNIQUES 1: ANALYSIS OF CARTOGRAPHIC TOOLS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Analysis of Cartographic Tools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Cartographical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1: Analysis of Cartographic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Choropleth, isopleth, dot map, proportional circles, star diagram, flow-line map, population pyramid, Lorenz curve.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Interpretation of choropleth, isopleth and dot maps, hachures, proportional circles, pyramids, star diagrams, flow-line maps and the Lorenz curve.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read and interpret cartographic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9: Urban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functional zones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sketch shows the frame, title, key, scale and north arrow, with the market/centre, administrative quarter, residential areas and any factories or open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main types of statistical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proportional circles, star diagrams and flow-line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can show data.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differs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Regional Delegation of Planning gives the class data on population, rainfall and migration. It asks which type of map is best for each set of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the right map for each data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suits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isopleth map (isohyets).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suits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flow-line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cartographic tool for the data you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present and read geographical data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easy to compare regions. Disadvantage: sudden changes at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soplet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isopleth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isopleth?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joining equal values: isohyets (rain), isotherms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op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Proportional circles.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radius proportional to the square root of the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that the circle's area matches the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low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flow-line map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width of a flow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volume of movement (e.g. number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Cartographical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1: Analysis of Cartographic Tools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maps show distributions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are shaded according to a value, such as population density. It is easy to compare regions but shows sudden changes at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join places of equal value, such as isohyets or isotherms. It shows gradual change but needs many data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and hachures: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dot represents a fixed number, such as 1,000 people. Hachures are short lines showing the direction of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a:t>
            </a:r>
            <a:endParaRPr lang="en-US" sz="3600" dirty="0"/>
          </a:p>
        </p:txBody>
      </p:sp>
      <p:pic>
        <p:nvPicPr>
          <p:cNvPr id="4" name="Image 0" descr="/home/claude/f4/img/v2/isoplet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 isopleth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tools show quantities and movements: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Proportional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radius is proportional to the square root of the value, so the area matches the value. They compare totals such as town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 diagrams: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radiate from a point, with lengths showing values in different directions. They show wind directions or trips.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Flow-line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width of each line shows the volume of movement, such as migrants or goods. Arrows show the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a:t>
            </a:r>
            <a:endParaRPr lang="en-US" sz="3600" dirty="0"/>
          </a:p>
        </p:txBody>
      </p:sp>
      <p:pic>
        <p:nvPicPr>
          <p:cNvPr id="4" name="Image 0" descr="/home/claude/f4/img/v2/flow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flow-line map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graphs show structure and inequality: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age and sex structure of a population with horizontal bars. A wide base shows a young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how evenly a value is shared by comparing cumulative percentages. The further the curve is from the diagonal, the more unequal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would you use for rainfall, population by region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Isopleth, choropleth, flow-line.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Values 16 and 4: compare the radii of proportional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4 and √4 = 2: the first radius is twice the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rainfall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Circle radius ∝ the square ______ of the value.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is shown on a ______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Isopleth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L'isoligne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1: Analysis of Cartographic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main types of statistical maps. Interpret proportional circles, star diagrams and flow-line maps. Interpret the Lorenz curve.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read and interpret cartographic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Choropleth, Isopleth and Dot Maps; Proportional Symbols, Star and Flow Maps; Pyramids and the Lorenz Curve.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sources of secondary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isolines.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radii.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flows.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interpret the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2026-09-28T22:24:58Z</dcterms:created>
  <dcterms:modified xsi:type="dcterms:W3CDTF">2026-09-28T22:24:58Z</dcterms:modified>
</cp:coreProperties>
</file>