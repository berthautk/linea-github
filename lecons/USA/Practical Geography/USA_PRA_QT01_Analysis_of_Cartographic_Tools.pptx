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Quantitative Techniques 1: Analysis of Cartographic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name isolines.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calculate radii.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interpret the curve.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isohyets 2. root 3. flow-line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PRACTICAL GEOGRAPHY  —  QUANTITATIVE TECHNIQUES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of Cartographic Tools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8: Understanding and carrying out statistical techniques, topographic map analysis, fieldwork and project based learning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Quantitative Techniques in Geography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Cartographical techniques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Quantitative Techniques 1: Analysis of Cartographic Tools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Choropleth, isopleth, dot map, proportional circles, star diagram, flow-line map, population pyramid, Lorenz curve.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Interpretation of choropleth, isopleth and dot maps, hachures, proportional circles, pyramids, star diagrams, flow-line maps and the Lorenz curve.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choose, read and interpret cartographic tools.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the main types of statistical maps.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proportional circles, star diagrams and flow-line maps.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the Lorenz curve.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can show data.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density differs between regions.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Regional Delegation of Planning gives the class data on population, rainfall and migration. It asks which type of map is best for each set of data.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must choose the right map for each data set.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map suits rainfall?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isopleth map (isohyets).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map suits migration?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flow-line map.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present and read geographical data on maps.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CHOROPLETH AND DOT MAPS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choroplet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choropleth map.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CHOROPLETH AND DOT MAPS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advantage and one disadvantage of a choropleth map.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CHOROPLETH AND DOT MAPS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Advantage: easy to compare regions. Disadvantage: sudden changes at boundaries.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ISOPLETHS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isoplet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isopleth map.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ISOPLETHS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an isopleth? Give two examples.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ISOPLETHS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line joining equal values: isohyets (rain), isotherms (temperature).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PROPORTIONAL CIRCLES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prop_circl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Proportional circles.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PROPORTIONAL CIRCLES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radius proportional to the square root of the value?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PROPORTIONAL CIRCLES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 that the circle's area matches the value.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STAR AND FLOW MAPS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low_map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flow-line map (hypothetical).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STAR AND FLOW MAPS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the width of a flow line show?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STAR AND FLOW MAPS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volume of movement (e.g. number of migrants).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LORENZ CURVE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orenz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60" y="1691640"/>
            <a:ext cx="9989032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Lorenz curve.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LORENZ CURVE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 curve far from the diagonal show?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LORENZ CURVE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very unequal distribution.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Analysis of Cartographic Tools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Quantitative Techniques in Geography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Cartographical techniques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Quantitative Techniques 1: Analysis of Cartographic Tools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Choropleth map: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map that shades areas according to their values.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Isopleth: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line joining places of equal value.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Lorenz curve: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graph that shows how evenly something is distributed.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Statistical Maps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Area maps: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Choropleth maps shade regions; dot maps show distribution with dots of fixed value. Hachures show slopes with short lines.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Line maps: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Isopleths join equal values like rainfall or height. Flow-line maps show movement with lines proportional to volume.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Statistical Maps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Symbol maps: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Proportional circles use radius ∝ √value. Star diagrams show wind directions or seasons.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Statistical Maps (3/3)</a:t>
            </a:r>
            <a:endParaRPr lang="en-US" sz="3600" dirty="0"/>
          </a:p>
        </p:txBody>
      </p:sp>
      <p:pic>
        <p:nvPicPr>
          <p:cNvPr id="13" name="Image 0" descr="/home/claude/f4/img/v2/isoplet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Sketch the isohyets.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Pyramids and Lorenz Curve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Pyramids: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pyramids show age and sex structure. A wide base shows high birth rates.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Lorenz curve: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Plot cumulative percentages of two variables. The further from the diagonal, the more unequal the distribution.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map would you use for rainfall, population by region and migration?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Isopleth, choropleth, flow-line.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Values 16 and 4: compare the radii of proportional circles.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√16 = 4 and √4 = 2: the first radius is twice the second.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Lines of equal rainfall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Circle radius ∝ the square ______ of the value.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Movement is shown on a ______ map.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a choropleth map of population density by region of Cameroon.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Data Collection: Sources and Techniques.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Choropleth map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carte choroplèthe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Isopleth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L'isoligne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Dot map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carte par points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 line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flux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Pyramid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pyramide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répartition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Quantitative Techniques in Geography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Quantitative Techniques 1: Analysis of Cartographic Tools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Distinguish the main types of statistical maps. Interpret proportional circles, star diagrams and flow-line maps. Interpret the Lorenz curve.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choose, read and interpret cartographic tools.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Choropleth map, Isopleth, Lorenz curve; II. Statistical Maps: Area maps, Line maps, Symbol maps; III. Pyramids and Lorenz Curve: Pyramids, Lorenz curve.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a choropleth map of population density by region of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8 (Practical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2026-09-27T00:21:30Z</dcterms:created>
  <dcterms:modified xsi:type="dcterms:W3CDTF">2026-09-27T00:21:30Z</dcterms:modified>
</cp:coreProperties>
</file>