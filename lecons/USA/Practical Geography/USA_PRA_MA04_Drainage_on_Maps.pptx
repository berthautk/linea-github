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Map Analysis 4: Drainage on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order a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calculate each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calculate density.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drainage.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Strahler 2. density 3. dendritic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PRACTICAL GEOGRAPHY  —  MAP ANALYSIS 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on Maps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8: Understanding and carrying out statistical techniques, topographic map analysis, fieldwork and project based learning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Hydrological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4: Drainage on Maps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order, Strahler, bifurcation ratio, drainage density, stream frequency, sinuosity, drainage pattern.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ordering (Strahler) and bifurcation ratio; drainage density and stream frequency; sinuosity; stream patterns; description of drainage.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order streams, calculate drainage indices and identify drainage patterns on a map.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streams using Strahler's method.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bifurcation ratio, drainage density and sinuosity.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explain drainage patterns.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streams join to form rivers.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drainage basin is the area drained by a river.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Benue basin floods often. An engineer asks the class to study a map of a small basin, order its streams and calculate indices to judge the flood risk.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class must assess flood risk from the drainage.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method orders streams?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Strahler's method.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index is linked to flood risk?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bifurcation ratio (also drainage density).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analyse rivers and flood risk from maps.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STREAM ORDER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trahl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Strahler stream ordering.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STREAM ORDER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when two 2nd-order streams meet? And a 2nd and a 1st?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STREAM ORDER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form a 3rd-order stream; 2 + 1 stays 2nd order.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BIFURCATION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bifurc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Bifurcation ratios.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BIFURCATION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Rb between orders 1 and 2 if there are 16 and 5 streams.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BIFURCATION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÷ 5 = 3.2.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DENSITY AND SINUOSITY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drainage_calc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Drainage calculations.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DENSITY AND SINUOSITY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basin of 20 km² has 50 km of streams. Find the drainage density.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DENSITY AND SINUOSITY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÷ 20 = 2.5 km per km².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drain_pattern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Drainage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pattern develops on uniform rock, and which around a volcano?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Dendritic on uniform rock; radial around a volcano.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DESCRIPTION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topo_relief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map extract (invented).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DESCRIPTION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direction does the main river flow? Give evidence.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DESCRIPTION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flows south from the northern edge, then east, from higher to lower contours.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Drainage on Maps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Topographic Map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Hydrological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Analysis 4: Drainage on Maps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order: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rank of a stream in a network, from 1 for the smallest streams.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Bifurcation ratio: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number of streams of one order divided by the number of the next order.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Drainage density: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total length of streams divided by the area of the basin.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Calculations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Strahler ordering: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streams of the same order make the next order. A lower order joining does not change the order.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Bifurcation ratio: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 = Nu ÷ Nu+1; the mean Rb is usually 3 to 5. A low Rb means a round basin and a higher flood risk.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Calculations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Other indices: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frequency is the number of streams per km². Sinuosity is channel length divided by straight length; above 1.5 means meandering.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Calculations (3/3)</a:t>
            </a:r>
            <a:endParaRPr lang="en-US" sz="3600" dirty="0"/>
          </a:p>
        </p:txBody>
      </p:sp>
      <p:pic>
        <p:nvPicPr>
          <p:cNvPr id="13" name="Image 0" descr="/home/claude/f4/img/v2/strahl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ordering.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Patterns and Description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Patterns: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Dendritic, trellis, radial, parallel and rectangular patterns reflect rock and slope. Structure controls the pattern.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Description: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the main river, its direction, tributaries and pattern. Relate the drainage to relief with map evidence.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basin has 12 first-order and 3 second-order streams. Find Rb.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÷ 3 = 4.0.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river is 9 km long; the straight line is 6 km. Find sinuosity.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÷ 6 = 1.5 (meandering).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ordering method: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Length of streams ÷ basin area = drainage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tree-like pattern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 a river network from a map, order its streams and calculate the mean bifurcation ratio.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Map Analysis 5: Vegetation on Maps.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cours d'eau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Tributary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L'affluent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Drainage basin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bassin versant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réseau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densité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méandre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4: Drainage on Maps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streams using Strahler's method. Calculate the bifurcation ratio, drainage density and sinuosity. Identify and explain drainage patterns.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order streams, calculate drainage indices and identify drainage patterns on a map.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Stream order, Bifurcation ratio, Drainage density; II. Calculations: Strahler ordering, Bifurcation ratio, Other indices; III. Patterns and Description: Patterns, Description.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a river network from a map, order its streams and calculate the mean bifurcation ratio.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8 (Practical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2026-09-27T00:22:16Z</dcterms:created>
  <dcterms:modified xsi:type="dcterms:W3CDTF">2026-09-27T00:22:16Z</dcterms:modified>
</cp:coreProperties>
</file>