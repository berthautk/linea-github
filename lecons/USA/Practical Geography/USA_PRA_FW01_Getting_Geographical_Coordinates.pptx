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Field Work 1: Getting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give bearings.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orient a map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calculate back bearings.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use a phone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plan the outing.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clockwise 2. 180° 3.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UPPER SIXTH ARTS  —  PRACTICAL GEOGRAPHY  —  FIELD WORK 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Getting Geographical Coordinates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Upper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Location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Field Work 1: Getting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Direction, bearing, compass, GPS, latitude, longitude.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Directions and bearings; the compass (meaning and uses, outdoor demonstration); the GPS (meaning and uses, outdoor demonstration with a 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find directions and bearings and obtain coordinates with a compass and a GPS.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Give directions and measure bearings.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Use a compass in the field.</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Obtain coordinates with a GPS or smartphone.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four cardinal points are N, E, S and W.</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Latitude and longitude locate places.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goes to the school field. The teacher asks each group to find the bearing of the market from the school gate and the latitude and longitude of the gate with a phone.</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locate places in the field.</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measures bearings?</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compass.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 gives latitude and longitude?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GPS (or smartphone).</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teaches us to locate places precisely.</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DIRECTIONS AND BEARINGS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bearing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Bearings.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DIRECTIONS AND BEARINGS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bearing, and what is the bearing of south-west?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DIRECTIONS AND BEARINGS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angle measured clockwise from north; south-west is 225°.</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MAP AND COMPASS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usa_topomap.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topographic map used in the field.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MAP AND COMPASS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 orient the map with a compass in the field?</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MAP AND COMPASS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that directions on the map match directions on the ground.</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BACK BEARING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bearing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Bearing school → market = 120°.</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BACK BEARING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bearing from the market back to the school.</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BACK BEARING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 + 180° = 300°.</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GPS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usa_gps.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GPS receiver.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GPS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information does a GPS give?</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GPS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longitude and altitude (also time and speed).</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FIELD DEMONSTRATION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ieldwork_step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Steps of fieldwork.</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FIELD DEMONSTRATION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safety rules for fieldwork.</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FIELD DEMONSTRATION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 groups and follow the teacher's instructions (also avoid roads and rivers).</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Getting Geographical Coordinates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Fieldwork in Geography</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Location in Geography</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Field Work 1: Getting Geographical Coordinates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Bearing: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angle of a direction measured clockwise from north, in three figures.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Compass: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an instrument with a magnetic needle that points to magnetic north.</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GPS: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satellite system that gives the exact position of a receiver.</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Directions and the Compass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Directions: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There are 4 cardinal and 12 other points (16 in all). North is 000°, east 090°, south 180° and west 270°.</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Using a compass: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Hold it flat and away from metal, point at the object and read the bearing. A back bearing adds or subtracts 180°.</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Directions and the Compass (2/2)</a:t>
            </a:r>
            <a:endParaRPr lang="en-US" sz="3600" dirty="0"/>
          </a:p>
        </p:txBody>
      </p:sp>
      <p:pic>
        <p:nvPicPr>
          <p:cNvPr id="13" name="Image 0" descr="/home/claude/f4/img/v2/bearing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compass rose.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GPS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Principle: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Satellites send signals to the receiver, which calculates its position. Smartphones have GPS inside.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Uses: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GPS records coordinates of sample sites and helps navigation and mapping. The data can be used in a GIS.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bearings of east and north-west.</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090° and 315°.</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a GPS in fieldwork.</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Recording sample sites and mapping routes.</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Bearings are measured ______ from north.</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bearing of south is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Back bearing = bearing ± ______.</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Record the coordinates of five places in your neighbourhood with a phone and plot them on a sketch.</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Fieldwork 3: Hydrology.</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Compass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boussole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Bearing</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L'azimut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North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nord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Latitude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latitude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Longitude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longitude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GPS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GPS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Fieldwork in Geography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Field Work 1: Getting Geographical Coordinates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Give directions and measure bearings. Use a compass in the field. Obtain coordinates with a GPS or smartphone.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find directions and bearings and obtain coordinates with a compass and a GPS.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Bearing, Compass, GPS; II. Directions and the Compass: Directions, Using a compass; III. The GPS: Principle, Uses.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Record the coordinates of five places in your neighbourhood with a phone and plot them on a sketch.</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8 (Practical 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“Harvey Butchart's hiking map” by brewbooks, CC BY-SA 2.0, via Flickr (https://www.flickr.com/photos/93452909@N00/5289678354)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“DAPA GPS Fruit 5” by CIAT International Center for Tropical Agriculture, CC BY-SA 2.0, via Flickr (https://www.flickr.com/photos/38476503@N08/4821530518)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2026-09-27T00:21:30Z</dcterms:created>
  <dcterms:modified xsi:type="dcterms:W3CDTF">2026-09-27T00:21:30Z</dcterms:modified>
</cp:coreProperties>
</file>