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1: Getting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Location in Geography. The key notions we shall use today are: direction, bearing, compass, GPS, latitude, longitude. At the end, you should be able to do this: learners are able to find directions and bearings and obtain coordinates with a compass and a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4: Plotting and Interpreting Graphical Tools. The question was: Draw a climograph of your town using data from the nearest weather station.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plot monthly rainfall as bars (right axis, mm) and temperature as a line (left axis, °C) for J–D. The graph shows a wet season May–October with a peak in August and a hot dry season with highs in March–April.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directions and measure bearings. Number 2: use a compass in the field. Number 3: obtain coordinates with a GPS or smartphone.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four cardinal points are N, E, S and W. Latitude and longitude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goes to the school field. The teacher asks each group to find the bearing of the market from the school gate and the latitude and longitude of the gate with a phone.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locate places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tool measures bearings?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compass.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tool gives latitude and longitude?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GPS (or smartphone).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precisely with a compass or a phone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teaches us to locate places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bearing, and what is the bearing of south-west?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angle measured clockwise from north; south-west is 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topographic map used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you orient the map with a compass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that directions on the map match directions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bearing school → market = 120°.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Find the bearing from the market back to the school.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 + 180° =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GPS receiver.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information does a GPS give?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longitude and altitude (also time and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steps of fieldwork.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safety rules for fieldwork.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Stay in groups and follow the teacher's instructions (also avoid roads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Directions and Bearings. Directions are given in two ways. On this slide we have Directions and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bearings.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Compass. The compass is used as follows. On this slide we have Meaning and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Compass. On this slide we have Outdoor demonstration.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GPS. The GPS is used as follows. On this slide we have Meaning and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GPS. On this slide we have Outdoor demonstration.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steps of fieldwork.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bearings of east and north-west.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090° and 315°.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uses of a GPS in fieldwork.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recording sample sites and mapping routes.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clockwise; number 2, 180°; number 3,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Record the coordinates of five places in your neighbourhood with a phone and plot them on a sketch.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3: Fieldwork in Hydrology: Running Water.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1: GETTING GEOGRAPHICAL COORDINATES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Getting Geographical Coordinates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1: Getting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Direction, bearing, compass, GPS,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Directions and bearings; the compass (meaning and uses, outdoor demonstration); the GPS (meaning and uses, outdoor demonstration with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directions and bearings and obtain coordinates with a compass and a GPS.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4: Plotting and Interpreting Graphical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climograph of your town using data from the nearest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plot monthly rainfall as bars (right axis, mm) and temperature as a line (left axis, °C) for J–D. The graph shows a wet season May–October with a peak in August and a hot dry season with highs in March–April.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directions and measure bearings.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a compass in the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Obtain coordinates with a GPS or smartphone.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four cardinal points are N, E, S and 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 and longitude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goes to the school field. The teacher asks each group to find the bearing of the market from the school gate and the latitude and longitude of the gate with a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locate places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measures bearings?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gives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GPS (or smartphone).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precisely with a compass or a phone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teaches us to locate places precisely.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bearing, and what is the bearing of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angle measured clockwise from north; south-west is 225°.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 used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 orient the map with a compass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that directions on the map match directions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 school → market = 120°.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bearing from the market back to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 + 180° = 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gp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GPS receiver.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information does a GPS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longitude and altitude (also time and speed).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Steps of fieldwork.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safety rules for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 groups and follow the teacher's instructions (also avoid 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in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Directions and Bearings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Directions are given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16 points of the compass (N, NNE, NE…) describe direction in words. They are less precise than bearings.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angle measured clockwise from north, from 000° to 360°. The back bearing is the bearing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Directions and Bearings</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Compass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compass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compass has a magnetic needle that points to magnetic north. It is used to find directions and to orient maps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Compass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Outdoor demonstration: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Hold the compass flat, point the arrow at the target and turn the dial until the needle sits on N. Read the bearing on the dial.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GPS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Global Positioning System uses satellites to give latitude, longitude and altitude. It is used in navigation, mapping and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Outdoor demonstration: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Open a map or GPS app on a phone and wait for a good signal. Record the coordinates of each place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steps of fieldwork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bearings of east and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090° and 315°.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a GPS in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Recording sample sites and mapping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Bearings are measured ______ from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bearing of south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Back bearing = bearing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 the coordinates of five places in your neighbourhood with a phone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3: Fieldwork in Hydrology: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boussole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L'azimut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1: Getting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directions and measure bearings. Use a compass in the field. Obtain coordinates with a GPS or smartphone.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directions and bearings and obtain coordinates with a compass and a GPS.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Directions and Bearings; The Compass; The GPS.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Record the coordinates of five places in your neighbourhood with a phone and plot them on a sketch.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bearings.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orient a map outside.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back bearings.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a phone app.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the outing.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“DAPA GPS Fruit 5” by CIAT International Center for Tropical Agriculture, CC BY-SA 2.0, via Flickr (https://www.flickr.com/photos/38476503@N08/4821530518)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2026-09-27T10:08:21Z</dcterms:created>
  <dcterms:modified xsi:type="dcterms:W3CDTF">2026-09-27T10:08:21Z</dcterms:modified>
</cp:coreProperties>
</file>