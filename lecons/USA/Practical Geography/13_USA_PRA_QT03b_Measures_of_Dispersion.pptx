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Quantitative Techniques 3 (Part 2): Measures of Dispersion: Variance, Standard Deviation and Coefficient of Variation.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Quantitative Techniques in Geography, and the sub-topic is Statistical Techniques. The key notions we shall use today are: dispersion, deviation, variance, standard deviation, coefficient of variation, population (σ), sample (s). At the end, you should be able to do this: learners are able to calculate and interpret the variance, standard deviation and coefficient of variation of geographical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Quantitative Techniques 3 (Part 1): Measures of Central Tendency, Range and Quartiles. The question was: Calculate the mean of 3, 5, 7 and 9.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(3 + 5 + 7 + 9) ÷ 4 = 24 ÷ 4 = 6.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define dispersion and variance. Number 2: calculate the variance. Number 3: calculate the standard deviation step by step. Number 4: calculate and interpret the coefficient of variation.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Mean = Σx ÷ n. The range uses only two values. The IQR ignores outliers.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Two farmers near Garoua both harvest an average of 20 bags of maize a year. Over five years, the first harvested 19, 20, 21, 20 and 20 bags, while the second harvested 5, 35, 12, 30 and 18 bags. The bank must lend money to the more reliable farmer. The bank officer asks: "The averages are the same, so how can we measure which harvest varies more?"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officer does not know how to measure the spread of data around the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Whose harvests are more regular?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first farmer's.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measure uses every value to show spread?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standard deviation.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the standard deviation and coefficient of variation to compare the reliability of rainfall or harvests.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gives the most important measures of spread used in geography, for rainfall, yields, temperatures and populations.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variance worked examples.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the first step in calculating the variance?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Calculate the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standard deviation of household ages.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If the variance is 7, what is the standard deviation?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√7 ≈ 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a standard deviation table.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are the deviations squared?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remove the negative signs.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the coefficient of variation.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Calculate the CV if SD = 10.05 and mean = 13.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10.05 ÷ 13 × 100 ≈ 77.3 %.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the climate of Garoua.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Would monthly rainfall in Garoua have a high or low CV?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High: some months have almost no rain and others over 200 mm.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Dispersion and Variance (σ² or s²).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Standard deviation (σ or s) and Coefficient of variation (CV).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Variance. The variance is calculated as follows. Copy the point on Formula on the left, then draw the diagram on the right: worked examples.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Variance. On this slide we have Steps.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Variance. On this slide we have Example and Sample or population.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Standard Deviation. The standard deviation is calculated and interpreted as follows. Copy the point on Formula on the left, then draw the diagram on the right: a standard deviation table.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Example 1 on the left, then draw the diagram on the right: household ages.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Standard Deviation. On this slide we have Example 2 and Interpretation.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Standard Deviation. On this slide we have Advantage.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Coefficient of Variation. The coefficient of variation is calculated and interpreted as follows. Copy the point on Formula on the left, then draw the diagram on the right: the coefficient of variation.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Coefficient of Variation. On this slide we have Example.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Interpretation on the left, then draw the diagram on the right: the climate of Garoua.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Coefficient of Variation. On this slide we have Use.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Calculate the SD of 2, 4, 4, 4, 5, 5, 7, 9.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mean = 40 ÷ 8 = 5; Σ(x − x̄)² = 32; variance = 4; SD = 2.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the CV useful when comparing two stations?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expresses the spread relative to the mean, so stations with different means can be compared.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root; number 2, squared; number 3,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Rank these values from highest to lowest: 12, 30, 25, 18.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Quantitative Techniques 3 (Part 3): Measures of Association: Spearman's Rank Correlation.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QUANTITATIVE TECHNIQUES 3 (PART 2): MEASURES OF DISPERSION: VARIANCE, STANDARD DEVIATION AND COEFFICIENT OF VARIATION</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Quantitative Techniques 3 (Part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Measures of Dispersion: Variance, Standard Deviation and Coefficient of Variation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Quantitative Techniques in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Statistical Techniques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Quantitative Techniques 3 (Part 2): Measures of Dispersion: Variance, Standard Deviation and Coefficient of Variation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Dispersion, deviation, variance, standard deviation, coefficient of variation, population (σ), sample (s).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Variance: meaning, formula and calculation; standard deviation: steps and worked examples; coefficient of variation.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calculate and interpret the variance, standard deviation and coefficient of variation of geographical data.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(Quantitative Techniques 3 (Part 1): Measures of Central Tendency, Range and Quartiles):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mean of 3, 5, 7 and 9.</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(3 + 5 + 7 + 9) ÷ 4 = 24 ÷ 4 = 6.</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dispersion and variance.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the variance.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the standard deviation step by step.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and interpret the coefficient of variation.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Mean = Σx ÷ 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range uses only two values.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IQR ignores outliers.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Two farmers near Garoua both harvest an average of 20 bags of maize a year.</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Over five years, the first harvested 19, 20, 21, 20 and 20 bags, while the second harvested 5, 35, 12, 30 and 18 bags.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bank must lend money to the more reliable farmer.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bank officer asks: "The averages are the same, so how can we measure which harvest varies more?"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officer does not know how to measure the spread of data around the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Whose harvests are more regular?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first farmer's.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measure uses every value to show spread?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standard deviation.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the standard deviation and coefficient of variation to compare the reliability of rainfall or harvests.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gives the most important measures of spread used in geography, for rainfall, yields, temperatures and populations.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VARIANCE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tat2_variance.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Variance worked examples.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VARIANCE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first step in calculating the variance?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VARIANCE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STANDARD DEVIATION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tat2_sd.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Standard deviation of household ages.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STANDARD DEVIATION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If the variance is 7, what is the standard deviation?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STANDARD DEVIATION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√7 ≈ 2.65.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STANDARD DEVIATION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s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standard deviation table.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STANDARD DEVIATION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 deviations squared?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STANDARD DEVIATION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remove the negative signs.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COEFFICIENT OF VARIATION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stat2_cv.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coefficient of variation.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COEFFICIENT OF VARIATION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CV if SD = 10.05 and mean = 13.</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COEFFICIENT OF VARIATION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10.05 ÷ 13 × 100 ≈ 77.3 %.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COEFFICIENT OF VARIATION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garoua_cl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climate of Garoua.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COEFFICIENT OF VARIATION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Would monthly rainfall in Garoua have a high or low CV?</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COEFFICIENT OF VARIATION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 some months have almost no rain and others over 200 mm.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Quantitative Techniques in Geography</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Statistical Techniques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Quantitative Techniques 3 (Part 2): Measures of Dispersion: Variance, Standard Deviation and Coefficient of Variation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Dispersion: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spread of the values of a set of data around the mean.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Variance (σ² or s²):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mean of the squared deviations from the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Standard deviation (σ or 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square root of the variance; it shows how closely values cluster around the mean.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Coefficient of variation (CV):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standard deviation expressed as a percentage of the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Variance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variance is calculated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Formula: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Variance = Σ(x − x̄)² ÷ n.</a:t>
            </a:r>
            <a:endParaRPr lang="en-US" sz="3600" dirty="0"/>
          </a:p>
        </p:txBody>
      </p:sp>
      <p:pic>
        <p:nvPicPr>
          <p:cNvPr id="5" name="Image 0" descr="/home/claude/f4/img/v2/stat2_variance.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worked examples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Variance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Calculate the mean.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Subtract the mean from each value.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Square each deviation.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Add the squares and divide by 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Variance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Heights 610, 450, 160, 420, 310 mm: mean = 390, Σ(x − x̄)² = 112,200, variance = 112,200 ÷ 5 = 22,440 mm².</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Sample or population: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a sample, statisticians divide by n − 1; for most GCE data treated as a whole set, we divide by 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Standard Deviation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standard deviation is calculated and interpreted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Formula: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SD = √[Σ(x − x̄)² ÷ n]; it is the most used measure of dispersion in GCE geography.</a:t>
            </a:r>
            <a:endParaRPr lang="en-US" sz="3600" dirty="0"/>
          </a:p>
        </p:txBody>
      </p:sp>
      <p:pic>
        <p:nvPicPr>
          <p:cNvPr id="5" name="Image 0" descr="/home/claude/f4/img/v2/sd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standard deviation table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Standard Deviation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Example 1: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Minimum ages in 10 households (5, 8, 3, 2, 7, 9, 8, 2, 2, 4): mean = 5, Σ(x − x̄)² = 70, variance = 7, SD = √7 ≈ 2.65 years.</a:t>
            </a:r>
            <a:endParaRPr lang="en-US" sz="3600" dirty="0"/>
          </a:p>
        </p:txBody>
      </p:sp>
      <p:pic>
        <p:nvPicPr>
          <p:cNvPr id="5" name="Image 0" descr="/home/claude/f4/img/v2/stat2_sd.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household ages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Standard Deviation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2: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12, 6, 7, 3, 15, 10, 18, 5: mean = 9.5, Σ(x − x̄)² = 190, variance = 23.75, SD ≈ 4.87.</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Interpretation: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small SD means values cluster close to the mean; a large SD means they are widely spread.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Standard Deviation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Advantage: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Unlike the range and the IQR, it uses every value in the set.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Coefficient of Variation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coefficient of variation is calculated and interpreted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Formula: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CV = SD ÷ mean × 100 (%).</a:t>
            </a:r>
            <a:endParaRPr lang="en-US" sz="3600" dirty="0"/>
          </a:p>
        </p:txBody>
      </p:sp>
      <p:pic>
        <p:nvPicPr>
          <p:cNvPr id="5" name="Image 0" descr="/home/claude/f4/img/v2/stat2_cv.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coefficient of variation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Coefficient of Variation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station with SD = 10.05 and mean = 13 has CV = 10.05 ÷ 13 × 100 ≈ 77.3 %.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Coefficient of Variation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Interpretation: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A high CV shows very variable data, like the monthly rainfall of Garoua; a low CV shows regular data.</a:t>
            </a:r>
            <a:endParaRPr lang="en-US" sz="3600" dirty="0"/>
          </a:p>
        </p:txBody>
      </p:sp>
      <p:pic>
        <p:nvPicPr>
          <p:cNvPr id="5" name="Image 0" descr="/home/claude/f4/img/v2/garoua_climate_big.png">    </p:cNvPr>
          <p:cNvPicPr>
            <a:picLocks noChangeAspect="1"/>
          </p:cNvPicPr>
          <p:nvPr/>
        </p:nvPicPr>
        <p:blipFill>
          <a:blip r:embed="rId1"/>
          <a:stretch>
            <a:fillRect/>
          </a:stretch>
        </p:blipFill>
        <p:spPr>
          <a:xfrm>
            <a:off x="5349240" y="2461422"/>
            <a:ext cx="6659575" cy="291356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climate of Garoua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Coefficient of Variation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compares the variability of data with different means or units, such as rainfall of Garoua and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SD of 2, 4, 4, 4, 5, 5, 7, 9.</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Mean = 40 ÷ 8 = 5; Σ(x − x̄)² = 32; variance = 4; SD = 2.</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CV useful when comparing two stations?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expresses the spread relative to the mean, so stations with different means can be compared.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SD is the square ______ of the variance.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Deviations are ______ to remove negative signs.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CV = SD ÷ ______ × 100.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Rank these values from highest to lowest: 12, 30, 25, 18.</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Quantitative Techniques 3 (Part 3): Measures of Association: Spearman's Rank Correlation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Dispersion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dispersion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Variance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variance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Standard deviation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L'écart type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Coefficient of variation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coefficient de variation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Deviation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L'écart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Square root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racine carrée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Quantitative Techniques in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Quantitative Techniques 3 (Part 2): Measures of Dispersion: Variance, Standard Deviation and Coefficient of Variation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dispersion and variance. Calculate the variance. Calculate the standard deviation step by step. Calculate and interpret the coefficient of variation.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calculate and interpret the variance, standard deviation and coefficient of variation of geographical data.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The Variance; The Standard Deviation; The Coefficient of Variation.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Rank these values from highest to lowest: 12, 30, 25, 18.</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write the steps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use a calculator for the square root.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add the deviations without squaring.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calculate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read the rainfall bars.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Statistical Techniques in Geographical Analysis (USA),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2026-09-29T03:13:19Z</dcterms:created>
  <dcterms:modified xsi:type="dcterms:W3CDTF">2026-09-29T03:13:19Z</dcterms:modified>
</cp:coreProperties>
</file>