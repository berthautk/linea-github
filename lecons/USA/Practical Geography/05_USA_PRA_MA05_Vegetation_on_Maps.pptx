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5: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Biogeographical Analysis. The key notions we shall use today are: forest, grassland, scrub, swamp, gallery forest, distribution. At the end, you should be able to do this: learners are able to identify, locate and explain vegetation types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4: Drainage on Maps. The question was: Trace a river network from a map, order its streams and calculate the mean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16 first-order, 5 second-order and 1 third-order streams. Rb(1–2) = 16 ÷ 5 = 3.2; Rb(2–3) = 5 ÷ 1 = 5.0; mean Rb = (3.2 + 5.0) ÷ 2 = 4.1.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distribution. Number 3: explain the distribution using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forests and savannas. Trees grow along rivers in the savanna.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of the Adamawa, the class notices forest symbols on the hills and along rivers, while most of the area has grassland symbols. They must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vegetation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hills and along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Grassland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forests and grasslands shown on the maps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link vegetation to relief, water and people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is on the high slopes in the north-west and along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change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clearing for farms, bush fires, grazing and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map extract to sketch.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a vegetation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frame, title, key, scale, north arrow and the vegetation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Vegetation. Vegetation on maps is identified and located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Vegetation.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of the Distribution. The distribution of vegetation is explained by the following factors. On this slide we have Relief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Sketch Map. A vegetation sketch map is drawn as follows. On this slide we have Elements.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Sketch Map. On this slide we have Method.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one human reason for vegetation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relief and drainage; clearing for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gallery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along rivers in a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flat (badly drained);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types around your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6: Transport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5: VEGETATION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5: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grassland, scrub, swamp, gallery forest,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(forests, grasslands, scrub); location and distribution; explanation by relief, drainage, climate and human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4: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16 first-order, 5 second-order and 1 third-order streams. Rb(1–2) = 16 ÷ 5 = 3.2; Rb(2–3) = 5 ÷ 1 = 5.0; mean Rb = (3.2 + 5.0) ÷ 2 = 4.1.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 using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forests and savannas.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grow along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of the Adamawa, the class notices forest symbols on the hills and along rivers, while most of the area has grassland symbols. They must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vegetation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hills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forests and grasslands shown on the maps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link vegetation to relief, water and people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on the high slopes in the north-west and along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clearing for farms, bush fires, grazing and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Map extract to sketch.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a vegetation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north arrow and the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Biogeographical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on maps is identified and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scrub and swamps are shown by special symbols and colours in the key. Gallery forests follow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where each type is found using grid references, heights and directions. Say whether it is continuous, scattered or in patches.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vegetation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often cover steep slopes that are not farmed. Swamps and gallery forests occur where 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rainfall supports dense forest, while a long dry season gives savanna. High altitude brings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 farms, settlements and roads removes vegetation. Forest reserves and plantations show protection or planting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vegetation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map needs a frame, a title, a key, a scale and a north arrow. The vegetation zones are shaded with different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frame with the same grid as the extract and copy the main river for reference. Then outline and shade each vegetation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one human reason for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drainage; clearing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along rivers in a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rivers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found on ______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Fires reduce ______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5: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distribution. Explain the distribution using map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Vegetation; Explanation of the Distribution; Vegetation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types around your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gallery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human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2026-09-29T12:19:05Z</dcterms:created>
  <dcterms:modified xsi:type="dcterms:W3CDTF">2026-09-29T12:19:05Z</dcterms:modified>
</cp:coreProperties>
</file>