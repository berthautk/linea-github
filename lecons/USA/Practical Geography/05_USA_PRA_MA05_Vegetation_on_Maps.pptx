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Map Analysis 5: Vegetation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Topographic Map Analysis, and the sub-topic is Biogeographical Analysis. The key notions we shall use today are: forest, grassland, scrub, swamp, gallery forest, distribution. At the end, you should be able to do this: learners are able to identify, locate and explain vegetation types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Map Analysis 4: Drainage on Maps. The question was: Trace a river network from a map, order its streams and calculate the mean bifurcation ratio.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16 first-order, 5 second-order and 1 third-order streams. Rb(1–2) = 16 ÷ 5 = 3.2; Rb(2–3) = 5 ÷ 1 = 5.0; mean Rb = (3.2 + 5.0) ÷ 2 = 4.1.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vegetation types from map symbols. Number 2: describe their distribution. Number 3: explain the distribution using map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forests and savannas. Trees grow along rivers in the savanna.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map extract of the Adamawa, the class notices forest symbols on the hills and along rivers, while most of the area has grassland symbols. They must explain this pattern.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explain the vegetation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is the forest?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On hills and along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covers most of the area?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Grassland (savanna).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forests and grasslands shown on the maps of our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link vegetation to relief, water and people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vegetation signs.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three vegetation types shown by map symbols.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Forest, grassland and swamp (also scrub).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vegetation on a map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distribution of forest on the extract.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Forest is on the high slopes in the north-west and along the river (gallery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savanna with trees along a stream.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gallery forest grow along rivers?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soil has water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bush fire.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people change vegetation?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clearing for farms, bush fires, grazing and planting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map extract to sketch.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should a vegetation sketch map include?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frame, title, key, scale, north arrow and the vegetation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and Distribution of Vegetation. Vegetation on maps is identified and located as follows. On this slide we have Types.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and Distribution of Vegetation. On this slide we have Distribution.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vegetation on a map (invented).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Explanation of the Distribution. The distribution of vegetation is explained by the following factors. On this slide we have Relief and drainage.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Explanation of the Distribution. On this slide we have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Explanation of the Distribution. On this slide we have Human activity.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Sketch Map. A vegetation sketch map is drawn as follows. On this slide we have Elements.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Sketch Map. On this slide we have Method.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physical and one human reason for vegetation distribution.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relief and drainage; clearing for farms.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gallery forest?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forest along rivers in a savanna.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gallery; number 2, flat (badly drained); number 3,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of the vegetation types around your school.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Map Analysis 6: Transport on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MAP ANALYSIS 5: VEGETATION ON MAPS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Map Analysis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Vegetation on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Topographic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Biogeographical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Analysis 5: Vegetation on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Forest, grassland, scrub, swamp, gallery forest,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(forests, grasslands, scrub); location and distribution; explanation by relief, drainage, climate and human activity.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locate and explain vegetation types on a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(Map Analysis 4: Drainage on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Trace a river network from a map, order its streams and calculate the mean bifurcation ratio.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16 first-order, 5 second-order and 1 third-order streams. Rb(1–2) = 16 ÷ 5 = 3.2; Rb(2–3) = 5 ÷ 1 = 5.0; mean Rb = (3.2 + 5.0) ÷ 2 = 4.1.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vegetation types from map symbols.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their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distribution using map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forests and savannas.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Trees grow along rivers in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extract of the Adamawa, the class notices forest symbols on the hills and along rivers, while most of the area has grassland symbols. They must explain this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explain the vegetation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hills and along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covers most of the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Grassland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forests and grasslands shown on the maps of our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link vegetation to relief, water and people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ig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Vegetation signs.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vegetation types shown by map symbols.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 grassland and swamp (also scrub).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opo_ve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Vegetation on a map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distribution of forest on the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 is on the high slopes in the north-west and along the river (gallery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RELIEF AND DRAINAGE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Savanna with trees along a stream.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RELIEF AND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gallery forest grow along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RELIEF AND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has water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ACTIVITY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bushfi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bush fire.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ACTIVITY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people change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ACTIVITY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clearing for farms, bush fires, grazing and planting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VEGETATION SKETCH MAP</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opo_ve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Map extract to sketch.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VEGETATION SKETCH MAP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should a vegetation sketch map include?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VEGETATION SKETCH MAP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frame, title, key, scale, north arrow and the vegetation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Topographic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Biogeographical Analysis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5: Vegetation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Distribution of Vegetation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Vegetation on maps is identified and located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grasslands, scrub and swamps are shown by special symbols and colours in the key. Gallery forests follow rivers in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Distribution of Vegetation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where each type is found using grid references, heights and directions. Say whether it is continuous, scattered or in patches.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Distribution of Vegetation</a:t>
            </a:r>
            <a:endParaRPr lang="en-US" sz="3600" dirty="0"/>
          </a:p>
        </p:txBody>
      </p:sp>
      <p:pic>
        <p:nvPicPr>
          <p:cNvPr id="4" name="Image 0" descr="/home/claude/f4/img/v2/topo_ve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vegetation on a map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Explanation of the Distribution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distribution of vegetation is explained by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and drainage: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often cover steep slopes that are not farmed. Swamps and gallery forests occur where the soil is wet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Explanation of the Distribution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rainfall supports dense forest, while a long dry season gives savanna. High altitude brings montane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Explanation of the Distribution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Clearing for farms, settlements and roads removes vegetation. Forest reserves and plantations show protection or planting by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Vegetation Sketch Map</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vegetation sketch map is drawn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Elements: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sketch map needs a frame, a title, a key, a scale and a north arrow. The vegetation zones are shaded with different symbols.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Vegetation Sketch Map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Method: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frame with the same grid as the extract and copy the main river for reference. Then outline and shade each vegetation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physical and one human reason for vegetation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Relief and drainage; clearing for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gallery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 along rivers in a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Forest along rivers is ______ forest.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Swamps are found on ______ land.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Fires reduce ______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vegetation types around your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6: Transport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Vegetation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végétation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Grassland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Swamp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marécage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Scrub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réserve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Topographic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Map Analysis 5: Vegetation on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vegetation types from map symbols. Describe their distribution. Explain the distribution using map evidence.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locate and explain vegetation types on a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Types and Distribution of Vegetation; Explanation of the Distribution; Vegetation Sketch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of the vegetation types around your school.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symbols.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explain gallery forest.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human effects.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a sketch.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“20111216-NRCS-LSC-0355” by USDAgov, CC BY 2.0, via Flickr (https://www.flickr.com/photos/41284017@N08/6551564351)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2026-09-29T03:13:18Z</dcterms:created>
  <dcterms:modified xsi:type="dcterms:W3CDTF">2026-09-29T03:13:18Z</dcterms:modified>
</cp:coreProperties>
</file>