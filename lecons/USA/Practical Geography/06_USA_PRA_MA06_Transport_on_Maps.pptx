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6: Transport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Economic Activity Analysis. The key notions we shall use today are: transport network, node, link, topological diagram, beta index, detour index. At the end, you should be able to do this: learners are able to analyse transport networks on maps with diagrams and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5: Vegetation on Maps. The question was: Draw a sketch map of the vegetation types around your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sketch shows a frame, title, key, scale and north arrow, with zones such as school garden, grass field, shade trees and bare ground.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transport patterns on a map. Number 2: draw a topological diagram and calculate the beta index. Number 3: calculate the detour index and relate routes to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Beta index = links ÷ nodes.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two towns are separated by a hill. The road goes around the hill, while a footpath goes straight over it. The class must explain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does not take the shortest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the road go around?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avoid the steep 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measures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detour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relate every route on the map to relief and drainage.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analyse and explain transport routes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transport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transport network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main road and railway run east–west in the valley; two roads go north; a track links C and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topological diagram.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topological diagram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nodes and links, not true distances or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beta index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β for 4 nodes and 4 links and interpret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β = 4 ÷ 4 = 1.0: one circuit, fairly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detour index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 road is 6 km; the straight line is 4 km. Find the detour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4 × 100 = 150 %.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routes and relief.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relief influences routes on the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Routes follow flat valleys and go around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Patterns and Networks. Transport on a map is described as follows. On this slide we have Types of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Patterns and Networks. On this slide we have Patterns.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on a map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Connectivity and Detour. The network is analysed with the following tools. On this slide we have Topological diagram.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and Detour. On this slide we have Beta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and Detour. On this slide we have Detour index.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topological diagram.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Relief and Drainage. Relief and drainage influence routes as follows.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Relief and Drainage. On this slide we have Drainage.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network has 7 links and 6 nodes. Find 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7 ÷ 6 = 1.17: well connected.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Road 9 km, straight line 6 km: detour index?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9 ÷ 6 × 100 = 150 %.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nodes; number 2, topological; number 3,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topological diagram of the roads in your town and calculate β.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7: Land Use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6: TRANSPORT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Activity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6: Transport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node, link, topological diagram, beta index, detour index.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patterns and network types; topological diagrams; connectivity (nodes, links, beta index); detour index; relation of transport to relief and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analyse transport networks on maps with diagrams and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5: Vegetation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vegetation types around your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sketch shows a frame, title, key, scale and north arrow, with zones such as school garden, grass field, shade trees and bare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transport patterns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topological diagram and calculate 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detour index and relate routes to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Beta index = links ÷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two towns are separated by a hill. The road goes around the hill, while a footpath goes straight over it. The class must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does not take the shortest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road go around?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the steep hill.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measures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Relate every route on the map to relief and drainage.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analyse and explain transport routes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transport network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main road and railway run east–west in the valley; two roads go north; a track links C and 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Topological diagram.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topological diagram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TOPOLOGICAL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nodes and links, not true distances or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index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β for 4 nodes and 4 links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4 ÷ 4 = 1.0: one circuit, fairly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Detour index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road is 6 km; the straight line is 4 km.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DETOUR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4 × 100 = 150 %.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Routes and relief.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relief influences routes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RELIEF AND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follow flat valleys and go around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Economic Activity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6: Transport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on a map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Maps show roads of different classes, railways, tracks, footpaths and airfields. The key distinguishes them by colour and width.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may be linear along valleys, radial from a town or form a grid. Describe their direction, density and the places they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Transport Patterns and Networks</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network is analysed with the following tools: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Topological diagram: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only nodes and links, without true distances or shapes. It makes a network easy to analyse.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Beta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links divided by the number of nodes. Below 1 the network is branching, and above 1 it has circuits.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Detour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route distance divided by the straight-line distance, times 100. A value near 100 % shows a direct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Connectivity and Detour</a:t>
            </a:r>
            <a:endParaRPr lang="en-US" sz="3600" dirty="0"/>
          </a:p>
        </p:txBody>
      </p:sp>
      <p:pic>
        <p:nvPicPr>
          <p:cNvPr id="4" name="Image 0" descr="/home/claude/f4/img/v2/topologic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topological diagram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Relief and Drainage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and drainage influence routes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follow flat valleys and gentle slopes and go round hills. Steep slopes make roads zigzag.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Relief and Drainage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avoid swamps and cross rivers where they are narrow, at bridges or fords. Railways need even gentler gradients than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has 7 links and 6 nodes. Find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 ÷ 6 = 1.17: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9 km, straight line 6 km: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 6 × 100 = 150 %.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β = links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diagram of nodes and links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Routes follow ______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diagram of the roads in your town and calculate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7: Land Use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6: Transport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transport patterns on a map. Draw a topological diagram and calculate the beta index. Calculate the detour index and relate routes to relief.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analyse transport networks on maps with diagrams and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Patterns and Networks; Connectivity and Detour; Transport, Relief and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topological diagram of the roads in your town and calculate β.</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β.</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 the index.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evidence.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2026-09-27T10:31:56Z</dcterms:created>
  <dcterms:modified xsi:type="dcterms:W3CDTF">2026-09-27T10:31:56Z</dcterms:modified>
</cp:coreProperties>
</file>