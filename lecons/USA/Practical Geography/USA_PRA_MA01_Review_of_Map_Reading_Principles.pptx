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Map Analysis 1: Review of Map Reading Principles.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five signs.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convert scales.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give the reference of a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compare spacing.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read the extract.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key 2. first 3. steep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UPPER SIXTH ARTS  —  PRACTICAL GEOGRAPHY  —  MAP ANALYSIS 1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of Map Reading Principles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8: Understanding and carrying out statistical techniques, topographic map analysis, fieldwork and project based learning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Topographic Map Analysis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of map reading of the first cycle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 Analysis 1: Review of Map Reading Principles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Topographic map, conventional sign, key, scale, grid reference, contour, spot height.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Conventional signs and symbols and the key; scales and map measurements; principles of contours.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read signs, measure distances and give grid references on a topographic map.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key to identify conventional signs.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distances with the scale.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six-figure grid references and read contours.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map is a drawing of the Earth on a flat surface.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explains the symbols.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class receives a 1:50,000 map extract of an area near Mbé. The teacher asks them to find the village, measure the road from A to B and give the height of the highest hill.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class must read and measure on a map.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helps to identify symbols?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key (legend).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shows the height of land?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Contours and spot heights.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revises the basic skills needed for all map analysis.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SIGNS AND KEY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sign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Conventional signs.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SIGNS AND KEY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are conventional signs used on maps?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SIGNS AND KEY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show many features in a small space in a standard way.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SCALE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scale_type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Types of scale.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SCALE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a 1:50,000 map, A to B measures 9 cm. What is the real distance?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SCALE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 × 0.5 = 4.5 km.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GRID 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gridref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six-figure grid reference.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GRID 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comes first in a grid reference, eastings or northings?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GRID 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Eastings first, then northings.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CONTOURS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contour_principle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Contours and slopes.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CONTOURS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do closely spaced contours show?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CONTOURS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steep slope.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APPLICATION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topo_base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map extract (invented, 1:50,000).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APPLICATION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the height of the spot height and the direction of Mbé from it.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APPLICATION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382 m; Mbé is south-east of the spot height.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Review of Map Reading Principles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Topographic Map Analysis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Review of map reading of the first cycle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Map Analysis 1: Review of Map Reading Principles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Topographic map: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detailed map showing relief, drainage, vegetation and human features.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ratio between a distance on the map and the real distance on the ground.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Contour: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line joining places of the same height above sea level.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Signs, Scale and Grid References (1/3)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Signs: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Conventional signs show roads, rivers, huts and vegetation. The key explains each sign.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Scale: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Scales can be a ratio, a statement or a linear bar. On a 1:50,000 map, 2 cm represent 1 km.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Signs, Scale and Grid References (2/3)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Grid references: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 eastings first, then northings, with tenths of a square. A six-figure reference locates a point to 100 m.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Signs, Scale and Grid References (3/3)</a:t>
            </a:r>
            <a:endParaRPr lang="en-US" sz="3600" dirty="0"/>
          </a:p>
        </p:txBody>
      </p:sp>
      <p:pic>
        <p:nvPicPr>
          <p:cNvPr id="13" name="Image 0" descr="/home/claude/f4/img/v2/gridref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method.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Contours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Principles: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Contours never cross and are drawn at a fixed vertical interval. Heights are written on index contours.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Slopes: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Close contours show steep slopes and wide spacing shows gentle slopes. Spot heights give exact heights.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Convert 1:50,000 into a statement scale.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cm represent 1 km.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 two principles of contours.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join equal heights and never cross.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______ explains map symbols.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Eastings are read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Close contours show a ______ slope.</a:t>
            </a:r>
            <a:endParaRPr lang="en-US" sz="3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Draw a map of your school with a key, a scale and a north arrow.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Map Analysis 2: Remote Sensing and GIS.</a:t>
            </a:r>
            <a:endParaRPr lang="en-US" sz="4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carte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légende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L'échelle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Contour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courbe de niveau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 reference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coordonnées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Spot height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point coté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Topographic Map Analysis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 Analysis 1: Review of Map Reading Principles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the key to identify conventional signs. Measure distances with the scale. Give six-figure grid references and read contours.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read signs, measure distances and give grid references on a topographic map.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Topographic map, Scale, Contour; II. Signs, Scale and Grid References: Signs, Scale, Grid references; III. Contours: Principles, Slopes.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 a map of your school with a key, a scale and a north arrow.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8 (Practical Geography).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2026-09-27T00:21:29Z</dcterms:created>
  <dcterms:modified xsi:type="dcterms:W3CDTF">2026-09-27T00:21:29Z</dcterms:modified>
</cp:coreProperties>
</file>