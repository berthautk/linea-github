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Map Analysis 6: Transport on Maps.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the index.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nodes 2. topological 3. flat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MAP ANALYSIS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on Maps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Topographic Map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Activity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Analysis 6: Transport on Maps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network, node, link, topological diagram, beta index, detour index.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patterns and network types; topological diagrams; connectivity (nodes, links, beta index); detour index; relation of transport to relief and drainage.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analyse transport networks on maps with diagrams and indices.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transport patterns on a map.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topological diagram and calculate the beta index.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detour index and relate routes to relief.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has nodes and links.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index = links ÷ nodes.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map extract, two towns are separated by a hill. The road goes around the hill, while a footpath goes straight over it. The class must explain why.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road does not take the shortest route.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road go around?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avoid the steep hill.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index measures this?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detour index.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analyse and explain transport routes on maps.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opo_transpor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 on a map (invented).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transport network on the extract.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main road and railway run east–west in the valley; two roads go north; a track links C and D.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TOPOLOGICAL DIAGRAM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opologica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Topological diagram.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TOPOLOGICAL DIAGRAM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topological diagram show?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TOPOLOGICAL DIAGRAM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nodes and links, not true distances or shapes.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BETA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beta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Beta index scale.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BETA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β for 4 nodes and 4 links and interpret it.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BETA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= 4 ÷ 4 = 1.0: one circuit, fairly connected.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DETOUR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topologica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Detour index example.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DETOUR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road is 6 km; the straight line is 4 km. Find the detour index.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DETOUR INDEX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÷ 4 × 100 = 150 %.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RELIEF AND DRAINAGE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topo_transpor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Routes and relief.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RELIEF AND DRAINAGE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relief influences routes on the map.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RELIEF AND DRAINAGE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Routes follow flat valleys and go around hills.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 on Maps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Topographic Map Analysis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Economic Activity Analysis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 Analysis 6: Transport on Maps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Topological diagram: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simplified diagram of a network showing only nodes and links.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Detour index: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route distance divided by the straight-line distance, multiplied by 100.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Network Analysis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Patterns: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Networks can be radial, linear, grid or branching. Describe the main routes, their directions and junctions.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Connectivity: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= links ÷ nodes. Below 1 is branching; above 1 shows circuits.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Network Analysis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Detour index: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Divide road distance by straight distance and multiply by 100. A high index shows winding routes.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Network Analysis (3/3)</a:t>
            </a:r>
            <a:endParaRPr lang="en-US" sz="3600" dirty="0"/>
          </a:p>
        </p:txBody>
      </p:sp>
      <p:pic>
        <p:nvPicPr>
          <p:cNvPr id="13" name="Image 0" descr="/home/claude/f4/img/v2/topologica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Transport and Environment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Roads and railways follow valleys and gentle slopes. They avoid steep hills and cross them by passes.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Drainage: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Routes avoid swamps and floodplains and cross rivers at bridges. Settlements grow at junctions.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network has 7 links and 6 nodes. Find β.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÷ 6 = 1.17: well connected.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 9 km, straight line 6 km: detour index?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÷ 6 × 100 = 150 %.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= links ÷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diagram of nodes and links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Routes follow ______ valleys.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topological diagram of the roads in your town and calculate β.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Map Analysis 7: Land Use on Maps.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réseau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carrefour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Railway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chemin de fer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détour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piste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Topographic Map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Analysis 6: Transport on Maps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transport patterns on a map. Draw a topological diagram and calculate the beta index. Calculate the detour index and relate routes to relief.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analyse transport networks on maps with diagrams and indices.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Topological diagram, Detour index; II. Network Analysis: Patterns, Connectivity, Detour index; III. Transport and Environment: Relief, Drainage.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topological diagram of the roads in your town and calculate β.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2026-09-27T00:21:29Z</dcterms:created>
  <dcterms:modified xsi:type="dcterms:W3CDTF">2026-09-27T00:21:29Z</dcterms:modified>
</cp:coreProperties>
</file>