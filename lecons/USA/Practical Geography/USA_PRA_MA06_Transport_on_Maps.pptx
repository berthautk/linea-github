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Lst>
  <p:notesMasterIdLst>
    <p:notesMasterId r:id="rId5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notesMaster" Target="notesMasters/notesMaster1.xml"/><Relationship Id="rId58" Type="http://schemas.openxmlformats.org/officeDocument/2006/relationships/presProps" Target="presProps.xml"/><Relationship Id="rId59" Type="http://schemas.openxmlformats.org/officeDocument/2006/relationships/viewProps" Target="viewProps.xml"/><Relationship Id="rId60" Type="http://schemas.openxmlformats.org/officeDocument/2006/relationships/theme" Target="theme/theme1.xml"/><Relationship Id="rId6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Map Analysis 6: Transport on Maps.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8: Understanding and carrying out statistical techniques, topographic map analysis, fieldwork and project based learning.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Topographic Map Analysis, and the sub-topic is Economic Activity Analysis. The key notions we shall use today are: transport network, node, link, topological diagram, beta index, detour index. At the end, you should be able to do this: learners are able to analyse transport networks on maps with diagrams and indices.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Map Analysis 5: Vegetation on Maps. The question was: Draw a sketch map of the vegetation types around your school.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A good sketch shows a frame, title, key, scale and north arrow, with zones such as school garden, grass field, shade trees and bare ground.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describe transport patterns on a map. Number 2: draw a topological diagram and calculate the beta index. Number 3: calculate the detour index and relate routes to relief.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A network has nodes and links. Beta index = links ÷ nodes.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On a map extract, two towns are separated by a hill. The road goes around the hill, while a footpath goes straight over it. The class must explain why.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road does not take the shortest route.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Why does the road go around?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To avoid the steep hill.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Which index measures this?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detour index.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relate every route on the map to relief and drainage.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analyse and explain transport routes on maps.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transport on a map (invented).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Describe the transport network on the extract.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main road and railway run east–west in the valley; two roads go north; a track links C and 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topological diagram.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does a topological diagram show?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Only nodes and links, not true distances or shapes.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beta index scale.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Calculate β for 4 nodes and 4 links and interpret it.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β = 4 ÷ 4 = 1.0: one circuit, fairly connected.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detour index example.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A road is 6 km; the straight line is 4 km. Find the detour index.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6 ÷ 4 × 100 = 150 %.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routes and relief.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two ways relief influences routes on the map.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Routes follow flat valleys and go around hills.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Transport Patterns and Networks. Transport on a map is described as follows. On this slide we have Types of routes.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Transport Patterns and Networks. On this slide we have Patterns.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transport on a map (invented).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Connectivity and Detour. The network is analysed with the following tools. On this slide we have Topological diagram.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Connectivity and Detour. On this slide we have Beta index.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Connectivity and Detour. On this slide we have Detour index.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a topological diagram.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Transport, Relief and Drainage. Relief and drainage influence routes as follows. On this slide we have Relief.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Transport, Relief and Drainage. On this slide we have Drainage.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A network has 7 links and 6 nodes. Find β.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7 ÷ 6 = 1.17: well connected.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Road 9 km, straight line 6 km: detour index?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9 ÷ 6 × 100 = 150 %.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nodes; number 2, topological; number 3, flat.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Draw a topological diagram of the roads in your town and calculate β.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Map Analysis 7: Land Use on Maps.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MAP ANALYSIS 6: TRANSPORT ON MAPS</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Map Analysis 6: Transport on Maps</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Transport on Maps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8: Understanding and carrying out statistical techniques, topographic map analysis, fieldwork and project based learning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Topographic Map Analysis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Economic Activity Analysis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Map Analysis 6: Transport on Maps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Transport network, node, link, topological diagram, beta index, detour index.</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Transport patterns and network types; topological diagrams; connectivity (nodes, links, beta index); detour index; relation of transport to relief and drainage.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analyse transport networks on maps with diagrams and indices.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(Map Analysis 5: Vegetation on Maps):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a sketch map of the vegetation types around your school.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good sketch shows a frame, title, key, scale and north arrow, with zones such as school garden, grass field, shade trees and bare ground.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transport patterns on a map.</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Draw a topological diagram and calculate the beta index.</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Calculate the detour index and relate routes to relief.</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 network has nodes and links.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Beta index = links ÷ nodes.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a map extract, two towns are separated by a hill. The road goes around the hill, while a footpath goes straight over it. The class must explain why.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road does not take the shortest route.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the road go around?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 avoid the steep hill.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index measures this?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detour index.</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Relate every route on the map to relief and drainage.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analyse and explain transport routes on maps.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TRANSPORT PATTERNS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topo_transport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Transport on a map (invented).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TRANSPORT PATTERNS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the transport network on the extract.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TRANSPORT PATTERNS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main road and railway run east–west in the valley; two roads go north; a track links C and 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TOPOLOGICAL DIAGRAM</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topological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Topological diagram.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TOPOLOGICAL DIAGRAM</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a topological diagram show?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TOPOLOGICAL DIAGRAM</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Only nodes and links, not true distances or shapes.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BETA INDEX</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beta_scal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Beta index scale.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BETA INDEX</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Calculate β for 4 nodes and 4 links and interpret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BETA INDEX</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β = 4 ÷ 4 = 1.0: one circuit, fairly connected.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DETOUR INDEX</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topological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Detour index example.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DETOUR INDEX</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road is 6 km; the straight line is 4 km. Find the detour index.</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DETOUR INDEX</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6 ÷ 4 × 100 = 150 %.</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RELIEF AND DRAINAGE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topo_transport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Routes and relief.</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RELIEF AND DRAINAGE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ways relief influences routes on the map.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RELIEF AND DRAINAGE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Routes follow flat valleys and go around hills.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Topographic Map Analysis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Economic Activity Analysis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Map Analysis 6: Transport on Maps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Transport Patterns and Networks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Transport on a map is described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Types of routes: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Maps show roads of different classes, railways, tracks, footpaths and airfields. The key distinguishes them by colour and width.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Transport Patterns and Networks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Patterns: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Routes may be linear along valleys, radial from a town or form a grid. Describe their direction, density and the places they link.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Transport Patterns and Networks</a:t>
            </a:r>
            <a:endParaRPr lang="en-US" sz="3600" dirty="0"/>
          </a:p>
        </p:txBody>
      </p:sp>
      <p:pic>
        <p:nvPicPr>
          <p:cNvPr id="4" name="Image 0" descr="/home/claude/f4/img/v2/topo_transport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transport on a map (invented)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Connectivity and Detour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network is analysed with the following tools: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Topological diagram: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shows only nodes and links, without true distances or shapes. It makes a network easy to analyse.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Connectivity and Detour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Beta index: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number of links divided by the number of nodes. Below 1 the network is branching, and above 1 it has circuits.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Connectivity and Detour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Detour index: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route distance divided by the straight-line distance, times 100. A value near 100 % shows a direct route.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Connectivity and Detour</a:t>
            </a:r>
            <a:endParaRPr lang="en-US" sz="3600" dirty="0"/>
          </a:p>
        </p:txBody>
      </p:sp>
      <p:pic>
        <p:nvPicPr>
          <p:cNvPr id="4" name="Image 0" descr="/home/claude/f4/img/v2/topological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a topological diagram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Transport, Relief and Drainage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Relief and drainage influence routes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Relief: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Routes follow flat valleys and gentle slopes and go round hills. Steep slopes make roads zigzag.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Transport, Relief and Drainage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Drainage: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Routes avoid swamps and cross rivers where they are narrow, at bridges or fords. Railways need even gentler gradients than roads.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network has 7 links and 6 nodes. Find β.</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7 ÷ 6 = 1.17: well connected.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Road 9 km, straight line 6 km: detour index?</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9 ÷ 6 × 100 = 150 %.</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β = links ÷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diagram of nodes and links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Routes follow ______ valleys.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a topological diagram of the roads in your town and calculate β.</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Map Analysis 7: Land Use on Maps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Network</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réseau</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Junction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carrefour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Railway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chemin de fer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Bridge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pont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Detour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détour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Track</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piste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Topographic Map Analysis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Map Analysis 6: Transport on Maps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Describe transport patterns on a map. Draw a topological diagram and calculate the beta index. Calculate the detour index and relate routes to relief.</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analyse transport networks on maps with diagrams and indices.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Transport Patterns and Networks; Connectivity and Detour; Transport, Relief and Drainage.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Draw a topological diagram of the roads in your town and calculate β.</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describe the map.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draw the diagram.</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calculate β.</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calculate the index.</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find evidence.</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8 (Practical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55</Slides>
  <Notes>55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55</vt:i4>
      </vt:variant>
    </vt:vector>
  </HeadingPairs>
  <TitlesOfParts>
    <vt:vector size="5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2026-09-27T09:57:22Z</dcterms:created>
  <dcterms:modified xsi:type="dcterms:W3CDTF">2026-09-27T09:57:22Z</dcterms:modified>
</cp:coreProperties>
</file>