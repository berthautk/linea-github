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3: Fieldwork in Hydrology: Running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physical geography. The key notions we shall use today are: channel width, depth, velocity, discharge, load, roundness, gully, sheet erosion. At the end, you should be able to do this: learners are able to measure channel characteristics and load and relate them to distance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1: Getting Geographical Coordinates. The question was: Record the coordinates of five places in your neighbourhood with a phone and plot them on a sketch.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school 9.30° N, 13.40° E; market 9.31° N, 13.39° E. Plot each point on a grid sketch with latitude on the y-axis and longitude on the x-axis.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measure width, depth and velocity of a stream. Number 2: calculate discharge and analyse load size and shape. Number 3: observe and record erosion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erode, transport and deposit. Discharge = area × velocity.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plans to study a small stream near the school at four sites from upstream to downstream. Their hypothesis is: "Channel width, depth and discharge increase downstream."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test a hypothesis on a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will they measure?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Width, depth, velocity and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discharge calculated?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Cross-section area ×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the steps of fieldwork and respect safety rules near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observe river processes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steps of a field investigation.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Write a hypothesis for a stream study.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"Discharge increases downstream" (or "pebbles get smaller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measuring a channel.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Width 6 m, mean depth 0.5 m, velocity 0.5 m/s. Find discharge.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 × 0.5 × 0.5 = 1.5 m³/s.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pebbles of different sizes and shapes.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you sample pebbles at each site?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Pick 10 pebbles at random, measure their long axis and score their roundness.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load size and roundness downstream.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pebbles become smaller and rounder downstream?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Attrition and abrasion wear them down as they are transported.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gully erosion.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you record gully erosion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Measure its width and depth, take photos and note the slope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Planning a Stream Investigation. A stream study is planned as follows. On this slide we have Hypothesis.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Planning a Stream Investigation. On this slide we have Safety and equipment.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Stream Channel Characteristics. The channel is measured as follows. On this slide we have Width and depth and Velocity and discharge.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Stream Channel Characteristics. On this slide we have Channel form with distance.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measuring a channel.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Load and Erosion. Load and erosion are studied as follows. On this slide we have Load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Load and Erosion. On this slide we have Stream, gully or sheet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load size and roundness downstream.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Float travels 10 m in 25 s. Find velocity.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10 ÷ 25 = 0.4 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expected changes downstream.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discharge increases; pebbles get smaller.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velocity; number 2, attrition; number 3,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Prepare a recording sheet for width, depth, velocity and pebble size at four sites.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4: Fieldwork in Geomorphology: Rivers and Coasts.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3: FIELDWORK IN HYDROLOGY: RUNNING WATER</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3: Fieldwork in Hydrology: Running Water</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in Hydrology: Running Water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physical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3: Fieldwork in Hydrology: Running Water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Channel width, depth, velocity, discharge, load, roundness, gully, sheet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Stream channel processes and characteristics; load characteristics; channel form with distance; stream, gully or sheet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channel characteristics and load and relate them to distance downstream.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1: Getting Geographical Coordinates):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Record the coordinates of five places in your neighbourhood with a phone and plot them on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school 9.30° N, 13.40° E; market 9.31° N, 13.39° E. Plot each point on a grid sketch with latitude on the y-axis and longitude on the x-axis.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width, depth and velocity of a stream.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discharge and analyse load size and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Observe and record erosion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transport and deposit.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Discharge =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plans to study a small stream near the school at four sites from upstream to downstream. Their hypothesis is: "Channel width, depth and discharge increase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test a hypothesis on a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they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depth, velocity and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discharge calculated?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Cross-section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the steps of fieldwork and respect safety rules near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observe river processes directly.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ieldwork_step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Steps of a field investigation.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hypothesis for a stream study.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"Discharge increases downstream" (or "pebbles get smaller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CHANNEL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hannel_meas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Measuring a channel.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CHANNEL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6 m, mean depth 0.5 m, velocity 0.5 m/s. Find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CHANNEL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 0.5 × 0.5 = 1.5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LOAD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pebbl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Pebbles of different sizes and shapes.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LOAD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you sample pebbles at each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LOAD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Pick 10 pebbles at random, measure their long axis and score their roundness.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LOAD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ad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Load size and roundness downstream.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LOAD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pebbles become smaller and rounder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LOAD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Attrition and abrasion wear them down as they are transported.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Gully erosion.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you record gully erosion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its width and depth, take photos and note the slope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physical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3: Fieldwork in Hydrology: 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Planning a Stream Investigation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stream study is planned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Hypothesis: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statement to be tested, such as "discharge increases downstream". Sites are chosen at equal intervals along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Planning a Stream Investigation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Safety and equipment: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 in groups, avoid deep or fast water and wear boots. Take tapes, metre rulers, floats, a stopwatch and recording sheets.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Stream Channel Characteristics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channel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Width and depth: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is measured across the water surface with a tape. Depth is measured at regular intervals and averaged.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Velocity and discharge: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Velocity is found by timing a float over 10 m. Discharge = width × mean depth × velocity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Stream Channel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Channel form with distance: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depth and discharge usually increase downstream. Results are shown on graphs and explained by tributaries and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Stream Channel Characteristics</a:t>
            </a:r>
            <a:endParaRPr lang="en-US" sz="3600" dirty="0"/>
          </a:p>
        </p:txBody>
      </p:sp>
      <p:pic>
        <p:nvPicPr>
          <p:cNvPr id="4" name="Image 0" descr="/home/claude/f4/img/v2/channel_meas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measuring a channel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Load and Erosion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Load and erosion are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Load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Ten pebbles are sampled at random at each site, measured on the long axis and scored for roundness. They usually become smaller and rounder downstream by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Load and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Stream, gully or sheet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Gullies are measured for width and depth, photographed and described. Slope and plant cover are noted to explain the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Load and Erosion</a:t>
            </a:r>
            <a:endParaRPr lang="en-US" sz="3600" dirty="0"/>
          </a:p>
        </p:txBody>
      </p:sp>
      <p:pic>
        <p:nvPicPr>
          <p:cNvPr id="4" name="Image 0" descr="/home/claude/f4/img/v2/load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load size and roundness downstream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Float travels 10 m in 25 s. Find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10 ÷ 25 = 0.4 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expected changes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Discharge increases; pebbles get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Q = area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Wearing down of pebbles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Velocity is measured with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recording sheet for width, depth, velocity and pebble size at four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4: Fieldwork in Geomorphology: Rivers and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ruisseau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Width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largeur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profondeur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Velocity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vitesse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Pebble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3: Fieldwork in Hydrology: Running Water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width, depth and velocity of a stream. Calculate discharge and analyse load size and shape. Observe and record erosion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channel characteristics and load and relate them to distance downstream.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Planning a Stream Investigation; Stream Channel Characteristics; Load and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Prepare a recording sheet for width, depth, velocity and pebble size at four sites.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hypotheses.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discharge.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method.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record a gully.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“Pebbles” by Squidz, CC BY-ND 2.0, via Flickr (https://www.flickr.com/photos/49186419@N00/8046011884)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2026-09-27T09:57:23Z</dcterms:created>
  <dcterms:modified xsi:type="dcterms:W3CDTF">2026-09-27T09:57:23Z</dcterms:modified>
</cp:coreProperties>
</file>