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Field Work 3: Fieldwork in Hydrology: Running Water.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write hypotheses.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calculate discharge.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method.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explain the 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record a gully.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velocity 2. attrition 3. float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PRACTICAL GEOGRAPHY  —  FIELD WORK 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Fieldwork in Hydrology: Running Water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8: Understanding and carrying out statistical techniques, topographic map analysis, fieldwork and project based learning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Fieldwork in Geography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investigations in physical geography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Work 3: Fieldwork in Hydrology: Running Water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Channel width, depth, velocity, discharge, load, roundness, gully, sheet erosion.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 channel processes and characteristics; load characteristics; channel form with distance; stream, gully or sheet erosion.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measure channel characteristics and load and relate them to distance downstream.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width, depth and velocity of a stream.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discharge and analyse load size and shape.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and record erosion features.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Rivers erode, transport and deposit.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Discharge = area × velocity.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class plans to study a small stream near the school at four sites from upstream to downstream. Their hypothesis is: "Channel width, depth and discharge increase downstream."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class must test a hypothesis on a stream.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will they measure?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Width, depth, velocity and load.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is discharge calculated?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Cross-section area × velocity.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fieldwork helps us to observe river processes directly.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PLANNING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ieldwork_step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Steps of a field investigation.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PLANNING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Write a hypothesis for a stream study.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PLANNING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"Discharge increases downstream" (or "pebbles get smaller downstream").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CHANNEL MEASUREMENT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channel_measur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Measuring a channel.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CHANNEL MEASUREMENT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Width 6 m, mean depth 0.5 m, velocity 0.5 m/s. Find discharge.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CHANNEL MEASUREMENT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 × 0.5 × 0.5 = 1.5 m³/s.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LOAD SAMPLING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usa_pebbl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Pebbles of different sizes and shapes.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LOAD SAMPLING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you sample pebbles at each site?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LOAD SAMPLING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Pick 10 pebbles at random, measure their long axis and score their roundness.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LOAD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oad_siz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Load size and roundness downstream.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LOAD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pebbles become smaller and rounder downstream?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LOAD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Attrition and abrasion wear them down as they are transported.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EROSION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4_gull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Gully erosion.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EROSION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you record gully erosion in the field?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EROSION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Measure its width and depth, take photos and note the slope and vegetation.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Fieldwork in Hydrology: Running Water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Fieldwork in Geography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Field investigations in physical geography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Field Work 3: Fieldwork in Hydrology: Running Water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Discharge: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volume of water passing a point per second (m³/s).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Load: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material carried by a river.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Hypothesis: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statement that the fieldwork will test.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Methods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Channel form: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Measure width with a tape and depth at regular intervals with a metre rule. Area = width × mean depth.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Velocity and discharge: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Time a float over 10 m and repeat three times. Q = area × velocity.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Methods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Load: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Measure the long axis of 10 pebbles at each site. Score roundness with a chart.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Methods (3/3)</a:t>
            </a:r>
            <a:endParaRPr lang="en-US" sz="3600" dirty="0"/>
          </a:p>
        </p:txBody>
      </p:sp>
      <p:pic>
        <p:nvPicPr>
          <p:cNvPr id="13" name="Image 0" descr="/home/claude/f4/img/v2/channel_measur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method.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Results and Safety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Expected results: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Width, depth and discharge usually increase downstream. Pebbles become smaller and rounder.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Safety: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Work in groups, avoid deep or fast water and wear boots. Check the weather before going.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Float travels 10 m in 25 s. Find velocity.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 ÷ 25 = 0.4 m/s.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expected changes downstream.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Discharge increases; pebbles get smaller.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 = area ×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Wearing down of pebbles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Velocity is measured with a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Prepare a recording sheet for width, depth, velocity and pebble size at four sites.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Fieldwork 4: Geomorphology.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ruisseau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Width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largeur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Depth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profondeur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vitesse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Discharge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débit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Pebble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galet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Fieldwork in Geography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Work 3: Fieldwork in Hydrology: Running Water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 width, depth and velocity of a stream. Calculate discharge and analyse load size and shape. Observe and record erosion features.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measure channel characteristics and load and relate them to distance downstream.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Discharge, Load, Hypothesis; II. Methods: Channel form, Velocity and discharge, Load; III. Results and Safety: Expected results, Safety.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Prepare a recording sheet for width, depth, velocity and pebble size at four sites.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8 (Practical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“Pebbles” by Squidz, CC BY-ND 2.0, via Flickr (https://www.flickr.com/photos/49186419@N00/8046011884)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“Soil erosion in the central Mexican Highlands” by CIMMYT, CC BY-NC-SA 2.0, via Flickr (https://www.flickr.com/photos/44760652@N05/6244930288)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2026-09-27T00:21:38Z</dcterms:created>
  <dcterms:modified xsi:type="dcterms:W3CDTF">2026-09-27T00:21:38Z</dcterms:modified>
</cp:coreProperties>
</file>