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8: Rural Settlements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Settlement Analysis. The key notions we shall use today are: site, situation, nucleated, linear, dispersed, settlement pattern, Nearest Neighbour Index. At the end, you should be able to do this: learners are able to explain the siting and patterns of rural settlements from maps and calculate the NNI.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7: Land Use on Maps. The question was: Map the land uses along the road from your home to school.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houses and shops near home, a market, a garage and a church along the road, maize farms on the outskirts and the school at the end.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site and situation of settlements from map evidence. Number 2: identify settlement forms and patterns. Number 3: calculate and interpret the Nearest Neighbour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Villages can be nucleated, linear or dispersed. NNI measures settlement patterns.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extract, some huts cluster at a river crossing, others line a road and others are scattered on hills. The class must describe and explain these patterns.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explain settlement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pattern is along the road?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index measures the pattern?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Nearest Neighbour Index (NNI).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describe settlements with map evidence and measure their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analyse rural settlements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siting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three factors that influence the site of a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supply, gentle relief and routes (also fertile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settlements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Identify three settlement patterns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Nucleated at the river crossing, linear along the road and dispersed on the hills.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settlement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there no settlements on steep slopes or swamps?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hard to build on, farm and reach; swamps flood.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measuring nearest neighbours.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Write the NNI formula.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Rn = 2 d̄ √(n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nNI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Interpret Rn = 0.4 and Rn = 1.8.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0.4: clustered (nucleated). 1.8: fairly regular (dispersed).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Site.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Situation.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Site and Situation from Map Evidence. The site of rural settlements is explained by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Site and Situation from Map Evidence.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siting factors.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Rural Settlement Forms and Patterns. Rural settlements take the following forms. On this slide we have Nucleated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Rural Settlement Forms and Patterns. On this slide we have Linear pattern and Dispersed pattern.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settlement patterns.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Nearest Neighbour Index (NNI). The NNI measures settlement patterns as follows. On this slide we have Formula.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Nearest Neighbour Index (NNI).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nNI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 = 16, A = 16 km², d̄ = 0.5 km. Find Rn.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2 × 0.5 × √(16 ÷ 16) = 1.0: random.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for linear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along roads for transport and along rivers for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site; number 2, random; number 3,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NNI for the huts in one grid square of a map extract.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9: Urban Settlements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8: RURAL SETTLEMENTS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Rural Settlements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8: Rural Settlements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Site, situation, nucleated, linear, dispersed, settlement pattern, Nearest Neighbour Index.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Site and situation from map evidence; factors of siting; rural settlement forms and patterns; distribution; Nearest Neighbour Index.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siting and patterns of rural settlements from maps and calculate the NNI.</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7: Land Use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 the land uses along the road from your home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houses and shops near home, a market, a garage and a church along the road, maize farms on the outskirts and the school at the 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site and situation of settlements from map evidence.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settlement forms and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and interpret the Nearest Neighbour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can be nucleated, linear or dispersed.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NNI measures settlement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some huts cluster at a river crossing, others line a road and others are scattered on hills. The class must describe and explain these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explain settlement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pattern is along the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measures the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Nearest Neighbour Index (NNI).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settlements with map evidence and measure their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analyse rural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te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Siting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that influence the site of a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supply, gentle relief and routes (also fertile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AND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sett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Settlements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AND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three settlement patterns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AND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Nucleated at the river crossing, linear along the road and dispersed on the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no settlements on steep slopes or swamps?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hard to build on, farm and reach; swamps flood.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NNI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nna_ma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Measuring nearest neighbours.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NNI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NNI formula.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NNI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2 d̄ √(n ÷ 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NNI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nn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NNI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NNI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Interpret Rn = 0.4 and Rn = 1.8.</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NNI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0.4: clustered (nucleated). 1.8: fairly regular (dispersed).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Settlement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8: Rural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actual land on which a settlement is built. It is described by relief, water supply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a settlement in relation to surrounding features such as routes, rivers and other towns. It explains its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Site and Situation from Map Evidence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site of rural settlements is explained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choose gentle slopes, a water supply and fertile soil above flood level. Steep slopes and swamps are avoided.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Site and Situation from Map Evidence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grow at route centres, river crossings and near markets. Defence and history also influence the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Site and Situation from Map Evidence</a:t>
            </a:r>
            <a:endParaRPr lang="en-US" sz="3600" dirty="0"/>
          </a:p>
        </p:txBody>
      </p:sp>
      <p:pic>
        <p:nvPicPr>
          <p:cNvPr id="4" name="Image 0" descr="/home/claude/f4/img/v2/site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siting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 Forms and Patterns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Rural settlements take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Nucleated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grouped closely together, often at a river crossing or road junction. It favours defence and sharing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 Forms and Patterns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Linear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built in a line along a road, river or ridge. It gives easy access to transport.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Dispersed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scattered, often on hills or large farms. Each family lives near its own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 Forms and Patterns</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settlement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Nearest Neighbour Index (NNI)</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NNI measures settlement patterns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2 d̄ √(n ÷ A), where d̄ is the mean nearest-neighbour distance, n the number of points and A the area. Distances are measured in the same unit as the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Nearest Neighbour Index (NNI)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0 is fully clustered, Rn = 1 is random and Rn = 2.15 is perfectly regular. Values near 0.5 show nucleation, and values above 1.5 show dispersion.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Nearest Neighbour Index (NNI)</a:t>
            </a:r>
            <a:endParaRPr lang="en-US" sz="3600" dirty="0"/>
          </a:p>
        </p:txBody>
      </p:sp>
      <p:pic>
        <p:nvPicPr>
          <p:cNvPr id="4" name="Image 0" descr="/home/claude/f4/img/v2/nn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NNI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 = 16, A = 16 km², d̄ = 0.5 km. Find 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 × 0.5 × √(16 ÷ 16) = 1.0: random.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linear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Along roads for transport and along rivers for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land a village is built on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Rn = 1.0 means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Huts along a road form a ______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NNI for the huts in one grid square of a map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9: Urban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Pattern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forme de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Nucleated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Groupé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Dispersed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Dispersé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Linear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Linéaire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8: Rural Settlements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site and situation of settlements from map evidence. Identify settlement forms and patterns. Calculate and interpret the Nearest Neighbour Index.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siting and patterns of rural settlements from maps and calculate the NNI.</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Site and Situation from Map Evidence; Rural Settlement Forms and Patterns; Nearest Neighbour Index (NNI).</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NNI for the huts in one grid square of a map extract.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gaps.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the steps.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scale.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2026-09-28T22:24:57Z</dcterms:created>
  <dcterms:modified xsi:type="dcterms:W3CDTF">2026-09-28T22:24:57Z</dcterms:modified>
</cp:coreProperties>
</file>