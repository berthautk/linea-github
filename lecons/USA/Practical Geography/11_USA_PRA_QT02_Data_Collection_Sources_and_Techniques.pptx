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2: Data Collection: Sources and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Statistical Techniques. The key notions we shall use today are: geographical data, primary data, secondary data, population, sample, random, systematic and stratified sampling, observation, measurement, questionnaire, interview, focus group. At the end, you should be able to do this: learners are able to choose sources, sampling methods and techniques to collect data for a geographical investigation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Quantitative Techniques 1: Analysis of Cartographic Tools. The question was: Name two sources of secondary data.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Census reports (BUCREP), statistical yearbooks (INS), books, maps, newspapers or websites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primary and secondary data with examples. Number 2: explain why sampling is used. Number 3: describe random, systematic and stratified sampling. Number 4: describe the main primary data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census counts the whole population. A sample is a part of the population. A rain gauge measures rainfall.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Aïcha's mother sells fabrics at the Grand Marché of Garoua and has had fewer customers recently. Aïcha wants to use her geography to find out why. She cannot question the thousands of people who visit the market, and she does not know which information to collect or how. She asks: "Where can I find reliable information, how can I choose the people to question, and which methods should I use?"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know how to collect geographical data for her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Aïcha need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Data: facts about customers and the market, not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she study the market without questioning everyone?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sampling: choosing a small, representative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every investigation by stating the data needed, the sample and the collection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methods used in fieldwork, projects and examinations to collect reliable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primary and secondary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a BUCREP census report primary or secondary data for a student?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Secondary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three sampling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method does every member have an equal chance of being chosen?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Random sampling.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systematic sampling.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sampling interval for 20 students chosen from 200?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 = 200 ÷ 20 =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primary data collection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study traffic on the Pont Neuf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counting vehicles for a fixed time (observation and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good and bad questions.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"Isn't the market dirty?" a bad question?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leading question that suggests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Geographical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Primary data and Secondary data.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(in statistics) and Sample.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Primary Data. Primary data are presented as follows. Copy the point on Meaning on the left, then draw the diagram on the right: sources of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Data. Copy the point on Original and suited to the study: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Primary Data. Copy the point on Slow and costly to collect: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Data. Secondary data are presented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Data. Copy the point on Cheap and quick to obtain: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Data. Copy the point on Possibly outdated or unsuited: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Basic Sampling Procedures. Samples are chosen by the following procedures. Copy the point on Why sample on the left, then draw the diagram on the right: sampling methods.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Copy the point on Random sampling: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Systematic sampling on the left, then draw the diagram on the right: systematic sampling.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Basic Sampling Procedures. Copy the point on Stratified sampling: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Observation, Recording and Measurement. Data are collected in the field with the following techniques. Copy the point on Observation, counting and recording of frequencies on the left, then draw the diagram on the right: data collection techniques.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Observation, Recording and Measurement. Copy the point on Pictures, filming and video recording: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Observation, Recording and Measurement. Copy the point on Measurement: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Questionnaires, Interviews and Focus Groups. Data are collected from people with the following techniques. Copy the point on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Questionnaires, Interviews and Focus Groups. Copy the point on Interviews: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Questionnaires, Interviews and Focus Groups. Copy the point on Focus group discussions: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primary data from secondary data, with one example from Garoua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collected by the researcher (counting motos at a crossroads); secondary: already published (BUCREP census figures).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to select 30 people from a list of 600 by systematic sampling.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 = 600 ÷ 30 = 20; choose a random start between 1 and 20, then every 20th person.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systematic; number 3, stratified.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arithmetic mean.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3 (Part 1): Measures of Central Tendency, Range and Quartiles.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QUANTITATIVE TECHNIQUES 2: DATA COLLECTION: SOURCES AND TECHNIQUES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Data Collection: Sources and Techniques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Statistical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data, primary data, secondary data, population, sample, random, systematic and stratified sampling, observation, measurement, questionnaire, interview, focus group.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geographical data (primary and secondary); basic sampling procedures (random, systematic, stratified); primary data collection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(Quantitative Techniques 1: Analysis of Cartographic Tools):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reports (BUCREP), statistical yearbooks (INS), books, maps, newspapers or websites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primary and secondary data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sampling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random, systematic and stratified sampling.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primary data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census counts the whole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sample is a part of the population.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rain gauge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Aïcha's mother sells fabrics at the Grand Marché of Garoua and has had fewer customers recently.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wants to use her geography to find out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cannot question the thousands of people who visit the market, and she does not know which information to collect or how.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"Where can I find reliable information, how can I choose the people to question, and which methods should I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know how to collect geographical data for her investigation.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Aïcha need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Data: facts about customers and the market, not guesses.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she study the market without questioning everyone?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sampling: choosing a small, representative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every investigation by stating the data needed, the sample and the collection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methods used in fieldwork, projects and examinations to collect reliable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and secondary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BUCREP census report primary or secondary data for a student?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mpl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sampling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method does every member have an equal chance of being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at2_systemat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Systematic sampling.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sampling interval for 20 students chosen from 200?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200 ÷ 20 = 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tat2_techniqu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Primary data collection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study traffic on the Pont Neuf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for a fixed time (observation and counting).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 and bad questions.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"Isn't the market dirty?" a bad question?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TECHNIQUES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leading question that suggests the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Statistical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facts and figures collected to study places, people and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first-hand data collected by the researcher for a specific purpose.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data already collected by someone else for another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(in statistics):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whole group to be studied.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smaller, representative part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Primary Data</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Primary data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Primary data are collected by the researcher in person through fieldwork, observation, measurement, interviews and questionnaires. For example, a student measures the temperature of the Benue with a thermometer.</a:t>
            </a:r>
            <a:endParaRPr lang="en-US" sz="2800" dirty="0"/>
          </a:p>
        </p:txBody>
      </p:sp>
      <p:pic>
        <p:nvPicPr>
          <p:cNvPr id="6" name="Image 0" descr="/home/claude/f4/img/v2/data_sourc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sources of data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Primary Data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Original and suited to the study: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data are new and up to date. They answer exactly the question that the researcher is studying.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Primary Data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and costly to collect: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Fieldwork takes a lot of time, transport and materials. A researcher can therefore only cover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Secondary Data</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Secondary data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Secondary data already exist in books, BUCREP census reports, INS statistics, newspapers such as Cameroon Tribune, maps and websites. Reports of the Ministry of Agriculture on cotton production are an example.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Secondary Data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and quick to obtain: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 are already published, so the researcher only has to consult them. They often cover large areas and long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Geographical Data</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Secondary Data</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Possibly outdated or unsuited: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data may be old, for example a census taken many years ago. They were also collected for another purpose, so they may not answer the question exactly.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Samples are chosen by the following procedures: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Why sample: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is often impossible, too slow or too costly to study every member of a population. A well-chosen sample gives reliable results for the whole group.</a:t>
            </a:r>
            <a:endParaRPr lang="en-US" sz="3400" dirty="0"/>
          </a:p>
        </p:txBody>
      </p:sp>
      <p:pic>
        <p:nvPicPr>
          <p:cNvPr id="5" name="Image 0" descr="/home/claude/f4/img/v2/sampling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sampling methods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Random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member has an equal chance of being chosen, for example by drawing names from a box or using random numbers. This method avoids bias.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Systematic sampling: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Members are chosen at a regular interval k = population ÷ sample size, starting from a random point. To choose 20 out of 200, k = 10, so the 7th, 17th, 27th and so on are chosen.</a:t>
            </a:r>
            <a:endParaRPr lang="en-US" sz="3600" dirty="0"/>
          </a:p>
        </p:txBody>
      </p:sp>
      <p:pic>
        <p:nvPicPr>
          <p:cNvPr id="5" name="Image 0" descr="/home/claude/f4/img/v2/stat2_systematic.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systematic sampling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Basic Sampling Procedures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Stratified 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divided into groups (strata), such as the forms of a school, and each group is sampled in proportion to its size. This makes the sample very representative.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Data are collected in the field with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Observation, counting and recording of frequencies: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researcher watches and counts events and records them on a tally sheet. For example, he counts the cars, motorbikes and lorries crossing the Pont Neuf in Garoua in one hour.</a:t>
            </a:r>
            <a:endParaRPr lang="en-US" sz="2800" dirty="0"/>
          </a:p>
        </p:txBody>
      </p:sp>
      <p:pic>
        <p:nvPicPr>
          <p:cNvPr id="6" name="Image 0" descr="/home/claude/f4/img/v2/stat2_technique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data collection techniques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Pictures, filming and video recording: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Photographs and videos record landscapes, house types or activities as evidence. For example, a student photographs the types of houses in the Yelwa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Observation, Recording and Measurement</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Instruments give precise figures, such as a thermometer for temperature, a rain gauge for rainfall and a measuring tape for the width of a river. A clinometer measures the angle of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Data are collected from people with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Questionnaires: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written questions answered by respondents, with closed questions (yes or no, or choices) or open questions. Closed questions are easy to count, while open questions give more detail.</a:t>
            </a:r>
            <a:endParaRPr lang="en-US" sz="2800" dirty="0"/>
          </a:p>
        </p:txBody>
      </p:sp>
      <p:pic>
        <p:nvPicPr>
          <p:cNvPr id="6" name="Image 0" descr="/home/claude/f4/img/v2/questionnaire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2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Interviews: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face-to-face or telephone conversations with respondents. They can be structured, with fixed questions, or unstructured, like a free conversation.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Primary Data Collection Techniques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B) Questionnaires, Interviews and Focus Groups</a:t>
            </a:r>
            <a:endParaRPr lang="en-US" sz="31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group discussions: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6 to 10 people who share a characteristic discusses a topic guided by the researcher. For example, cotton farmers near Garoua discuss the effects of climate change on their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primary data from secondary data, with one example from Garoua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collected by the researcher (counting motos at a crossroads); secondary: already published (BUCREP census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to select 30 people from a list of 600 by systematic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 = 600 ÷ 30 = 20; choose a random start between 1 and 20, then every 20th person.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collected by the researcher are ______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Choosing every 10th house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Dividing the population into groups first is ______ sampling.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arithmetic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3 (Part 1): Measures of Central Tendency, Range and Quartiles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L'observation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questionnaire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Interview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2: Data Collection: Sources and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primary and secondary data with examples. Explain why sampling is used. Describe random, systematic and stratified sampling. Describe the main primary data collection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sources, sampling methods and techniques to collect data for a geographical investigation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Primary Data; Secondary Data; Basic Sampling Procedures; Observation, Recording and Measurement; Questionnaires, Interviews and Focus Groups.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arithmetic mean.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pick names from a box.</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select every 10th name on the class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prepare a tally sheet.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two closed questions.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Statistical Techniques in Geographical Analysis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2026-10-06T05:35:42Z</dcterms:created>
  <dcterms:modified xsi:type="dcterms:W3CDTF">2026-10-06T05:35:42Z</dcterms:modified>
</cp:coreProperties>
</file>