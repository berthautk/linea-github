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notesMasterIdLst>
    <p:notesMasterId r:id="rId5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Quantitative Techniques 2: Data Collection: Sources and Techniques.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8: Understanding and carrying out statistical techniques, topographic map analysis, fieldwork and project based learning.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Quantitative Techniques in Geography, and the sub-topic is Statistical Techniques. The key notions we shall use today are: primary data, secondary data, sampling, random, systematic, stratified, questionnaire, interview, focus group. At the end, you should be able to do this: learners are able to choose data sources, select samples and design simple questionnaires.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Quantitative Techniques 1: Analysis of Cartographic Tools. The question was: Draw a choropleth map of population density by region of Cameroon.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Group the densities into 4–5 classes (e.g. &lt;25, 25–50, 50–100, &gt;100 per km²), shade from light to dark, and add a key. The Littoral and West appear darkest, the East and Adamawa lightest.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distinguish primary and secondary data. Number 2: describe random, systematic and stratified sampling. Number 3: design a simple questionnaire and plan an interview.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Geographers collect information in the field. A census counts people.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The class wants to know why people in the town buy food at the market rather than in shops. They cannot ask everybody, so they must choose some people and prepare questions.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class must collect data from part of the population.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choosing some people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Sampling.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tool contains the questions?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questionnaire.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collect data honestly and with the right method.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collect reliable data for geographical studies.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primary and secondary data.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Distinguish primary and secondary data with one example each.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Primary: collected yourself (a traffic count). Secondary: already exists (census).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sampling methods.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do geographers use samples?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saves time and money when the whole population cannot be studied.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random, systematic and stratified.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would you take a systematic sample of 20 houses on a street of 200?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Choose every 10th house.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measuring in the field.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two tools for field measurement.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Measuring tape and rain gauge (also compass, clinometer, GPS).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good and bad questions.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rules for a good questionnaire.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Short, clear questions that are not leading or too personal.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Sources of Geographical Data. Geographical data come from two sources. On this slide we have Primary data.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Sources of Geographical Data. On this slide we have Secondary data.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primary and secondary data.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Basic Sampling Procedures. Samples are taken with the following methods. On this slide we have Random sampling.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Basic Sampling Procedures. On this slide we have Systematic sampling and Stratified sampling.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sampling methods.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Field Techniques. Data are collected in the field with the following techniques. On this slide we have Observation and measurement.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Field Techniques. On this slide we have Questionnaires and interviews.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good and bad questions.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one advantage of each sampling method.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random: no bias. Systematic: easy. Stratified: represents all groups.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primary and two secondary sources.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primary: counts, questionnaires. Secondary: census, maps.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primary; number 2, systematic; number 3, focus.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Prepare a questionnaire of five questions about how students travel to school.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Quantitative Techniques 3: Basic Tools of Data Analysis.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QUANTITATIVE TECHNIQUES 2: DATA COLLECTION: SOURCES AND TECHNIQUES</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Quantitative Techniques 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Data Collection: Sources and Techniques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8: Understanding and carrying out statistical techniques, topographic map analysis, fieldwork and project based learning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Quantitative Techniques in Geography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Statistical Techniques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Quantitative Techniques 2: Data Collection: Sources and Techniques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Primary data, secondary data, sampling, random, systematic, stratified, questionnaire, interview, focus group.</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Sources of geographical data; basic sampling procedures; observation, counting, photographs and video; measurements; questionnaires, interviews and focus groups.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choose data sources, select samples and design simple questionnaires.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(Quantitative Techniques 1: Analysis of Cartographic Tools):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choropleth map of population density by region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Group the densities into 4–5 classes (e.g. &lt;25, 25–50, 50–100, &gt;100 per km²), shade from light to dark, and add a key. The Littoral and West appear darkest, the East and Adamawa lightest.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Distinguish primary and secondary data.</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random, systematic and stratified sampling.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Design a simple questionnaire and plan an interview.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Geographers collect information in the field.</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 census counts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class wants to know why people in the town buy food at the market rather than in shops. They cannot ask everybody, so they must choose some people and prepare questions.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class must collect data from part of the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choosing some people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Sampling.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tool contains the questions?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questionnaire.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Collect data honestly and with the right method.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collect reliable data for geographical studies.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SOURCES OF DATA</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data_sourc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Primary and secondary data.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SOURCES OF DATA</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primary and secondary data with one example 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SOURCES OF DATA</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Primary: collected yourself (a traffic count). Secondary: already exists (census).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SAMPLING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sampling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Sampling methods.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SAMPLING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geographers use samples?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SAMPLING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saves time and money when the whole population cannot be studied.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SAMPLING METHODS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sampling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Random, systematic and stratified.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SAMPLING METHODS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would you take a systematic sample of 20 houses on a street of 200?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SAMPLING METHODS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Choose every 10th house.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OBSERVATION AND MEASUREMENT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tap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Measuring in the field.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OBSERVATION AND MEASUREMENT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tools for field measurement.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OBSERVATION AND MEASUREMENT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Measuring tape and rain gauge (also compass, clinometer, GPS).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QUESTIONNAIRES AND INTERVIEWS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questionnair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Good and bad questions.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QUESTIONNAIRES AND INTERVIEWS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rules for a good questionnaire.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QUESTIONNAIRES AND INTERVIEWS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Short, clear questions that are not leading or too personal.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Quantitative Techniques in Geography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Statistical Techniques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Quantitative Techniques 2: Data Collection: Sources and Techniques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Sources of Geographical Data</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Geographical data come from two sources: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Primary data: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collected by the researcher in the field, such as a traffic count or a questionnaire. They are up to date but take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Sources of Geographical Data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Secondary data: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already exist, such as censuses, maps, books and websites. They are quick to use but may be old or not precise.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Sources of Geographical Data</a:t>
            </a:r>
            <a:endParaRPr lang="en-US" sz="3600" dirty="0"/>
          </a:p>
        </p:txBody>
      </p:sp>
      <p:pic>
        <p:nvPicPr>
          <p:cNvPr id="4" name="Image 0" descr="/home/claude/f4/img/v2/data_sourc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primary and secondary data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Basic Sampling Procedures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Samples are taken with the following methods: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Random sampling: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Every member has an equal chance of being chosen, using random numbers. It avoids bias.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Basic Sampling Procedures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Systematic sampling: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Members are chosen at regular intervals, such as every 10th house. It is quick and covers the whole area.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Stratified sampling: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population is divided into groups, and each group is sampled in proportion to its size. It makes sure all groups are represented.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Basic Sampling Procedures</a:t>
            </a:r>
            <a:endParaRPr lang="en-US" sz="3600" dirty="0"/>
          </a:p>
        </p:txBody>
      </p:sp>
      <p:pic>
        <p:nvPicPr>
          <p:cNvPr id="4" name="Image 0" descr="/home/claude/f4/img/v2/sampling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sampling methods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Field Techniques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Data are collected in the field with the following techniques: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Observation and measurement: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Observation, counting, photographs and video record what is seen. Tapes, rain gauges, compasses, clinometers and GPS give measurements.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Field Techniques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Questionnaires and interviews: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questionnaire has short, clear and non-leading questions. Interviews and focus groups give deeper answers from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Field Techniques</a:t>
            </a:r>
            <a:endParaRPr lang="en-US" sz="3600" dirty="0"/>
          </a:p>
        </p:txBody>
      </p:sp>
      <p:pic>
        <p:nvPicPr>
          <p:cNvPr id="4" name="Image 0" descr="/home/claude/f4/img/v2/questionnair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good and bad questions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advantage of each sampling method.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Random: no bias. Systematic: easy. Stratified: represents all groups.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primary and two secondary sources.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Primary: counts, questionnaires. Secondary: census,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Data you collect yourself are ______ data.</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Every 10th house is ______ sampling.</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group discussion is a ______ group.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Prepare a questionnaire of five questions about how students travel to school.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Quantitative Techniques 3: Basic Tools of Data Analysis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Data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données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Sample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L'échantillon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Questionnaire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questionnaire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Interview</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L'entretien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Survey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L'enquête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Census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recensement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Quantitative Techniques in Geography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Quantitative Techniques 2: Data Collection: Sources and Techniques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Distinguish primary and secondary data. Describe random, systematic and stratified sampling. Design a simple questionnaire and plan an interview.</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choose data sources, select samples and design simple questionnaires.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Sources of Geographical Data; Basic Sampling Procedures; Field Techniques.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Prepare a questionnaire of five questions about how students travel to school.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sources.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explain sampling.</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plan a sample.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tools.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write three questions.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8 (Practical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“Farmers Use Ribbon Tape Measure a Crop Field” by IFPRI, CC BY-NC-ND 2.0, via Flickr (https://www.flickr.com/photos/49258007@N03/28439241155)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55</Slides>
  <Notes>55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55</vt:i4>
      </vt:variant>
    </vt:vector>
  </HeadingPairs>
  <TitlesOfParts>
    <vt:vector size="5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2026-09-27T10:31:57Z</dcterms:created>
  <dcterms:modified xsi:type="dcterms:W3CDTF">2026-09-27T10:31:57Z</dcterms:modified>
</cp:coreProperties>
</file>