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notesMasterIdLst>
    <p:notesMasterId r:id="rId6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notesMaster" Target="notesMasters/notesMaster1.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Quantitative Techniques 2: Data Collection: Sources and Techniques.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Quantitative Techniques in Geography, and the sub-topic is Statistical Techniques. The key notions we shall use today are: geographical data, primary data, secondary data, population, sample, random, systematic and stratified sampling, observation, measurement, questionnaire, interview, focus group. At the end, you should be able to do this: learners are able to choose sources, sampling methods and techniques to collect data for a geographical investigation in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Quantitative Techniques 1: Analysis of Cartographic Tools. The question was: Name two sources of secondary data.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Census reports (BUCREP), statistical yearbooks (INS), books, maps, newspapers or websites (any two).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distinguish primary and secondary data with examples. Number 2: explain why sampling is used. Number 3: describe random, systematic and stratified sampling. Number 4: describe the main primary data collection techniques.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 census counts the whole population. A sample is a part of the population. A rain gauge measures rainfall.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Aïcha's mother sells fabrics at the Grand Marché of Garoua and has had fewer customers recently. Aïcha wants to use her geography to find out why. She cannot question the thousands of people who visit the market, and she does not know which information to collect or how. She asks: "Where can I find reliable information, how can I choose the people to question, and which methods should I use?"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Aïcha does not know how to collect geographical data for her investigation.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Aïcha need first?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Data: facts about customers and the market, not guesses.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can she study the market without questioning everyone?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By sampling: choosing a small, representative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 every investigation by stating the data needed, the sample and the collection techniques.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gives the methods used in fieldwork, projects and examinations to collect reliable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primary and secondary data.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Is a BUCREP census report primary or secondary data for a student?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Secondary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three sampling methods.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In which method does every member have an equal chance of being chosen?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Random sampling.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systematic sampling.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the sampling interval for 20 students chosen from 200?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k = 200 ÷ 20 =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primary data collection techniques.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can you study traffic on the Pont Neuf of Garoua?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By counting vehicles for a fixed time (observation and counting).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good and bad questions.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"Isn't the market dirty?" a bad question?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a leading question that suggests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Geographical data.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Primary data and Secondary data.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Population (in statistics) and Sample.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Sources of Geographical Data. Geographical data come from the following sources. Copy the point on Primary data on the left, then draw the diagram on the right: sources of data.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Sources of Geographical Data. Copy the point on Value of primary data: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Sources of Geographical Data. Copy the point on Secondary data: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Sources of Geographical Data. Copy the point on Value of secondary data: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Basic Sampling Procedures. Samples are chosen by the following procedures. Copy the point on Why sample on the left, then draw the diagram on the right: sampling methods.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Basic Sampling Procedures. Copy the point on Random sampling: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Systematic sampling on the left, then draw the diagram on the right: systematic sampling.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Basic Sampling Procedures. Copy the point on Stratified sampling: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Observation, Recording and Measurement. Data are collected in the field with the following techniques. Copy the point on Observation, counting and recording of frequencies on the left, then draw the diagram on the right: data collection techniques.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Observation, Recording and Measurement. Copy the point on Pictures, filming and video recording: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Observation, Recording and Measurement. Copy the point on Measurement: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Questionnaires, Interviews and Focus Groups. Data are collected from people with the following techniques. Copy the point on Questionnaires on the left, then draw the diagram on the right: a questionnaire.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Questionnaires, Interviews and Focus Groups. Copy the point on Interviews: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Questionnaires, Interviews and Focus Groups. Copy the point on Focus group discussions: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primary data from secondary data, with one example from Garoua for each.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primary: collected by the researcher (counting motos at a crossroads); secondary: already published (BUCREP census figures).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Explain how to select 30 people from a list of 600 by systematic sampling.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k = 600 ÷ 30 = 20; choose a random start between 1 and 20, then every 20th person.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primary; number 2, systematic; number 3, stratified.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the arithmetic mean.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Quantitative Techniques 3 (Part 1): Measures of Central Tendency, Range and Quartiles.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QUANTITATIVE TECHNIQUES 2: DATA COLLECTION: SOURCES AND TECHNIQUES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Quantitative Techniques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Data Collection: Sources and Techniques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Quantitative Techniques in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Statistical Techniques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Quantitative Techniques 2: Data Collection: Sources and Techniques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Geographical data, primary data, secondary data, population, sample, random, systematic and stratified sampling, observation, measurement, questionnaire, interview, focus group.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Sources of geographical data (primary and secondary); basic sampling procedures (random, systematic, stratified); primary data collection techniques.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choose sources, sampling methods and techniques to collect data for a geographical investigation in Garoua.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(Quantitative Techniques 1: Analysis of Cartographic Tools):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sources of secondary data.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Census reports (BUCREP), statistical yearbooks (INS), books, maps, newspapers or websites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primary and secondary data with examples.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why sampling is used.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random, systematic and stratified sampling.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primary data collection techniques.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census counts the whole population.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sample is a part of the population.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rain gauge measures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Aïcha's mother sells fabrics at the Grand Marché of Garoua and has had fewer customers recently.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Aïcha wants to use her geography to find out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 cannot question the thousands of people who visit the market, and she does not know which information to collect or how.</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 asks: "Where can I find reliable information, how can I choose the people to question, and which methods should I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Aïcha does not know how to collect geographical data for her investigation.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Aïcha need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Data: facts about customers and the market, not guesses.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she study the market without questioning everyone?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sampling: choosing a small, representative group.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 every investigation by stating the data needed, the sample and the collection techniques.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gives the methods used in fieldwork, projects and examinations to collect reliable data.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data_sourc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Primary and secondary data.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a BUCREP census report primary or secondary data for a student?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Secondary data.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SAMPLING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ampling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Three sampling methods.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SAMPLING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method does every member have an equal chance of being chosen?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SAMPLING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Random sampling.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SAMPLING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tat2_systematic.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Systematic sampling.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SAMPLING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sampling interval for 20 students chosen from 200?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SAMPLING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 = 200 ÷ 20 = 10.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TECHNIQUES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stat2_technique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Primary data collection techniques.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TECHNIQUES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you study traffic on the Pont Neuf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TECHNIQUES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counting vehicles for a fixed time (observation and counting).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TECHNIQUES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questionnair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Good and bad questions.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TECHNIQUES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"Isn't the market dirty?" a bad question?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TECHNIQUES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leading question that suggests the answer.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Quantitative Techniques in Geography</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Statistical Techniques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Quantitative Techniques 2: Data Collection: Sources and Techniques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Geographical data: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facts and figures collected to study places, people and environments.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Primary data: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first-hand data collected by the researcher for a specific purpose.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Secondary data: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data already collected by someone else for another purpose.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(in statistics):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whole group to be studied.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smaller, representative part of the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Sources of Geographical Data</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Geographical data come from the following sources: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Primary data: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Primary data are collected by the researcher himself through fieldwork, observation, measurement, interviews and questionnaires. For example, a student measures the temperature of the Benue with a thermometer.</a:t>
            </a:r>
            <a:endParaRPr lang="en-US" sz="3000" dirty="0"/>
          </a:p>
        </p:txBody>
      </p:sp>
      <p:pic>
        <p:nvPicPr>
          <p:cNvPr id="5" name="Image 0" descr="/home/claude/f4/img/v2/data_sources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sources of data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Sources of Geographical Data</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Value of primary data: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original, up to date and fit the purpose of the study exactly. However, they take time and money to collect.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Sources of Geographical Data</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Secondary data: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Secondary data already exist in books, BUCREP census reports, INS statistics, newspapers such as Cameroon Tribune, maps and websites. Reports of the Ministry of Agriculture on cotton production are an example.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Sources of Geographical Data</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Value of secondary data: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cheap and quick to obtain and often cover large areas and long periods. However, they may be outdated or collected for another purpose.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Basic Sampling Procedures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Samples are chosen by the following procedures: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Why sample: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It is often impossible, too slow or too costly to study every member of a population. A well-chosen sample gives reliable results for the whole group.</a:t>
            </a:r>
            <a:endParaRPr lang="en-US" sz="3400" dirty="0"/>
          </a:p>
        </p:txBody>
      </p:sp>
      <p:pic>
        <p:nvPicPr>
          <p:cNvPr id="5" name="Image 0" descr="/home/claude/f4/img/v2/sampling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sampling methods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Basic Sampling Procedures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Random sampling: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Every member has an equal chance of being chosen, for example by drawing names from a box or using random numbers. This method avoids bias.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Basic Sampling Procedures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Systematic sampling: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Members are chosen at a regular interval k = population ÷ sample size, starting from a random point. To choose 20 out of 200, k = 10, so the 7th, 17th, 27th and so on are chosen.</a:t>
            </a:r>
            <a:endParaRPr lang="en-US" sz="3600" dirty="0"/>
          </a:p>
        </p:txBody>
      </p:sp>
      <p:pic>
        <p:nvPicPr>
          <p:cNvPr id="5" name="Image 0" descr="/home/claude/f4/img/v2/stat2_systematic.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systematic sampling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Basic Sampling Procedures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Stratified sampling: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is divided into groups (strata), such as the forms of a school, and each group is sampled in proportion to its size. This makes the sample very representative.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Primary Data Collection Techniques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Observation, Recording and Measurement</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Data are collected in the field with the following techniques: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Observation, counting and recording of frequencies: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The researcher watches and counts events and records them on a tally sheet. For example, he counts the cars, motorbikes and lorries crossing the Pont Neuf in Garoua in one hour.</a:t>
            </a:r>
            <a:endParaRPr lang="en-US" sz="2800" dirty="0"/>
          </a:p>
        </p:txBody>
      </p:sp>
      <p:pic>
        <p:nvPicPr>
          <p:cNvPr id="6" name="Image 0" descr="/home/claude/f4/img/v2/stat2_techniques.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data collection techniques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Primary Data Collection Techniques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Observation, Recording and Measurement</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Pictures, filming and video recording: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Photographs and videos record landscapes, house types or activities as evidence. For example, a student photographs the types of houses in the Yelwa quarter.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Primary Data Collection Techniques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Observation, Recording and Measurement</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Measurement: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Instruments give precise figures, such as a thermometer for temperature, a rain gauge for rainfall and a measuring tape for the width of a river. A clinometer measures the angle of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Primary Data Collection Techniques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Questionnaires, Interviews and Focus Groups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Data are collected from people with the following techniques: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Questionnaires: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They are written questions answered by respondents, with closed questions (yes or no, or choices) or open questions. Closed questions are easy to count, while open questions give more detail.</a:t>
            </a:r>
            <a:endParaRPr lang="en-US" sz="2800" dirty="0"/>
          </a:p>
        </p:txBody>
      </p:sp>
      <p:pic>
        <p:nvPicPr>
          <p:cNvPr id="6" name="Image 0" descr="/home/claude/f4/img/v2/questionnaire_big.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questionnaire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Primary Data Collection Techniques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2600" b="1" dirty="0">
                <a:solidFill>
                  <a:srgbClr val="990011"/>
                </a:solidFill>
                <a:latin typeface="Times New Roman" pitchFamily="34" charset="0"/>
                <a:ea typeface="Times New Roman" pitchFamily="34" charset="-122"/>
                <a:cs typeface="Times New Roman" pitchFamily="34" charset="-120"/>
              </a:rPr>
              <a:t>B) Questionnaires, Interviews and Focus Groups</a:t>
            </a:r>
            <a:endParaRPr lang="en-US" sz="26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Interviews: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face-to-face or telephone conversations with respondents. They can be structured, with fixed questions, or unstructured, like a free conversation.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Primary Data Collection Techniques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100" b="1" dirty="0">
                <a:solidFill>
                  <a:srgbClr val="990011"/>
                </a:solidFill>
                <a:latin typeface="Times New Roman" pitchFamily="34" charset="0"/>
                <a:ea typeface="Times New Roman" pitchFamily="34" charset="-122"/>
                <a:cs typeface="Times New Roman" pitchFamily="34" charset="-120"/>
              </a:rPr>
              <a:t>B) Questionnaires, Interviews and Focus Groups</a:t>
            </a:r>
            <a:endParaRPr lang="en-US" sz="31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Focus group discussions: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small group of 6 to 10 people who share a characteristic discusses a topic guided by the researcher. For example, cotton farmers near Garoua discuss the effects of climate change on their harvests.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primary data from secondary data, with one example from Garoua for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Primary: collected by the researcher (counting motos at a crossroads); secondary: already published (BUCREP census figures).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how to select 30 people from a list of 600 by systematic sampling.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 = 600 ÷ 30 = 20; choose a random start between 1 and 20, then every 20th person.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Data collected by the researcher are ______ data.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Choosing every 10th house is ______ sampling.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Dividing the population into groups first is ______ sampling.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the arithmetic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Quantitative Techniques 3 (Part 1): Measures of Central Tendency, Range and Quartiles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Data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données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Sample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L'échantillon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Observation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L'observation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Questionnaire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questionnaire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Interview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L'entretien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Sampling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L'échantillonnage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Quantitative Techniques in Geography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Quantitative Techniques 2: Data Collection: Sources and Techniques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Distinguish primary and secondary data with examples. Explain why sampling is used. Describe random, systematic and stratified sampling. Describe the main primary data collection techniques.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choose sources, sampling methods and techniques to collect data for a geographical investigation in 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Sources of Geographical Data; Basic Sampling Procedures; Observation, Recording and Measurement; Questionnaires, Interviews and Focus Groups.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arithmetic mean.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sources in two columns.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pick names from a box.</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select every 10th name on the class list.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prepare a tally sheet.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write two closed questions.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Statistical Techniques in Geographical Analysis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65</Slides>
  <Notes>65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65</vt:i4>
      </vt:variant>
    </vt:vector>
  </HeadingPairs>
  <TitlesOfParts>
    <vt:vector size="6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2026-09-29T12:19:06Z</dcterms:created>
  <dcterms:modified xsi:type="dcterms:W3CDTF">2026-09-29T12:19:06Z</dcterms:modified>
</cp:coreProperties>
</file>