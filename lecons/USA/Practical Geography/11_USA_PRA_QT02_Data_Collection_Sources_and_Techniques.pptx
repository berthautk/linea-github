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geographical data, primary data, secondary data, population, sample, random, systematic and stratified sampling, observation, measurement, questionnaire, interview, focus group. At the end, you should be able to do this: learners are able to choose sources, sampling methods and techniques to collect data for a geographical investigation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Name two sources of secondary data.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Census reports (BUCREP), statistical yearbooks (INS), books, maps, newspapers or websites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primary and secondary data with examples. Number 2: explain why sampling is used. Number 3: describe random, systematic and stratified sampling. Number 4: describe the main primary data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the whole population. A sample is a part of the population. A rain gauge measures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Aïcha's mother sells fabrics at the Grand Marché of Garoua and has had fewer customers recently. Aïcha wants to use her geography to find out why. She cannot question the thousands of people who visit the market, and she does not know which information to collect or how. She asks: "Where can I find reliable information, how can I choose the people to question, and which methods should I 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how to collect geographical data for her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Aïcha need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Data: facts about customers and the market, not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she study the market without questioning everyone?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sampling: choosing a small, representative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every investigation by stating the data needed, the sample and the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methods used in fieldwork, projects and examinations to collect reliable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BUCREP census report primary or secondary data for a student?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Secondary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three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method does every member have an equal chance of being chosen?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Random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systematic sampling.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sampling interval for 20 students chosen from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 = 200 ÷ 20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primary data collection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study traffic on the Pont Neuf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counting vehicles for a fixed time (observation and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"Isn't the market dirty?" a bad question?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leading question that suggests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Primary data and Secondary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(in statistics) and Sample.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Geographical Data. Geographical data come from the following sources. Copy the point on Primary data on the left, then draw the diagram on the right: sources of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Copy the point on Value of primary data: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Copy the point on Secondary data: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Copy the point on Value of secondary data: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Samples are chosen by the following procedures. Copy the point on Why sample on the left, then draw the diagram on the right: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Copy the point on Random sampling: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Systematic sampling on the left, then draw the diagram on the right: systematic sampling.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Copy the point on Stratified sampling: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Observation, Recording and Measurement. Data are collected in the field with the following techniques. Copy the point on Observation, counting and recording of frequencies on the left, then draw the diagram on the right: data collection techniques.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Observation, Recording and Measurement. Copy the point on Pictures, filming and video recording: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Observation, Recording and Measurement. Copy the point on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Questionnaires, Interviews and Focus Groups. Data are collected from people with the following techniques. Copy the point on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Questionnaires, Interviews and Focus Groups. Copy the point on Interviews: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Questionnaires, Interviews and Focus Groups. Copy the point on Focus group discussions: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primary data from secondary data, with one example from Garoua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collected by the researcher (counting motos at a crossroads); secondary: already published (BUCREP census figures).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to select 30 people from a list of 600 by systematic sampling.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 = 600 ÷ 30 = 20; choose a random start between 1 and 20, then every 20th person.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stratified.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arithmetic mean.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1): Measures of Central Tendency, Range and Quartiles.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data, primary data, secondary data, population, sample, random, systematic and stratified sampling, observation, measurement,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(primary and secondary); basic sampling procedures (random, systematic, stratified); primary data collection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reports (BUCREP), statistical yearbooks (INS), books, maps, newspapers or websites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sampling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primary data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the whole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is a part of the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rain gauge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Aïcha's mother sells fabrics at the Grand Marché of Garoua and has had fewer customers recently.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wants to use her geography to find out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cannot question the thousands of people who visit the market, and she does not know which information to collect or how.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"Where can I find reliable information, how can I choose the people to question, and which methods should I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how to collect geographical data for her investigation.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Aïcha need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Data: facts about customers and the market, not guesses.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she study the market without questioning everyone?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sampling: choosing a small, representative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every investigation by stating the data needed, the sample and the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methods used in fieldwork, projects and examinations to collect reliable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BUCREP census report primary or secondary data for a student?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method does every member have an equal chance of being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ystemat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Systematic sampling.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sampling interval for 20 students chosen from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200 ÷ 20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techniqu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data collection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study traffic on the Pont Neuf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for a fixed time (observation and counting).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"Isn't the market dirty?" a bad question?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leading question that suggests the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facts and figures collected to study places, people and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first-hand data collected by the researcher for a specific purpose.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data already collected by someone else for another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(in statistics):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group to be studied.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smaller, representative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Geographical data come from the following sources: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Primary data are collected by the researcher himself through fieldwork, observation, measurement, interviews and questionnaires. For example, a student measures the temperature of the Benue with a thermometer.</a:t>
            </a:r>
            <a:endParaRPr lang="en-US" sz="3000" dirty="0"/>
          </a:p>
        </p:txBody>
      </p:sp>
      <p:pic>
        <p:nvPicPr>
          <p:cNvPr id="5" name="Image 0" descr="/home/claude/f4/img/v2/data_sourc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sources of data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 of 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original, up to date and fit the purpose of the study exactly. However, they take time and money to collect.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 already exist in books, BUCREP census reports, INS statistics, newspapers such as Cameroon Tribune, maps and websites. Reports of the Ministry of Agriculture on cotton production are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 of 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cheap and quick to obtain and often cover large areas and long periods. However, they may be outdated or collected for another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Samples are chosen by the following procedures: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Why sample: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often impossible, too slow or too costly to study every member of a population. A well-chosen sample gives reliable results for the whole group.</a:t>
            </a:r>
            <a:endParaRPr lang="en-US" sz="3400" dirty="0"/>
          </a:p>
        </p:txBody>
      </p:sp>
      <p:pic>
        <p:nvPicPr>
          <p:cNvPr id="5" name="Image 0" descr="/home/claude/f4/img/v2/sampling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sampling methods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for example by drawing names from a box or using random numbers. This method avoids bias.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Members are chosen at a regular interval k = population ÷ sample size, starting from a random point. To choose 20 out of 200, k = 10, so the 7th, 17th, 27th and so on are chosen.</a:t>
            </a:r>
            <a:endParaRPr lang="en-US" sz="3600" dirty="0"/>
          </a:p>
        </p:txBody>
      </p:sp>
      <p:pic>
        <p:nvPicPr>
          <p:cNvPr id="5" name="Image 0" descr="/home/claude/f4/img/v2/stat2_systemati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systematic sampling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(strata), such as the forms of a school, and each group is sampled in proportion to its size. This makes the sample very representative.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Data are collected in the field with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Observation, counting and recording of frequencies: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researcher watches and counts events and records them on a tally sheet. For example, he counts the cars, motorbikes and lorries crossing the Pont Neuf in Garoua in one hour.</a:t>
            </a:r>
            <a:endParaRPr lang="en-US" sz="2800" dirty="0"/>
          </a:p>
        </p:txBody>
      </p:sp>
      <p:pic>
        <p:nvPicPr>
          <p:cNvPr id="6" name="Image 0" descr="/home/claude/f4/img/v2/stat2_techniqu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data collection techniques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Pictures, filming and video recording: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Photographs and videos record landscapes, house types or activities as evidence. For example, a student photographs the types of houses in the Yelwa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Instruments give precise figures, such as a thermometer for temperature, a rain gauge for rainfall and a measuring tape for the width of a river. A clinometer measures the angle of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Data are collected from people with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Questionnaires: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written questions answered by respondents, with closed questions (yes or no, or choices) or open questions. Closed questions are easy to count, while open questions give more detail.</a:t>
            </a:r>
            <a:endParaRPr lang="en-US" sz="2800" dirty="0"/>
          </a:p>
        </p:txBody>
      </p:sp>
      <p:pic>
        <p:nvPicPr>
          <p:cNvPr id="6" name="Image 0" descr="/home/claude/f4/img/v2/questionnair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face-to-face or telephone conversations with respondents. They can be structured, with fixed questions, or unstructured, like a free conversation.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31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group discussions: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6 to 10 people who share a characteristic discusses a topic guided by the researcher. For example, cotton farmers near Garoua discuss the effects of climate change on their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data from secondary data, with one example from Garoua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by the researcher (counting motos at a crossroads); secondary: already published (BUCREP census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to select 30 people from a list of 600 by systematic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600 ÷ 30 = 20; choose a random start between 1 and 20, then every 20th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collected by the researcher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Choosing every 10th house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Dividing the population into groups first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with examples. Explain why sampling is used. Describe random, systematic and stratified sampling. Describe the main primary data collection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Geographical Data; Basic Sampling Procedures; Observation, Recording and Measurement; Questionnaires, Interviews and Focus Groups.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arithmetic mean.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pick names from a box.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select every 10th name on the class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prepare a tally sheet.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two closed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2026-09-29T11:40:35Z</dcterms:created>
  <dcterms:modified xsi:type="dcterms:W3CDTF">2026-09-29T11:40:35Z</dcterms:modified>
</cp:coreProperties>
</file>