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Map Analysis 2: Remote Sensing, Aerial Photographs and GIS.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what you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interpret a photo.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remote 2. oblique 3.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MAP ANALYSIS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Sensing, Aerial Photographs and GIS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Initiation to modern cartographic techniques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2: Remote Sensing, Aerial Photographs and GIS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sensing, satellite image, aerial photograph, vertical, oblique, GIS,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remote sensing; basic techniques of remote sensing; aerial photograph interpretation; GIS mapping.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remote sensing and GIS and interpret simple aerial photographs.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remote sensing and describe how it works.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vertical and oblique aerial photographs and interpret them.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GIS and its uses.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 orbit the Earth.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shows images of places.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opens a satellite image of Douala on a phone. She can see the Wouri river, the port and new buildings that are not on the old paper map of the school.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maps are out of date; images show new changes.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was the image obtained?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a satellite (remote sensing).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system can combine the image with maps?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GIS.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introduces modern tools that geographers use to study places.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REMOTE SENSING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emote_sensin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remote sensing works.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REMOTE SENSING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remote sensing?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REMOTE SENSING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Getting information about the Earth from a distance, with satellites or aircraft.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SATELLITE IMAGE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wouri_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satellite image of the Wouri estuary.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SATELLITE IMAGE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features you can identify on the image.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SATELLITE IMAGE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estuary and the town (also mangroves).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AERIAL PHOTOGRAPHS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aeria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and oblique photographs.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AERIAL PHOTOGRAPHS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vertical and oblique aerial photographs.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AERIAL PHOTOGRAPHS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Vertical: taken straight down like a map. Oblique: taken at an angle, showing sides.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aerialto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aerial photograph.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keys used to interpret aerial photographs.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Tone, shape and size (also texture, shadow, pattern).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gis_laye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GIS layers.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uses of GIS.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 planning and disaster management (also farming, health).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Remote Sensing, Aerial Photographs and GIS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Topographic Map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Initiation to modern cartographic techniques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Analysis 2: Remote Sensing, Aerial Photographs and GIS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Remote sensing: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collection of information about the Earth from a distance, by satellites or aircraft.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Aerial photograph: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photograph of the ground taken from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computer system that stores, analyses and maps geographical data in layers.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Remote Sensing and Photographs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How it works: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sun's energy is reflected by the ground and recorded by sensors. Images are sent to ground stations and processed.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Types of photographs: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photographs look like maps and allow measurement. Oblique photographs show the sides of objects.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Remote Sensing and Photographs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Interpretation: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Tone, shape, size, texture, shadow and pattern help to identify features. Site and association also help.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Remote Sensing and Photographs (3/3)</a:t>
            </a:r>
            <a:endParaRPr lang="en-US" sz="3600" dirty="0"/>
          </a:p>
        </p:txBody>
      </p:sp>
      <p:pic>
        <p:nvPicPr>
          <p:cNvPr id="13" name="Image 0" descr="/home/claude/f4/img/v2/aeria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two types.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GIS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Principle: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GIS combines layers such as relief, rivers, roads and settlements. It can measure, overlay and map data.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GIS is used in planning, farming, health and disaster management. GPS data can be added directly.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advantages of satellite images over paper maps.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up to date and cover large areas.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interpretation keys.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Tone, shape and texture.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Collecting data from a distance is ______ sensing.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photo taken at an angle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 GIS are stored in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a phone map app to find your school and describe the land use around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Map Analysis 3: Relief on Maps.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sensing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télédétection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 image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L'image satellite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Aerial photograph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photographie aérienne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capteur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cartographie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2: Remote Sensing, Aerial Photographs and GIS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remote sensing and describe how it works. Distinguish vertical and oblique aerial photographs and interpret them. Explain GIS and its 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remote sensing and GIS and interpret simple aerial photographs.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Remote sensing, Aerial photograph, GIS; II. Remote Sensing and Photographs: How it works, Types of photographs, Interpretation; III. GIS: Principle, 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a phone map app to find your school and describe the land use around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“Duala, Camerún (Douala, Cameroon)” by migmasat, Public domain 1.0, via Flickr (https://www.flickr.com/photos/197415759@N06/54386998088)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“Aerial of Greenwood, 1969” by Seattle Municipal Archives, CC BY 2.0, via Flickr (https://www.flickr.com/photos/24256351@N04/10161924795)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2026-09-27T00:21:29Z</dcterms:created>
  <dcterms:modified xsi:type="dcterms:W3CDTF">2026-09-27T00:21:29Z</dcterms:modified>
</cp:coreProperties>
</file>