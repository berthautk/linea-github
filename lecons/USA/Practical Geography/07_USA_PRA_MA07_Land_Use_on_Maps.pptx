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Map Analysis 7: Land Use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Topographic Map Analysis, and the sub-topic is Economic Activity Analysis. The key notions we shall use today are: land use, agricultural, industrial, recreational land use, spatial pattern. At the end, you should be able to do this: learners are able to identify land uses on a map and explain their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Map Analysis 6: Transport on Maps. The question was: Draw a topological diagram of the roads in your town and calculate β.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6 junctions (nodes) and 7 roads between them (links); β = 7 ÷ 6 = 1.17, so the town network has circuits and is fairly well connected.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types of land use from map evidence. Number 2: describe their spatial distribution. Number 3: explain the links with relief, drainage and vegetation.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farm, mine and build factories. Maps show plantations and quarries.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map extract shows a plantation on flat land, a quarry on a hill, a factory near a railway and grazing land on slopes. The class must explain why each activity is where it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 must explain the location of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 plantation on flat land?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easy to cultivate and to transport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factory near the railway?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For transport of raw materials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always justify land use with map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read economic activities on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land use on a map (invented).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four land uses on the extract.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Plantation, forest reserve, quarry, factory (also 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oil palm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map evidence shows plantation agriculture?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Regular symbols over a large area with a name like "oil palm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factory and quarry.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Explain the location of the factory.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near the road, railway and river for transport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logs from a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are forest reserves often on hills?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Steep slopes are poor for farming and trees protect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physical factors of land 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relief influence land use?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land is farmed and built on; steep slopes are left for forest or 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of Land Use. The main land uses on maps are the following. On this slide we have Agricultural land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Land Use. On this slide we have Industrial and mining land 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of Land Use. On this slide we have Recreational and woodland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land use on a map (invented).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Spatial Patterns and Links. Land use is linked to physical factors as follows.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Spatial Patterns and Links. On this slide we have Drainage and vegetation and Human activity.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physical factors of land use.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pieces of map evidence of industry.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factory symbol and a railway siding (or a quarry).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Explain the location of a plantation.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flat land, fertile soils, near roads for transport.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use; number 2, high (rocky); number 3,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Map the land uses along the road from your home to school.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Map Analysis 8: Rural Settlements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MAP ANALYSIS 7: LAND USE ON MAPS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Map Analysis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Land Use on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Topographic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Activity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Analysis 7: Land Use on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Land use, agricultural, industrial, recreational land use, spatial pattern.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Types of land use (agriculture, industry, mining, recreation, woodland); spatial patterns; links between relief, drainage, vegetation and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land uses on a map and explain their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(Map Analysis 6: Transport on Maps):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diagram of the roads in your town and calculate β.</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6 junctions (nodes) and 7 roads between them (links); β = 7 ÷ 6 = 1.17, so the town network has circuits and is fairly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types of land use from map evidence.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their spatial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links with relief, drainage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farm, mine and build factories.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plantations and quarries.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map extract shows a plantation on flat land, a quarry on a hill, a factory near a railway and grazing land on slopes. The class must explain why each activity is where it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 must explain the location of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plantation on flat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easy to cultivate and to transport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factory near the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transport of raw materials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Always justify land use with map evidence.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read economic activities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LAND USE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use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land uses on the extract.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OF LAND USE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 forest reserve, quarry, factory (also 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map evidence shows plantation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AGRICULTURE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Regular symbols over a large area with a name like "oil palm estate".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INDUSTRY AND MINING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Factory and quarry.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INDUSTRY AND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the factory.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INDUSTRY AND MINING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road, railway and river for transport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RECREATION AND FORESTRY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Logs from a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RECREATION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forest reserves often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RECREATION AND FORESTRY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Steep slopes are poor for farming and trees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PATTERNS AND LINKS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Physical factors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PATTERNS AND LINKS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relief influence land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PATTERNS AND LINKS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is farmed and built on; steep slopes are left for forest or 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Topographic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Economic Activity Analysis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7: Land Use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land uses on maps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Agricultural 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Plantations appear as regular symbols over large areas with names like "oil palm estate". Small farms and grazing land are shown by scattered symbols or names.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and mining 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Factories, quarries, mines and power stations are shown by symbols or names. They are often near roads, railways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Recreational and woodland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Parks, golf courses, rest houses and forest reserves show recreation and forestry. Forest reserves are often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Types of Land Use</a:t>
            </a:r>
            <a:endParaRPr lang="en-US" sz="3600" dirty="0"/>
          </a:p>
        </p:txBody>
      </p:sp>
      <p:pic>
        <p:nvPicPr>
          <p:cNvPr id="4" name="Image 0" descr="/home/claude/f4/img/v2/topo_landu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land use on a map (invented)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Patterns and Links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Land use is linked to physical factors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is farmed and built on, while steep slopes are left for forest or grazing. Quarries use exposed rock on hills.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Patterns and Links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and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Swamps limit farming, but rivers supply water for factories and crops. Forest areas give timber and protect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activity: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Settlements and roads attract markets, factories and services. Land use becomes more intensive near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Spatial Patterns and Links</a:t>
            </a:r>
            <a:endParaRPr lang="en-US" sz="3600" dirty="0"/>
          </a:p>
        </p:txBody>
      </p:sp>
      <p:pic>
        <p:nvPicPr>
          <p:cNvPr id="4" name="Image 0" descr="/home/claude/f4/img/v2/site_facto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physical factors of land 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pieces of map evidence of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factory symbol and a railway siding (or a quarry).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location of a plantation.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fertile soils, near roads for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way land is used is land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Quarries are on ______ ground.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Plantations cover ______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Map the land uses along the road from your home to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Map Analysis 8: Rural Settlements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 use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L'utilisation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Quarry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Grazing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pâturage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L'usine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Topographic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Analysis 7: Land Use on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types of land use from map evidence. Describe their spatial distribution. Explain the links with relief, drainage and vegetation.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land uses on a map and explain their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Types of Land Use; Spatial Patterns and Links.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Map the land uses along the road from your home to school.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land uses.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evidence.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the location.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reserves.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relate land use to relief.</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2026-09-28T22:24:57Z</dcterms:created>
  <dcterms:modified xsi:type="dcterms:W3CDTF">2026-09-28T22:24:57Z</dcterms:modified>
</cp:coreProperties>
</file>