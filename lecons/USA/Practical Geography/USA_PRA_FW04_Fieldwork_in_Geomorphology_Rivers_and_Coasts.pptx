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Field Work 4: Fieldwork in Geomorphology: Rivers and Coasts.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Upper Sixth Arts. It belongs to Module 8: Understanding and carrying out statistical techniques, topographic map analysis, fieldwork and project based learning.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Fieldwork in Geography, and the sub-topic is Field investigations in physical geography. The key notions we shall use today are: long profile, clinometer, ranging pole, beach profile, swash, backwash, longshore drift. At the end, you should be able to do this: learners are able to survey river and beach profiles and observe landforms and processes.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Field Work 3: Fieldwork in Hydrology: Running Water. The question was: Prepare a recording sheet for width, depth, velocity and pebble size at four sites.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A recording sheet has columns for site number, width (m), depths at 5 points (m), mean depth, float time over 10 m (s), velocity (m/s), discharge (m³/s) and mean pebble length (cm) with roundness.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survey a long or beach profile with simple tools. Number 2: identify erosional and depositional landforms in the field. Number 3: measure wave action and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 river has upper, middle and lower courses. Waves erode and deposit on coasts.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class from Limbe visits the coast to study the beach, while a class from Garoua follows the Benue from its tributary to the floodplain. Both must describe landforms and processes.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classes must study landforms and processes in the field.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tool measures slope angles?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 clinometer.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moves sand along a beach?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Longshore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measure landforms in the field to test what we learn in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fieldwork helps us to see how landforms are shaped.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long profile of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How does the gradient change downstream?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It is steep upstream and becomes gentle downstream.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surveying a profile.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tools are needed to survey a profile?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Ranging poles, a clinometer and a measuring tape.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meander.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Name one erosional and one depositional river landform.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Erosional: waterfall (or river cliff). Depositional: point bar (or floodplain).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diagram: longshore drift.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can longshore drift be measured in the field?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Put a float or painted pebble in the sea and measure how far it moves in a given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waves on a beach.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beach material change up the beach?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Larger pebbles are often at the back of the beach (thrown by storm waves); finer sand is near the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Long Profile of a River. The long profile is studied as follows. On this slide we have Long profile.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Long Profile of a River. On this slide we have Survey method and River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surveying a profile.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Coastal Processes. Coastal processes are studied as follows. On this slide we have Waves.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Coastal Processes. On this slide we have Longshore drift.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longshore drift.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Beach Materials and Coastal Landforms. Beach materials and landforms are studied as follows. On this slide we have Beach materials.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Beach Materials and Coastal Landforms. On this slide we have Coastal landforms.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three tools for a beach profile survey.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ranging poles, clinometer, tape.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Describe how to measure longshore drift.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time a float over a measured distance along the beach.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clinometer; number 2, swash; number 3, drift.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long profile of a local stream using heights from a map.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Field Work 5: Fieldwork in Biogeography: Soils and Vegetation.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UPPER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FIELD WORK 4: FIELDWORK IN GEOMORPHOLOGY: RIVERS AND COASTS</a:t>
            </a:r>
            <a:endParaRPr lang="en-US" sz="14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image" Target="../media/image-54-1.png"/><Relationship Id="rId2" Type="http://schemas.openxmlformats.org/officeDocument/2006/relationships/slideLayout" Target="../slideLayouts/slideLayout2.xml"/><Relationship Id="rId3"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UPPER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Field Work 4: Fieldwork in Geomorphology: Rivers and Coasts</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Fieldwork in Geomorphology: Rivers and Coasts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Upper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8: Understanding and carrying out statistical techniques, topographic map analysis, fieldwork and project based learning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Fieldwork in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investigations in physical geography</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clinometer, ranging pole, beach profile, swash, backwash, longshore drift.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Long profile of a river and its landforms; coastal processes (waves, longshore drift, erosion, transport); beach materials and coastal landforms.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(Field Work 3: Fieldwork in Hydrology: Running Water):</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Prepare a recording sheet for width, depth, velocity and pebble size at four sites.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recording sheet has columns for site number, width (m), depths at 5 points (m), mean depth, float time over 10 m (s), velocity (m/s), discharge (m³/s) and mean pebble length (cm) with roundness.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Survey a long or beach profile with simple tools.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erosional and depositional landforms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Measure wave action and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river has upper, middle and lower courses.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Waves erode and deposit on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class from Limbe visits the coast to study the beach, while a class from Garoua follows the Benue from its tributary to the floodplain. Both must describe landforms and processes.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classes must study landforms and processes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tool measures slope angles?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clinometer.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moves sand along a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Measure landforms in the field to test what we learn in class.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fieldwork helps us to see how landforms are shaped.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long_profil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long profile of 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the gradient change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LONG PROFILE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tools are needed to survey a profile?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SURVEY METHOD</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a clinometer and a measuring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meander.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meander.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one erosional and one depositional river landform.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RIVER LANDFORMS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Erosional: waterfall (or river cliff). Depositional: point bar (or floodplain).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can longshore drift be measured in the field?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COASTAL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a float or painted pebble in the sea and measure how far it moves in a given time.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wave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Waves on a beach.</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beach material change up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BEACH MATERIALS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Larger pebbles are often at the back of the beach (thrown by storm waves); finer sand is near the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Fieldwork in Geography</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Field investigations in physical geography</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4: Fieldwork in Geomorphology: Rivers and Coasts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long profile is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 profile: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gradient of a river from source to mouth. It is steep upstream and becomes gentle downstream.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 (continued)</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Survey method: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Two ranging poles are placed a fixed distance apart and the angle is measured with a clinometer. The readings are plotted to draw the profile.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River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Waterfalls, rapids and river cliffs show erosion. Point bars and floodplains show deposition.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The Long Profile of a River</a:t>
            </a:r>
            <a:endParaRPr lang="en-US" sz="3600" dirty="0"/>
          </a:p>
        </p:txBody>
      </p:sp>
      <p:pic>
        <p:nvPicPr>
          <p:cNvPr id="4" name="Image 0" descr="/home/claude/f4/img/v2/slope_survey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surveying a profile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Coastal processes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Waves: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Wave height and frequency are counted for one minute. Constructive waves build beaches and destructive waves erode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Longshore drift: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float or painted pebble is placed in the sea and timed over a distance. Its movement shows the direction and speed of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Coastal Processes</a:t>
            </a:r>
            <a:endParaRPr lang="en-US" sz="3600" dirty="0"/>
          </a:p>
        </p:txBody>
      </p:sp>
      <p:pic>
        <p:nvPicPr>
          <p:cNvPr id="4" name="Image 0" descr="/home/claude/f4/img/v2/longshore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longshore drift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Beach materials and landforms are studied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Beach materials: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Samples are taken along a transect from the sea to the back of the beach. Size and roundness are measured at each point.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Beach Materials and Coastal Landforms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Coastal landforms: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Cliffs, beaches and spits are sketched, measured and photographed. They are explained by the processes observed.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tools for a beach profile survey.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Ranging poles, clinometer, tape.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how to measure longshore drift.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Time a float over a measured distance along the beach.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Slope angles are measured with a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Water going up the beach is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Movement of sand along the coast is longshore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long profile of a local stream using heights from a map.</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Field Work 5: Fieldwork in Biogeography: Soils and Vegetation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Profile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profil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Slope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pente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Beach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plage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Wave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vague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Drift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dérive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marée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Fieldwork in Geography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Field Work 4: Fieldwork in Geomorphology: Rivers and Coasts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Survey a long or beach profile with simple tools. Identify erosional and depositional landforms in the field. Measure wave action and longshore drift.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survey river and beach profiles and observe landforms and processes.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Long Profile of a River; Coastal Processes; Beach Materials and Coastal Landforms.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long profile of a local stream using heights from a map.</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profile.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list the tools.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identify landforms.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plan the test.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sample the beach.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8 (Practical 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“Ox-bow” by colinjackson1972, CC BY-NC 2.0, via Flickr (https://www.flickr.com/photos/8253719@N04/2329293239)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“Carpinteria Bluffs, California (5)” by Ken Lund, CC BY-SA 2.0, via Flickr (https://www.flickr.com/photos/75683070@N00/4063056130)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2026-09-27T09:57:23Z</dcterms:created>
  <dcterms:modified xsi:type="dcterms:W3CDTF">2026-09-27T09:57:23Z</dcterms:modified>
</cp:coreProperties>
</file>