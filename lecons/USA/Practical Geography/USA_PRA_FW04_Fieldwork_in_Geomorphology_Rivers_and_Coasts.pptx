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Field Work 4: Fieldwork in Geomorphology: Rivers and Coasts.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the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identify landforms.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plan the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sample the beach.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clinometer 2. swash 3. drift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PRACTICAL GEOGRAPHY  —  FIELD WORK 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Fieldwork in Geomorphology: Rivers and Coasts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8: Understanding and carrying out statistical techniques, topographic map analysis, fieldwork and project based learning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Fieldwork in Geography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investigations in physical geography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Work 4: Fieldwork in Geomorphology: Rivers and Coasts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profile, clinometer, ranging pole, beach profile, swash, backwash, longshore drift.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profile of a river and its landforms; coastal processes (waves, longshore drift, erosion, transport); beach materials and coastal landforms.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survey river and beach profiles and observe landforms and processes.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a long or beach profile with simple tools.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erosional and depositional landforms in the field.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wave action and longshore drift.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river has upper, middle and lower courses.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Waves erode and deposit on coasts.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class from Limbe visits the coast to study the beach, while a class from Garoua follows the Benue from its tributary to the floodplain. Both must describe landforms and processes.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classes must study landforms and processes in the field.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tool measures slope angles?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clinometer.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moves sand along a beach?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Longshore drift.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fieldwork helps us to see how landforms are shaped.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LONG PROFILE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ong_profi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long profile of a river.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LONG PROFILE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the gradient change downstream?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LONG PROFILE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steep upstream and becomes gentle downstream.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SURVEY METHOD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slope_surve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Surveying a profile.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SURVEY METHOD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tools are needed to survey a profile?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SURVEY METHOD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Ranging poles, a clinometer and a measuring tape.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RIVER LANDFORMS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meand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meander.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RIVER LANDFORMS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one erosional and one depositional river landform.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RIVER LANDFORMS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Erosional: waterfall (or river cliff). Depositional: point bar (or floodplain).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COASTAL PROCESSES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ongshor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Longshore drift.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COASTAL PROCESSES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longshore drift be measured in the field?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COASTAL PROCESSES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Put a float or painted pebble in the sea and measure how far it moves in a given time.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BEACH MATERIALS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wav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Waves on a beach.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BEACH MATERIALS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beach material change up the beach?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BEACH MATERIALS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Larger pebbles are often at the back of the beach (thrown by storm waves); finer sand is near the water.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Fieldwork in Geomorphology: Rivers and Coasts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Fieldwork in Geography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Field investigations in physical geography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Field Work 4: Fieldwork in Geomorphology: Rivers and Coasts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Long profile: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change in height of a river from its source to its mouth.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Longshore drift: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movement of material along a beach by waves arriving at an angle.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River Fieldwork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Method: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Measure gradient with poles and a clinometer at several sites. Record landforms with sketches and photos.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Landforms: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Waterfalls, rapids and V-shaped valleys are found upstream. Meanders, floodplains and point bars are found downstream.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River Fieldwork (2/2)</a:t>
            </a:r>
            <a:endParaRPr lang="en-US" sz="3600" dirty="0"/>
          </a:p>
        </p:txBody>
      </p:sp>
      <p:pic>
        <p:nvPicPr>
          <p:cNvPr id="13" name="Image 0" descr="/home/claude/f4/img/v2/slope_surve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method.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Coastal Fieldwork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Processes: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Count waves per minute and observe swash and backwash. Measure longshore drift with floats.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Features: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Record cliffs, stacks, beaches and spits. Sample sand and pebble sizes along a beach profile.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Safety: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Never work alone near the sea and check the tide times. Keep away from cliff edges.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tools for a beach profile survey.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Ranging poles, clinometer, tape.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how to measure longshore drift.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Time a float over a measured distance along the beach.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Slope angles are measured with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going up the beach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Movement of sand along the coast is longshore ______.</a:t>
            </a:r>
            <a:endParaRPr lang="en-US" sz="3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the long profile of a local stream using heights from a map.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Fieldwork 5: Biogeography.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profil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Slope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Beach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plage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vague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Drift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dérive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marée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Fieldwork in Geography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Work 4: Fieldwork in Geomorphology: Rivers and Coasts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 a long or beach profile with simple tools. Identify erosional and depositional landforms in the field. Measure wave action and longshore drift.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survey river and beach profiles and observe landforms and processes.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Long profile, Longshore drift; II. River Fieldwork: Method, Landforms; III. Coastal Fieldwork: Processes, Features, Safety.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long profile of a local stream using heights from a map.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8 (Practical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“Ox-bow” by colinjackson1972, CC BY-NC 2.0, via Flickr (https://www.flickr.com/photos/8253719@N04/2329293239)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“Carpinteria Bluffs, California (5)” by Ken Lund, CC BY-SA 2.0, via Flickr (https://www.flickr.com/photos/75683070@N00/4063056130)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2026-09-27T00:21:31Z</dcterms:created>
  <dcterms:modified xsi:type="dcterms:W3CDTF">2026-09-27T00:21:31Z</dcterms:modified>
</cp:coreProperties>
</file>