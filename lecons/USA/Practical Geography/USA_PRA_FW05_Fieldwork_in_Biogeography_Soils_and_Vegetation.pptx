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5: Fieldwork in Biogeography: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soil profile, horizon, soil pit, auger, transect, quadrat, kite diagram, percentage cover. At the end, you should be able to do this: learners are able to describe soil profiles and sample vegetation along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4: Fieldwork in Geomorphology: Rivers and Coasts. The question was: Draw the long profile of a local stream using heights from a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Read the heights where the stream crosses each contour and the distance from the source. Plot distance (x) against height (y) and join the points: the curve is steep near the source and gentle downstream.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a soil profile and test soil properties. Number 2: sample vegetation with quadrats along a transect. Number 3: present results with a kite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horizons. Vegetation changes with height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slope near the school, the grass is tall at the bottom near a stream and short at the top. The class wants to know how soil and vegetation change along the slope.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changes along the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samples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quadrat.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line is followed for sampling?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soils and plants in the field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links between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soil horizons.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Topsoil (A), subsoil (B), weathered rock (C) and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taking a soil sample.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soil properties you can test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Colour, texture and pH (also depth and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quadrat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measure plant species and percentage cover in a small square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kite diagram of a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change in trees along the transect.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increase from 0 % to about 55 % cover towards 90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savanna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that explain vegetation change along a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moisture and soil depth (also grazing and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Profile and Soil Variation. Soils are studied in the field as follows. On this slide we have Soil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Profile and Soil Variation. On this slide we have Soil properties and Soil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along a Transect. Vegetation is studied as follows. On this slide we have Quadrat.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along a Transect. On this slide we have Transect and Kite diagram.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kite diagram of a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Explanation. Vegetation changes are explained by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of a transect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lay a tape, place quadrats at intervals, record species and cover.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soil tests done in the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texture and pH.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 number 2, quadrat; number 3, kite.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1 m quadrat and record the plants in three places around the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6: Fieldwork on Economic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FIELD WORK 5: FIELDWORK IN BIOGEOGRAPHY: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Biogeography: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soil pit, auger, transect, quadrat, kite diagram, percentage cover.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and variation with depth or along a slope; soil erosion; vegetation density, structure and species along a transect with quadrats.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4: Fieldwork in Geomorphology: Rivers and Coasts):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heights where the stream crosses each contour and the distance from the source. Plot distance (x) against height (y) and join the points: the curve is steep near the source and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soil profile and test soil properties.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Sample vegetation with quadrats along 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Present results with a kite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horizons.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changes with height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slope near the school, the grass is tall at the bottom near a stream and short at the top. The class wants to know how soil and vegetation change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changes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samples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quadrat.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line is followed for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soils and plants in the field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links between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soil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Topsoil (A), subsoil (B), weathered rock (C) and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aug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Taking a soil sample.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soil properties you can test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and pH (also depth and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quadrat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measure plant species and percentage cover in a small square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change in trees along the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increase from 0 % to about 55 % cover towards 90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explain vegetation change along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and soil depth (also grazing and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pit shows the horizons: topsoil (A), subsoil (B), weathered rock (C) and bedrock. Each horizon is measured and described.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properties: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pH, depth and moisture are tested with an auger and simple kits. Changes with depth or along a slope are recorded.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Exposed roots, rills and gullies show erosion. Their size and the plant cover are noted.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Quadrat: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square frame, often 1 m², placed at regular points. The species and percentage cover inside it are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across an area along which quadrats are placed. It shows how vegetation changes, for example from a stream to a hilltop.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Kite diagram: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percentage cover of each species along the transect. Wide sections show high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changes are explained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soil depth and slope change along the transect. Wet soils near streams support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Grazing, trampling and fire reduce plant cover. Protected areas show denser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of a transect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 a tape, place quadrats at intervals, record species and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soil tests done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and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Topsoil is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square sampling frame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Cover along a transect is shown by a ______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recouvrement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L'espèce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soil profile and test soil properties. Sample vegetation with quadrats along a transect. Present results with a kite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Profile and Soil Variation; Vegetation along a Transect; Explanation.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1 m quadrat and record the plants in three places around the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soil pit.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test a sample.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quadrat.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pattern.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“Soil Auger sample” by SAGT, CC BY-NC-SA 2.0, via Flickr (https://www.flickr.com/photos/46860625@N07/4971829421)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2026-09-27T10:08:22Z</dcterms:created>
  <dcterms:modified xsi:type="dcterms:W3CDTF">2026-09-27T10:08:22Z</dcterms:modified>
</cp:coreProperties>
</file>