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Field Work 5: Fieldwork in Biogeography: Soils and Vegetation.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soil pit.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test a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quadrat.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 2. quadrat 3. kite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FIELD WORK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Fieldwork in Biogeography: Soils and Vegetation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investigations in physical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5: Fieldwork in Biogeography: Soils and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profile, horizon, soil pit, auger, transect, quadrat, kite diagram, percentage cover.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 and variation with depth or along a slope; soil erosion; vegetation density, structure and species along a transect with quadrats.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soil profiles and sample vegetation along a transect.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soil profile and test soil properties.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vegetation with quadrats along a transect.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results with a kite diagram.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has horizons.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changes with height and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slope near the school, the grass is tall at the bottom near a stream and short at the top. The class wants to know how soil and vegetation change along the slope.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explain changes along the slope.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tool samples vegetation?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quadrat.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line is followed for sampling?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transect.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fieldwork helps us to study the links between soils and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main soil horizons.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Topsoil (A), subsoil (B), weathered rock (C) and bedrock.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aug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Taking a soil sample.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soil properties you can test in the field.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Colour, texture and pH (also depth and moisture).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QUADRATS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quadr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quadrat.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QUADRATS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quadrat used for?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QUADRATS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measure plant species and percentage cover in a small square area.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TRANSECT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ki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Kite diagram of a transect.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TRANSECT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change in trees along the transect.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TRANSECT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increase from 0 % to about 55 % cover towards 90 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Savanna vegetation.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that explain vegetation change along a slope.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 and soil depth (also grazing and fire).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Fieldwork in Biogeography: Soils and Vegetation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Fieldwork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Field investigations in physical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Work 5: Fieldwork in Biogeography: Soils and Vegetation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profile: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vertical section of soil showing its horizons.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Transect: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line along which samples are taken at regular intervals.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Quadrat: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square frame used to sample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Soil Investigation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Profile: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Dig a pit or use an auger and describe each horizon. Measure depth, colour and texture.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soils at the top, middle and bottom of a slope. Soils are often deeper and wetter at the bottom.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Soil Investigation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 gullies and bank erosion with measurements and photos. Note the causes.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Soil Investigation (3/3)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profile.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Vegetation Investigation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Method: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 a transect and place a quadrat every 10 m. Record species, height and percentage cover.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Presentation: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Kite diagrams show cover along the transect. Relate changes to soil, water and people.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the steps of a transect survey.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 a tape, place quadrats at intervals, record species and cover.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soil tests done in the field.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Texture and pH.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Topsoil is the ______ horizon.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square sampling frame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 along a transect is shown by a ______ diagram.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1 m quadrat and record the plants in three places around the school.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Fieldwork 6: Economic Activities.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quadrat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Transect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transect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recouvrement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L'espèce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5: Fieldwork in Biogeography: Soils and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a soil profile and test soil properties. Sample vegetation with quadrats along a transect. Present results with a kite diagram.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soil profiles and sample vegetation along a transect.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profile, Transect, Quadrat; II. Soil Investigation: Profile, Variation, Erosion; III. Vegetation Investigation: Method, Presentation.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1 m quadrat and record the plants in three places around the school.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“Soil Auger sample” by SAGT, CC BY-NC-SA 2.0, via Flickr (https://www.flickr.com/photos/46860625@N07/4971829421)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“Vegetation Monitoring, Katmai NPP” by swanNPS, CC BY-NC 2.0, via Flickr (https://www.flickr.com/photos/90673956@N06/16796099732)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2026-09-27T00:22:16Z</dcterms:created>
  <dcterms:modified xsi:type="dcterms:W3CDTF">2026-09-27T00:22:16Z</dcterms:modified>
</cp:coreProperties>
</file>