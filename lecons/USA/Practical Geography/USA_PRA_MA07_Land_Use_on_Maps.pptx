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Map Analysis 7: Land Use on Maps.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land uses.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find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explain the location.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reserves.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relate land use to relief.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use 2. high (rocky) 3. large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PRACTICAL GEOGRAPHY  —  MAP ANALYSIS 7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Use on Maps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8: Understanding and carrying out statistical techniques, topographic map analysis, fieldwork and project based learning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Topographic Map Analysis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Economic Activity Analysis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 Analysis 7: Land Use on Maps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Land use, agricultural, industrial, recreational land use, spatial pattern.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Types of land use (agriculture, industry, mining, recreation, woodland); spatial patterns; links between relief, drainage, vegetation and human activities.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identify land uses on a map and explain their distribution.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types of land use from map evidence.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their spatial distribution.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links with relief, drainage and vegetation.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farm, mine and build factories.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show plantations and quarries.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map extract shows a plantation on flat land, a quarry on a hill, a factory near a railway and grazing land on slopes. The class must explain why each activity is where it is.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class must explain the location of activities.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plantation on flat land?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easy to cultivate and to transport crops.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factory near the railway?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 transport of raw materials and products.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read economic activities on maps.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topo_landus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Land use on a map (invented).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four land uses on the extract.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TYPES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Plantation, forest reserve, quarry, factory (also grazing).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AGRICULTURE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lsa_oilpal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oil palm plantation.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AGRICULTURE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map evidence shows plantation agriculture?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AGRICULTURE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Regular symbols over a large area with a name like "oil palm estate".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INDUSTRY AND MINING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topo_landus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Factory and quarry.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INDUSTRY AND MINING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Explain the location of the factory.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INDUSTRY AND MINING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near the road, railway and river for transport and water.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RECREATION AND FORESTRY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2t_logging_tru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Logs from a forest.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RECREATION AND FORESTRY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are forest reserves often on hills?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RECREATION AND FORESTRY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Steep slopes are poor for farming and trees protect the soil.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PATTERNS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site_factor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Physical factors of land use.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PATTERNS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relief influence land use?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PATTERNS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Flat land is farmed and built on; steep slopes are left for forest or grazing.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Land Use on Maps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Topographic Map Analysis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Economic Activity Analysis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Map Analysis 7: Land Use on Maps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Land use: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way people use the land, for farming, industry, settlement or recreation.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Types of Land Use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Agricultural: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Plantations, crop fields and grazing land are shown by symbols and names. Plantations cover large regular areas.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Industrial and mining: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Factories, mills and quarries appear near routes and resources. Mines are near mineral deposits.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Types of Land Use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Others: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Forest reserves, parks, hotels and golf courses show woodland and recreation. Settlements are shown by huts and buildings.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Types of Land Use (3/3)</a:t>
            </a:r>
            <a:endParaRPr lang="en-US" sz="3600" dirty="0"/>
          </a:p>
        </p:txBody>
      </p:sp>
      <p:pic>
        <p:nvPicPr>
          <p:cNvPr id="13" name="Image 0" descr="/home/claude/f4/img/v2/topo_landus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Sketch the land uses.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Patterns and Explanation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Relief: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Flat land favours farming, factories and towns. Steep land is used for forest or grazing.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Drainage and vegetation: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Rivers supply water and transport; swamps are avoided. Forests are exploited or protected.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pieces of map evidence of industry.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factory symbol and a railway siding (or a quarry).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Explain the location of a plantation.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Flat land, fertile soils, near roads for transport.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way land is used is land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Quarries are on ______ ground.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Plantations cover ______ areas.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Map the land uses along the road from your home to school.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Map Analysis 8: Rural Settlements on Maps.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Land use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L'utilisation du sol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Plantation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plantation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Quarry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carrière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Grazing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pâturage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L'usine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réserve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Topographic Map Analysis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 Analysis 7: Land Use on Maps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Identify types of land use from map evidence. Describe their spatial distribution. Explain the links with relief, drainage and vegetation.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identify land uses on a map and explain their distribution.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Land use; II. Types of Land Use: Agricultural, Industrial and mining, Others; III. Patterns and Explanation: Relief, Drainage and vegetation.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 the land uses along the road from your home to school.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8 (Practical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“Aerial view of oil palm plantation” by CIFOR, CC BY-NC-ND 2.0, via Flickr (https://www.flickr.com/photos/45423546@N07/38802487905)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“Logging truck, Cameroon” by World Resources, CC BY-NC-SA 2.0, via Flickr (https://www.flickr.com/photos/26107309@N05/4764354366)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2026-09-27T00:21:29Z</dcterms:created>
  <dcterms:modified xsi:type="dcterms:W3CDTF">2026-09-27T00:21:29Z</dcterms:modified>
</cp:coreProperties>
</file>