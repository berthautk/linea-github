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7: Land Use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land use, agricultural, industrial, recreational land use, spatial pattern. At the end, you should be able to do this: learners are able to identify land uses on a map and explain their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6: Transport on Maps. The question was: Draw a topological diagram of the roads in your town and calculate 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6 junctions (nodes) and 7 roads between them (links); β = 7 ÷ 6 = 1.17, so the town network has circuits and is fairly well connected.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from map evidence. Number 2: describe their spatial distribution. Number 3: explain the links with relief, drainage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farm, mine and build factories. Maps show plantations and quarries.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map extract shows a plantation on flat land, a quarry on a hill, a factory near a railway and grazing land on slopes. The class must explain why each activity is where it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location of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plantation on flat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easy to cultivate and to transport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factory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raw materials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justify land use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economic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factory (also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with a name like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factory and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road, railway and river for transport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relief influence land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is farmed and built on; steep slopes are left for forest or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Land Use. The main land uses on maps are the following. On this slide we have Agricultural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Industrial and mining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Recreational and woodland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Patterns and Links. Land use is linked to physical factors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Patterns and Links. On this slide we have Drainage and vegetation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physical factors of land 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map evidence of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factory symbol and a railway siding (or a quarry).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plantation.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land, fertile soils, near roads for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high (rocky);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land uses along the road from your home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8: Rural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7: LAND USE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7: Land Use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Use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7: Land Use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agricultural, industrial, recreational land use, spatial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land use (agriculture, industry, mining, recreation, woodland); spatial patterns; links between relief, drainage,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6: Transport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6 junctions (nodes) and 7 roads between them (links); β = 7 ÷ 6 = 1.17, so the town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with relief, drainage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mine and build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plantations and quarries.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extract shows a plantation on flat land, a quarry on a hill, a factory near a railway and grazing land on slopes. The class must explain why each activity is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location of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plantation on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cultivate and to transport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factory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raw materials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justify land use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economic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factory (also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with a name like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and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road, railway and river for transport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influence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steep slopes are left for forest or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 uses on maps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appear as regular symbols over large areas with names like "oil palm estate". Small farms and grazing land are shown by scattered symbols or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and mining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mines and power stations are shown by symbols or names. They are often near roads, railways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Recreational and woodland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golf courses, rest houses and forest reserves show recreation and forestry. Forest reserves are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is linked to physical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for forest or grazing. Quarries use exposed rock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limit farming, but rivers supply water for factories and crops. Forest areas give timber and protect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and roads attract markets, factories and services. Land use becomes more intensive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map evidence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factory symbol and a railway siding (or a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near roads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land is used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Quarries are on ______ ground.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Plantations cover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7: Land Use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from map evidence. Describe their spatial distribution. Explain the links with relief, drainage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Land Use; Spatial Patterns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land uses along the road from your home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land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the location.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reserves.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relate land use to relief.</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2026-09-27T09:57:22Z</dcterms:created>
  <dcterms:modified xsi:type="dcterms:W3CDTF">2026-09-27T09:57:22Z</dcterms:modified>
</cp:coreProperties>
</file>