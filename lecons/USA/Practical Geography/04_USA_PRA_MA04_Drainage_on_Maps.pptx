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4: Drainage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Hydrological Analysis. The key notions we shall use today are: stream order, Strahler, bifurcation ratio, drainage density, stream frequency, sinuosity, drainage pattern. At the end, you should be able to do this: learners are able to order streams, calculate drainage indices and identify drainage patterns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3: Relief on Maps. The question was: Draw the cross-section X–Y from the extract and label the landforms.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Mark the contours crossed by X–Y on a paper strip, transfer them to a graph (horizontal scale = map scale, vertical scale exaggerated), join the points smoothly and label the hill, the valley and the river.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order streams using Strahler's method. Number 2: calculate the bifurcation ratio, drainage density and sinuosity. Number 3: identify and explain drainage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Small streams join to form rivers. A drainage basin is the area drained by a river.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Benue basin floods often. An engineer asks the class to study a map of a small basin, order its streams and calculate indices to judge the flood risk.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assess flood risk from the drainage.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method orders streams?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Strahler's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index is linked to flood risk?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bifurcation ratio (also drainage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drainage with numbers, not only with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analyse rivers and flood risk from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strahler stream ordering.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when two 2nd-order streams meet? And a 2nd and a 1st?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form a 3rd-order stream; 2 + 1 stays 2nd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bifurcation ratios.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Rb between orders 1 and 2 if there are 16 and 5 streams.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16 ÷ 5 =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drainage calculations.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basin of 20 km² has 50 km of streams. Find the drainage density.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50 ÷ 20 = 2.5 km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drainage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pattern develops on uniform rock, and which around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Dendritic on uniform rock; radial around a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map extract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In which direction does the main river flow? Give evidence.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flows south from the northern edge, then east, from higher to lower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Stream Ordering and Bifurcation Ratio. Streams are ordered and compared as follows. On this slide we have Strahler stream order.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Stream Ordering and Bifurcation Ratio. On this slide we have Bifurcation ratio.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strahler stream ordering.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Drainage Density, Stream Frequency and Sinuosity. Drainage is measured with the following indices. On this slide we have Drainage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Density, Stream Frequency and Sinuosity. On this slide we have Stream frequency and Sinuosity.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drainage calculations.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Drainage Patterns and Description. Drainage is described as follows. On this slide we have Drainage patterns.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Patterns and Description. On this slide we have Description.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drainage patterns.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basin has 12 first-order and 3 second-order streams. Find Rb.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12 ÷ 3 = 4.0.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 river is 9 km long; the straight line is 6 km. Find sinuosity.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9 ÷ 6 = 1.5 (meandering).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Strahler; number 2, density; number 3, dendritic.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Trace a river network from a map, order its streams and calculate the mean bifurcation ratio.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5: Vegetation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4: DRAINAGE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Drainage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Hydrological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4: Drainage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Stream order, Strahler, bifurcation ratio, drainage density, stream frequency, sinuosity, drainage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Stream ordering (Strahler) and bifurcation ratio; drainage density and stream frequency; sinuosity; stream patterns; description of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order streams, calculate drainage indices and identify drainage patterns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3: Relief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cross-section X–Y from the extract and label the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 the contours crossed by X–Y on a paper strip, transfer them to a graph (horizontal scale = map scale, vertical scale exaggerated), join the points smoothly and label the hill, the valley and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Order streams using Strahler's method.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bifurcation ratio, drainage density and sinuosity.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explain drainage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Small streams join to form rivers.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is the area drained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basin floods often. An engineer asks the class to study a map of a small basin, order its streams and calculate indices to judge the flood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assess flood risk from the drainage.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method orders streams?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Strahler's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is linked to flood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bifurcation ratio (also drainage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drainage with numbers, not only with words.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analyse rivers and flood risk from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STREAM ORDER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rah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Strahler stream ordering.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STREAM ORDER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two 2nd-order streams meet? And a 2nd and a 1st?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STREAM ORDER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a 3rd-order stream; 2 + 1 stays 2nd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BIFURCATION RATIO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ifurc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Bifurcation ratios.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BIFURCATION RATIO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Rb between orders 1 and 2 if there are 16 and 5 streams.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BIFURCATION RATIO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16 ÷ 5 = 3.2.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DENSITY AND SINUOSITY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rainag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Drainage calculations.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DENSITY AND SINUOSITY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basin of 20 km² has 50 km of streams. Find the drainage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DENSITY AND SINUOSITY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50 ÷ 20 = 2.5 km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rain_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Drainage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pattern develops on uniform rock, and which around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Dendritic on uniform rock; radial around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DESCRIPTION OF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extract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DESCRIPTION OF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direction does the main river flow? Give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DESCRIPTION OF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flows south from the northern edge, then east, from higher to lower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Hydrological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4: Drainage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Stream Ordering and Bifurcation Ratio</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Streams are ordered and compared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Strahler stream order: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Source streams are 1st order, and two streams of the same order join to form the next order. A lower-order stream joining a higher one does not change its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Stream Ordering and Bifurcation Ratio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Bifurcation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streams of one order divided by the number of the next order (Rb = Nu ÷ Nu+1). A high ratio shows a well-branched basin with a low flood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Stream Ordering and Bifurcation Ratio</a:t>
            </a:r>
            <a:endParaRPr lang="en-US" sz="3600" dirty="0"/>
          </a:p>
        </p:txBody>
      </p:sp>
      <p:pic>
        <p:nvPicPr>
          <p:cNvPr id="4" name="Image 0" descr="/home/claude/f4/img/v2/strah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Strahler stream ordering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Density, Stream Frequency and Sinuosity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Drainage is measured with the following indices: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length of streams divided by the basin area (km per km²). It is high on impermeable rocks, steep slopes and bare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Density, Stream Frequency and Sinuosity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Stream frequency: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streams divided by the basin area. It shows how many channels drain the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Sinuosity: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channel length divided by the straight-line distance. A value above 1.5 shows a meandering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Density, Stream Frequency and Sinuosity</a:t>
            </a:r>
            <a:endParaRPr lang="en-US" sz="3600" dirty="0"/>
          </a:p>
        </p:txBody>
      </p:sp>
      <p:pic>
        <p:nvPicPr>
          <p:cNvPr id="4" name="Image 0" descr="/home/claude/f4/img/v2/drainage_cal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drainage calculations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Drainage Patterns and Description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Drainage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Dendritic patterns form on uniform rock and radial patterns around a volcano or dome. Trellis patterns form on alternating hard and soft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Drainage Patterns and Description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Description: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main river, its direction of flow and its tributaries with map evidence. Also describe the density, the pattern and features such as marshes and waterfalls.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Drainage Patterns and Description</a:t>
            </a:r>
            <a:endParaRPr lang="en-US" sz="3600" dirty="0"/>
          </a:p>
        </p:txBody>
      </p:sp>
      <p:pic>
        <p:nvPicPr>
          <p:cNvPr id="4" name="Image 0" descr="/home/claude/f4/img/v2/drain_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drainage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basin has 12 first-order and 3 second-order streams. Find Rb.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 ÷ 3 = 4.0.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river is 9 km long; the straight line is 6 km. Find sinuosity.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 ÷ 6 = 1.5 (meandering).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Stream ordering method: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Length of streams ÷ basin area = drainage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tree-like pattern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Trace a river network from a map, order its streams and calculate the mean bifurcation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5: Vegetation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cours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 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Pattern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4: Drainage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Order streams using Strahler's method. Calculate the bifurcation ratio, drainage density and sinuosity. Identify and explain drainage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order streams, calculate drainage indices and identify drainage patterns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Stream Ordering and Bifurcation Ratio; Drainage Density, Stream Frequency and Sinuosity; Drainage Patterns and Description.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Trace a river network from a map, order its streams and calculate the mean bifurcation ratio.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order a network.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each ratio.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density.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patterns.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drainage.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2026-09-29T03:13:17Z</dcterms:created>
  <dcterms:modified xsi:type="dcterms:W3CDTF">2026-09-29T03:13:17Z</dcterms:modified>
</cp:coreProperties>
</file>