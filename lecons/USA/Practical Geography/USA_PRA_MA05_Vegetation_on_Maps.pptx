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Map Analysis 5: Vegetation on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symbols.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gallery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human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sketch.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gallery 2. flat (badly drained) 3. forest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PRACTICAL GEOGRAPHY  —  MAP ANALYSIS 5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on Maps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8: Understanding and carrying out statistical techniques, topographic map analysis, fieldwork and project based learning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Biogeographical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5: Vegetation on Maps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Forest, grassland, scrub, swamp, gallery forest, distribution.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(forests, grasslands, scrub); location and distribution; explanation by relief, drainage, climate and human activity.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identify, locate and explain vegetation types on a map.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vegetation types from map symbols.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their distribution.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distribution using map evidence.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has forests and savannas.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grow along rivers in the savanna.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map extract of the Adamawa, the class notices forest symbols on the hills and along rivers, while most of the area has grassland symbols. They must explain this pattern.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class must explain the vegetation pattern.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the forest?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hills and along rivers.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covers most of the area?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Grassland (savanna).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link vegetation to relief, water and people on maps.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ign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signs.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vegetation types shown by map symbols.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Forest, grassland and swamp (also scrub).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topo_veg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on a map (invented).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distribution of forest on the extract.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is on the high slopes in the north-west and along the river (gallery forest).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RELIEF AND DRAINAGE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savan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17691"/>
            <a:ext cx="11640312" cy="427417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Savanna with trees along a stream.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RELIEF AND DRAINAGE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gallery forest grow along rivers?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RELIEF AND DRAINAGE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soil has water all year.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HUMAN ACTIVITY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bushf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bush fire.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HUMAN ACTIVITY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people change vegetation?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HUMAN ACTIVITY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clearing for farms, bush fires, grazing and planting trees.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SKETCH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topo_veg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extract to sketch.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SKETCH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should a vegetation sketch map include?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SKETCH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frame, title, key, scale, north arrow and the vegetation zones.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on Maps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Topographic Map Analysis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Biogeographical Analysis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Analysis 5: Vegetation on Maps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plant cover of an area.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Gallery forest: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strip of forest along a river in a savanna area.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Distribution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Types: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Maps show forests, grasslands, scrub and swamps with symbols. Plantations are shown separately.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Distribution: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where each type is found using grid references and directions. Note whether it is continuous or scattered.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Distribution (2/2)</a:t>
            </a:r>
            <a:endParaRPr lang="en-US" sz="3600" dirty="0"/>
          </a:p>
        </p:txBody>
      </p:sp>
      <p:pic>
        <p:nvPicPr>
          <p:cNvPr id="13" name="Image 0" descr="/home/claude/f4/img/v2/topo_veg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Sketch the vegetation zones.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Explanation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Physical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Forests grow on wet high slopes and along rivers. Swamps occupy flat, badly drained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Human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Clearing, farming, grazing and fires reduce forests. Forest reserves and plantations are created by people.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physical and one human reason for vegetation distribution.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Relief and drainage; clearing for farms.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gallery forest?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along rivers in a savanna.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along rivers is ______ forest.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Swamps are found on ______ land.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Fires reduce ______ cover.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a sketch map of the vegetation types around your school.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Map Analysis 6: Transport on Maps.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végétation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forêt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Grassland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savane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Swamp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marécage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brousse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réserve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5: Vegetation on Maps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vegetation types from map symbols. Describe their distribution. Explain the distribution using map evidence.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identify, locate and explain vegetation types on a map.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Vegetation, Gallery forest; II. Types and Distribution: Types, Distribution; III. Explanation: Physical factors, Human factors.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a sketch map of the vegetation types around your school.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8 (Practical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“Blue Wildebeest in the Lowveld” by Martin_Heigan, CC BY-NC-ND 2.0, via Flickr (https://www.flickr.com/photos/97303475@N00/2089079933)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“20111216-NRCS-LSC-0355” by USDAgov, CC BY 2.0, via Flickr (https://www.flickr.com/photos/41284017@N08/6551564351)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2026-09-27T00:21:29Z</dcterms:created>
  <dcterms:modified xsi:type="dcterms:W3CDTF">2026-09-27T00:21:29Z</dcterms:modified>
</cp:coreProperties>
</file>