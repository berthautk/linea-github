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Field Work 7: Fieldwork on 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walk a transect.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buildings.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sellers.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desire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shopping.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desire 2. sphere 3. range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FIELD WORK 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Fieldwork on Settlement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investigations in human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7: Fieldwork on Settlement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Land-use survey, transect, market threshold, range, segregation, sphere of influence, desire line.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Rural land use and settlement variation with distance; market thresholds and range; urban land use and functions (segregation over distance); shopping patterns; urban sphere of influence.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survey land use and delimit the sphere of influence of a market or town.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a land-use transect in a town.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the range and threshold of a local market.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 a sphere of influence with desire lines.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have functional zones.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travel to markets to buy goods.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wants to know how far people travel to the weekly market and how land use changes from the town centre to the edge. They plan a questionnaire at the market and a walk along a main road.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study land use and the market's influence.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will they draw from the questionnaire?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Desire lines to show the sphere of influence.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will they study land use?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a land-use transect.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fieldwork helps us to study the organisation of our settlements.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LAND-USE TRANSECT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anduse_transec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Land-use transect.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LAND-USE TRANSECT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land use change from the centre outwards?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LAND-USE TRANSECT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shops and banks to mixed use, then housing and finally farms.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SEGREGATION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town seen from above.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SEGREGATION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building heights fall away from the centre?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SEGREGATION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is more expensive in the accessible centre, so people build upwards.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MARKET THRESHOLD AND RANGE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ange_thresho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Range and threshold.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MARKET THRESHOLD AND RANGE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range and threshold.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MARKET THRESHOLD AND RANGE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Range: maximum distance people travel. Threshold: minimum customers needed.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SPHERE OF INFLUENCE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sphe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Desire lines to a market.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SPHERE OF INFLUENCE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desire lines drawn?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SPHERE OF INFLUENCE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Lines from each buyer's home village to the market, based on questionnaires.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SHOPPING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market.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SHOPPING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people travel further for high-order goods?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SHOPPING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bought rarely and found only in bigger centres.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Fieldwork on Settlement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Fieldwork in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Field investigations in human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Work 7: Fieldwork on Settlement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Land-use survey: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recording of how each plot or building is used.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Sphere of influence: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area served by a settlement or market.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Desire line: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straight line joining a person's origin to a destination.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Land Use and Functions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Transect method: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Record land use every 100 m along a road from the centre. Use a colour key and a map.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Results: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Commercial uses dominate the centre and housing and farms dominate the edge. Building heights and land values fall outwards.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Land Use and Functions (2/2)</a:t>
            </a:r>
            <a:endParaRPr lang="en-US" sz="3600" dirty="0"/>
          </a:p>
        </p:txBody>
      </p:sp>
      <p:pic>
        <p:nvPicPr>
          <p:cNvPr id="13" name="Image 0" descr="/home/claude/f4/img/v2/landuse_transec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transect.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Markets and Spheres of Influence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Threshold and range: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sellers how many customers they need and buyers how far they travel. Low-order goods have small ranges.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Sphere of influence: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buyers' home villages and draw desire lines. The outer limit is the sphere of influence.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the steps to delimit a market's sphere of influence.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Questionnaire buyers, map their origins, draw desire lines, draw the boundary.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threshold?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minimum number of customers needed for a service.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Lines from home to market are ______ lines.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area served by a market is its ______ of influence.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maximum travel distance is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ten buyers at a market where they come from and draw desire lines on a sketch map.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ends Module 8 and the Upper Sixth programme.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use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L'occupation du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marché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portée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seuil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Sphere of influence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L'aire d'influence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7: Fieldwork on Settlement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out a land-use transect in a town. Study the range and threshold of a local market. Delimit a sphere of influence with desire lines.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survey land use and delimit the sphere of influence of a market or town.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Land-use survey, Sphere of influence, Desire line; II. Land Use and Functions: Transect method, Results; III. Markets and Spheres of Influence: Threshold and range, Sphere of influence.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ten buyers at a market where they come from and draw desire lines on a sketch map.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“Sandga Market in Douala, Cameroon” by The Advocacy Project, CC BY-NC-SA 2.0, via Flickr (https://www.flickr.com/photos/42487558@N00/3636438732)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2026-09-27T00:21:31Z</dcterms:created>
  <dcterms:modified xsi:type="dcterms:W3CDTF">2026-09-27T00:21:31Z</dcterms:modified>
</cp:coreProperties>
</file>