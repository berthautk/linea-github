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Field Work 7: Fieldwork on Settlement.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8: Understanding and carrying out statistical techniques, topographic map analysis, fieldwork and project based learning.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Fieldwork in Geography, and the sub-topic is Field investigations in human geography. The key notions we shall use today are: land-use survey, transect, market threshold, range, segregation, sphere of influence, desire line. At the end, you should be able to do this: learners are able to survey land use and delimit the sphere of influence of a market or town.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Field Work 6: Fieldwork on Economic Activities. The question was: Count vehicles passing your house for 15 minutes in the morning and evening and compare.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Example: morning 42 vehicles (mostly moto-taxis), evening 35. The morning is busier because people go to work, school and the market at the same time.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carry out a land-use transect in a town. Number 2: study the range and threshold of a local market. Number 3: delimit a sphere of influence with desire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Towns have functional zones. People travel to markets to buy goods.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class wants to know how far people travel to the weekly market and how land use changes from the town centre to the edge. They plan a questionnaire at the market and a walk along a main road.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study land use and the market's influence.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will they draw from the questionnaire?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Desire lines to show the sphere of influence.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will they study land use?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With a land-use transect.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fieldwork to understand how our town is organised.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fieldwork helps us to study the organisation of our settlements.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land-use transect.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does land use change from the centre outwards?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From shops and banks to mixed use, then housing and finally farms.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town seen from above.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 building heights fall away from the centre?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Land is more expensive in the accessible centre, so people build upwards.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range and threshold.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Distinguish range and threshold.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Range: maximum distance people travel. Threshold: minimum customers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desire lines to a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are desire lines drawn?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Lines from each buyer's home village to the market, based on questionnaires.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do people travel further for high-order goods?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are bought rarely and found only in bigger centres.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Land Use and Functions. Land use in settlements is studied as follows. On this slide we have Land-use transect.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 Use and Functions. On this slide we have Segregation over distance.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land-use transect.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Market Threshold and Range. Markets are studied with these concepts. On this slide we have Threshold and Range.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range and threshold.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Sphere of Influence. The sphere of influence is delimited as follows. On this slide we have Method.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Sphere of Influence. On this slide we have Boundary and explanation.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desire lines to a market.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the steps to delimit a market's sphere of influence.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questionnaire buyers, map their origins, draw desire lines, draw the boundary.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a threshold?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minimum number of customers needed for a service.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desire; number 2, sphere; number 3,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ten buyers at a market where they come from and draw desire lines on a sketch map.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FIELD WORK 7: FIELDWORK ON SETTLEMENT</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Field Work 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Fieldwork on Settlement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Fieldwork in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 investigations in human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 Work 7: Fieldwork on Settlement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Land-use survey, transect, market threshold, range, segregation, sphere of influence, desire line.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Rural land use and settlement variation with distance; market thresholds and range; urban land use and functions (segregation over distance); shopping patterns; urban sphere of influence.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survey land use and delimit the sphere of influence of a market or town.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(Field Work 6: Fieldwork on Economic Activities):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Count vehicles passing your house for 15 minutes in the morning and evening and compare.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Example: morning 42 vehicles (mostly moto-taxis), evening 35. The morning is busier because people go to work, school and the market at the same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Carry out a land-use transect in a town.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Study the range and threshold of a local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Delimit a sphere of influence with desire lines.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have functional zones.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travel to markets to buy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wants to know how far people travel to the weekly market and how land use changes from the town centre to the edge. They plan a questionnaire at the market and a walk along a main road.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study land use and the market's influence.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will they draw from the questionnaire?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Desire lines to show the sphere of influence.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will they study land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 a land-use transect.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fieldwork to understand how our town is organised.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fieldwork helps us to study the organisation of our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LAND-USE TRANSECT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anduse_transec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Land-use transect.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LAND-USE TRANSECT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land use change from the centre outwards?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LAND-USE TRANSECT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shops and banks to mixed use, then housing and finally farms.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SEGREGATION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doual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town seen from above.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SEGREGATION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building heights fall away from the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SEGREGATION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is more expensive in the accessible centre, so people build upwards.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THRESHOLD AND RANGE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range_threshol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Range and threshold.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THRESHOLD AND RANGE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range and threshold.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THRESHOLD AND RANGE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Range: maximum distance people travel. Threshold: minimum customers needed.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SPHERE OF INFLUENCE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sphe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Desire lines to a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SPHERE OF INFLUENCE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are desire lines drawn?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SPHERE OF INFLUENCE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Lines from each buyer's home village to the market, based on questionnaires.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SHOPPING PATTERNS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SHOPPING PATTERNS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people travel further for high-order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SHOPPING PATTERNS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bought rarely and found only in bigger centres.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Fieldwork in Geography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Field investigations in human geography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Field Work 7: Fieldwork on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Land Use and Functions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Land use in settlements is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Land-use transect: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Land use is recorded along a line from the centre outwards. It changes from shops and banks to mixed use, then housing and finally farms.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Land Use and Functions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Segregation over distance: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Building height, density and land value fall away from the centre. Rich and poor residential areas are also separated.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Land Use and Functions</a:t>
            </a:r>
            <a:endParaRPr lang="en-US" sz="3600" dirty="0"/>
          </a:p>
        </p:txBody>
      </p:sp>
      <p:pic>
        <p:nvPicPr>
          <p:cNvPr id="4" name="Image 0" descr="/home/claude/f4/img/v2/landuse_transec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land-use transect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Market Threshold and Range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Markets are studied with these concepts: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Threshold: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minimum number of customers needed for a service to survive. High-order services need large thresholds.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Range: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maximum distance people travel to buy a good. People travel further for high-order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Market Threshold and Range</a:t>
            </a:r>
            <a:endParaRPr lang="en-US" sz="3600" dirty="0"/>
          </a:p>
        </p:txBody>
      </p:sp>
      <p:pic>
        <p:nvPicPr>
          <p:cNvPr id="4" name="Image 0" descr="/home/claude/f4/img/v2/range_threshol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range and threshold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Sphere of Influence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sphere of influence is delimited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Method: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Buyers are asked where they come from, and their origins are mapped. Desire lines are drawn from each origin to the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Sphere of Influence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Boundary and explanation: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line joining the outer origins shows the sphere of influence. Its size depends on the size of the market and on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Sphere of Influence</a:t>
            </a:r>
            <a:endParaRPr lang="en-US" sz="3600" dirty="0"/>
          </a:p>
        </p:txBody>
      </p:sp>
      <p:pic>
        <p:nvPicPr>
          <p:cNvPr id="4" name="Image 0" descr="/home/claude/f4/img/v2/sphe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desire lines to a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the steps to delimit a market's sphere of influence.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Questionnaire buyers, map their origins, draw desire lines, draw the boundary.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threshold?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minimum number of customers needed for a service.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Lines from home to market are ______ lines.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area served by a market is its ______ of influence.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maximum travel distance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ten buyers at a market where they come from and draw desire lines on a sketch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Land use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L'occupation du sol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Market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marché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Customer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client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Range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portée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Threshold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seuil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Sphere of influence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L'aire d'influence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Fieldwork in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Field Work 7: Fieldwork on Settlement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Carry out a land-use transect in a town. Study the range and threshold of a local market. Delimit a sphere of influence with desire lines.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survey land use and delimit the sphere of influence of a market or town.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Land Use and Functions; Market Threshold and Range; Sphere of Influence.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ten buyers at a market where they come from and draw desire lines on a sketch map.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walk a transect.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buildings.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ask sellers.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desire lines.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shopping.</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8 (Practical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“Douala” by christing-O-, CC BY 2.0, via Flickr (https://www.flickr.com/photos/76187282@N00/7227535754)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“Sandga Market in Douala, Cameroon” by The Advocacy Project, CC BY-NC-SA 2.0, via Flickr (https://www.flickr.com/photos/42487558@N00/3636438732)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2026-09-27T10:08:22Z</dcterms:created>
  <dcterms:modified xsi:type="dcterms:W3CDTF">2026-09-27T10:08:22Z</dcterms:modified>
</cp:coreProperties>
</file>