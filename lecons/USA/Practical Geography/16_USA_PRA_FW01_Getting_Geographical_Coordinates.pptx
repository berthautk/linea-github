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Lst>
  <p:notesMasterIdLst>
    <p:notesMasterId r:id="rId5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notesMaster" Target="notesMasters/notesMaster1.xml"/><Relationship Id="rId55" Type="http://schemas.openxmlformats.org/officeDocument/2006/relationships/presProps" Target="presProps.xml"/><Relationship Id="rId56" Type="http://schemas.openxmlformats.org/officeDocument/2006/relationships/viewProps" Target="viewProps.xml"/><Relationship Id="rId57" Type="http://schemas.openxmlformats.org/officeDocument/2006/relationships/theme" Target="theme/theme1.xml"/><Relationship Id="rId5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Field Work 1: Getting Geographical Coordinates.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Upper Sixth Arts. It belongs to Module 8: Understanding and carrying out statistical techniques, topographic map analysis, fieldwork and project based learning.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Fieldwork in Geography, and the sub-topic is Location in Geography. The key notions we shall use today are: direction, bearing, compass, GPS, latitude, longitude. At the end, you should be able to do this: learners are able to find directions and bearings and obtain coordinates with a compass and a GPS.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Quantitative Techniques 4: Plotting and Interpreting Graphical Tools. The question was: Name the instrument that gives geographical coordinates by satellite.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The GPS (Global Positioning System) receiver.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give directions and measure bearings. Number 2: use a compass in the field. Number 3: obtain coordinates with a GPS or smartphone.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The four cardinal points are N, E, S and W. Latitude and longitude locate places.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The class goes to the school field. The teacher asks each group to find the bearing of the market from the school gate and the latitude and longitude of the gate with a phone.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class must locate places in the field.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Which tool measures bearings?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 compass.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Which tool gives latitude and longitude?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 GPS (or smartphone).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locate places precisely with a compass or a phone GPS.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fieldwork teaches us to locate places precisely.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bearings.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What is a bearing, and what is the bearing of south-west?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An angle measured clockwise from north; south-west is 225°.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a topographic map used in the field.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Why do you orient the map with a compass in the field?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So that directions on the map match directions on the ground.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diagram: bearing school → market = 120°.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Find the bearing from the market back to the school.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120° + 180° = 300°.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a GPS receiver.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What information does a GPS give?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Latitude, longitude and altitude (also time and speed).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diagram: steps of fieldwork.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Give two safety rules for fieldwork.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Stay in groups and follow the teacher's instructions (also avoid roads and rivers).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Directions and Bearings. Directions are given in two ways. On this slide we have Directions and Bearing.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bearings.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Compass. The compass is used as follows. On this slide we have Meaning and uses.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Compass. On this slide we have Outdoor demonstration.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GPS. The GPS is used as follows. On this slide we have Meaning and uses.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GPS. On this slide we have Outdoor demonstration.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steps of fieldwork.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Give the bearings of east and north-west.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090° and 315°.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two uses of a GPS in fieldwork.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recording sample sites and mapping routes.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clockwise; number 2, 180°; number 3, 180°.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Record the coordinates of five places in your neighbourhood with a phone and plot them on a sketch.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Field Work 3: Fieldwork in Hydrology: Running Water.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FIELD WORK 1: GETTING GEOGRAPHICAL COORDINATES</a:t>
            </a:r>
            <a:endParaRPr lang="en-US" sz="14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UPPER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Field Work 1</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Getting Geographical Coordinates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Upper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8: Understanding and carrying out statistical techniques, topographic map analysis, fieldwork and project based learning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Fieldwork in Geography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Location in Geography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Field Work 1: Getting Geographical Coordinates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Direction, bearing, compass, GPS, latitude, longitude.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Directions and bearings; the compass (meaning and uses, outdoor demonstration); the GPS (meaning and uses, outdoor demonstration with a phone).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find directions and bearings and obtain coordinates with a compass and a GPS.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(Quantitative Techniques 4: Plotting and Interpreting Graphical Tools):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instrument that gives geographical coordinates by satellite.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GPS (Global Positioning System) receiver.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Give directions and measure bearings.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Use a compass in the field.</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Obtain coordinates with a GPS or smartphone.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four cardinal points are N, E, S and W.</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Latitude and longitude locate places.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class goes to the school field. The teacher asks each group to find the bearing of the market from the school gate and the latitude and longitude of the gate with a phone.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class must locate places in the field.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tool measures bearings?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compass.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tool gives latitude and longitude?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GPS (or smartphone).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Locate places precisely with a compass or a phone GPS.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fieldwork teaches us to locate places precisely.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DIRECTIONS AND BEARINGS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bearing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Bearings.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DIRECTIONS AND BEARINGS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a bearing, and what is the bearing of south-west?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DIRECTIONS AND BEARINGS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An angle measured clockwise from north; south-west is 225°.</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MAP AND COMPASS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usa_topomap.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topographic map used in the field.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MAP AND COMPASS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 you orient the map with a compass in the field?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MAP AND COMPASS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So that directions on the map match directions on the ground.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BACK BEARING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bearing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Bearing school → market = 120°.</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BACK BEARING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Find the bearing from the market back to the school.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BACK BEARING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120° + 180° = 300°.</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THE GPS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usa_gps.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GPS receiver.</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THE GPS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information does a GPS give?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THE GPS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Latitude, longitude and altitude (also time and speed).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FIELD DEMONSTRATION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ieldwork_step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Steps of fieldwork.</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FIELD DEMONSTRATION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safety rules for fieldwork.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FIELD DEMONSTRATION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Stay in groups and follow the teacher's instructions (also avoid roads and rivers).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Fieldwork in Geography</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Location in Geography</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Field Work 1: Getting Geographical Coordinates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Directions and Bearings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Directions are given in two ways: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Directions: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16 points of the compass (N, NNE, NE…) describe direction in words. They are less precise than bearings.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Bearing: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an angle measured clockwise from north, from 000° to 360°. The back bearing is the bearing ± 180°.</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Directions and Bearings</a:t>
            </a:r>
            <a:endParaRPr lang="en-US" sz="3600" dirty="0"/>
          </a:p>
        </p:txBody>
      </p:sp>
      <p:pic>
        <p:nvPicPr>
          <p:cNvPr id="4" name="Image 0" descr="/home/claude/f4/img/v2/bearing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bearings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The Compass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compass is used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Meaning and uses: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compass has a magnetic needle that points to magnetic north. It is used to find directions and to orient maps in the field.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The Compass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Outdoor demonstration: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Hold the compass flat, point the arrow at the target and turn the dial until the needle sits on N. Read the bearing on the dial.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The GPS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GPS is used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Meaning and uses: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Global Positioning System uses satellites to give latitude, longitude and altitude. It is used in navigation, mapping and fieldwork.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The GPS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Outdoor demonstration: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Open a map or GPS app on a phone and wait for a good signal. Record the coordinates of each place and plot them on a sketch.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The GPS</a:t>
            </a:r>
            <a:endParaRPr lang="en-US" sz="3600" dirty="0"/>
          </a:p>
        </p:txBody>
      </p:sp>
      <p:pic>
        <p:nvPicPr>
          <p:cNvPr id="4" name="Image 0" descr="/home/claude/f4/img/v2/fieldwork_step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steps of fieldwork</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the bearings of east and north-west.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090° and 315°.</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uses of a GPS in fieldwork.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Recording sample sites and mapping routes.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Bearings are measured ______ from north.</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bearing of south is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Back bearing = bearing ±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Record the coordinates of five places in your neighbourhood with a phone and plot them on a sketch.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Field Work 3: Fieldwork in Hydrology: Running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Compass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boussole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Bearing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L'azimut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North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nord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Latitude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latitude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Longitude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longitude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GPS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GPS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Fieldwork in Geography</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Field Work 1: Getting Geographical Coordinates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Give directions and measure bearings. Use a compass in the field. Obtain coordinates with a GPS or smartphone.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find directions and bearings and obtain coordinates with a compass and a GPS.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Directions and Bearings; The Compass; The GPS.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Record the coordinates of five places in your neighbourhood with a phone and plot them on a sketch.</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give bearings.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orient a map outside.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calculate back bearings.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use a phone app.</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plan the outing.</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8 (Practical 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“Harvey Butchart's hiking map” by brewbooks, CC BY-SA 2.0, via Flickr (https://www.flickr.com/photos/93452909@N00/5289678354)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“DAPA GPS Fruit 5” by CIAT International Center for Tropical Agriculture, CC BY-SA 2.0, via Flickr (https://www.flickr.com/photos/38476503@N08/4821530518)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52</Slides>
  <Notes>52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52</vt:i4>
      </vt:variant>
    </vt:vector>
  </HeadingPairs>
  <TitlesOfParts>
    <vt:vector size="5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2026-09-28T22:24:59Z</dcterms:created>
  <dcterms:modified xsi:type="dcterms:W3CDTF">2026-09-28T22:24:59Z</dcterms:modified>
</cp:coreProperties>
</file>