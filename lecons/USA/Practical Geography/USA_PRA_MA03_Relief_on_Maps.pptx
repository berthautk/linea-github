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Map Analysis 3: Relief on 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sketch the regions.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identify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identify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spur 2. section 3. spit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PRACTICAL GEOGRAPHY  —  MAP ANALYSIS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on Maps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8: Understanding and carrying out statistical techniques, topographic map analysis, fieldwork and project based learning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Geomorphological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3: Relief on Maps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Relief, landform, spur, valley, escarpment, plateau, cross-section, relief region, floodplain, meander, cliff, spit.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Contour patterns and landforms; relief regions (sketch, description, explanation); fluvial features and drainage; coastal landforms.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landforms, draw cross-sections and describe relief regions from a map.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landforms from contour patterns.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cross-section and a relief sketch map.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fluvial and coastal landforms on maps.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 show height.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contours show steep slopes.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GCE exam, students are asked to draw a sketch map of the relief regions of a map extract, draw a cross-section from X to Y and identify landforms along the river and the coast.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must analyse relief on a map.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shows landforms on a map?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 patterns.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drawing shows the shape of land along a line?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cross-section.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describe and explain relief from map evidence.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CONTOUR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ontour_form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Landforms from contours.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CONTOUR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you tell a spur from a valley?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CONTOUR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spur's contours point downhill; a valley's point uphill and often contain a river.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RELIEF REGIONS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opo_relief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relief extract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RELIEF REGIONS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relief regions on the extract.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RELIEF REGIONS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highland in the north-west, a river valley, a lowland plain and an isolated hill in the south-east.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CROSS-SECTION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cross_sec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Cross-section X–Y.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CROSS-SECTION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the steps to draw a cross-section.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CROSS-SECTION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 a paper strip on X–Y, mark contours, plot heights on a graph and join them smoothly.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FLUVIAL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topo_riv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 features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FLUVIAL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three fluvial features shown.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FLUVIAL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Meanders, an ox-bow lake and a floodplain with marshes.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COASTAL LANDFORMS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topo_coast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Coastal features (invented).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COASTAL LANDFORMS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erosional and one depositional coastal landform.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COASTAL LANDFORMS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Erosional: cliff (or stack). Depositional: spit (or beach).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 on Maps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Topographic Map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Geomorphological Analysis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Analysis 3: Relief on Maps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shape and height of the land surface.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Cross-section: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side view of the land along a line on the map.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Relief region: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area with similar height and slopes.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Landforms and Regions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Contour patterns: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Rings show hills, V-shapes show spurs and valleys, and crowded lines show escarpments. Flat tops with steep edges show plateaus.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Relief regions: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sketch map of highlands, lowlands and valleys. Describe their height and slopes and explain them.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Landforms and Regions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Cross-sections: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 contours on a strip and plot them to scale. Label landforms and state the vertical exaggeration.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Landforms and Regions (3/3)</a:t>
            </a:r>
            <a:endParaRPr lang="en-US" sz="3600" dirty="0"/>
          </a:p>
        </p:txBody>
      </p:sp>
      <p:pic>
        <p:nvPicPr>
          <p:cNvPr id="13" name="Image 0" descr="/home/claude/f4/img/v2/cross_sec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section.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Fluvial and Coastal Landforms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Fluvial: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Upstream valleys are V-shaped; downstream there are meanders, ox-bow lakes and floodplains. Rivers flow from high to low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Coastal: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Cliffs and stacks are erosional features. Beaches and spits are depositional features.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contour pattern of a plateau.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 top with widely spaced contours and crowded contours at the edges.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fluvial features of the lower course.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Meanders and ox-bow lakes.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Contours pointing downhill show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side view of land is a cross-______.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curved ridge of sand into the sea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cross-section X–Y from the extract and label the landforms.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Map Analysis 4: Drainage on Maps.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relief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coupe topographique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L'éperon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Valley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vallée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falaise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plateau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Topographic Map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Analysis 3: Relief on Maps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landforms from contour patterns. Draw a cross-section and a relief sketch map. Identify fluvial and coastal landforms on maps.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landforms, draw cross-sections and describe relief regions from a map.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Relief, Cross-section, Relief region; II. Landforms and Regions: Contour patterns, Relief regions, Cross-sections; III. Fluvial and Coastal Landforms: Fluvial, Coastal.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cross-section X–Y from the extract and label the landforms.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8 (Practical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2026-09-27T00:21:29Z</dcterms:created>
  <dcterms:modified xsi:type="dcterms:W3CDTF">2026-09-27T00:21:29Z</dcterms:modified>
</cp:coreProperties>
</file>