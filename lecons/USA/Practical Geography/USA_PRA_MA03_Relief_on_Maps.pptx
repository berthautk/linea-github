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3: Relief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Geomorphological Analysis. The key notions we shall use today are: relief, landform, spur, valley, escarpment, plateau, cross-section, relief region, floodplain, meander, cliff, spit. At the end, you should be able to do this: learners are able to identify landforms, draw cross-sections and describe relief regions from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2: Remote Sensing, Aerial Photographs and GIS. The question was: Use a phone map app to find your school and describe the land use around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Describe the land use around the school on the satellite view: houses to the north, a main road to the east, farms or open land to the south, and trees along a stream.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landforms from contour patterns. Number 2: draw a cross-section and a relief sketch map. Number 3: identify fluvial and coastal landforms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Contours show height. Close contours show steep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GCE exam, students are asked to draw a sketch map of the relief regions of a map extract, draw a cross-section from X to Y and identify landforms along the river and the coast.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Students must analyse relief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shows landforms on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Contour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drawing shows the shape of land along a line?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cross-section.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relief with map evidence: heights, grid references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and explain relief from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landforms from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can you tell a spur from a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spur's contours point downhill; a valley's point uphill and often contain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relief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relief regions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highland in the north-west, a river valley, a lowland plain and an isolated hill in the south-east.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cross-section X–Y.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the steps to draw a cross-section.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 a paper strip on X–Y, mark contours, plot heights on a graph and join them smoothly.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river features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fluvial features shown.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Meanders, an ox-bow lake and a floodplain with marshes.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coastal features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erosional and one depositional coastal landform.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Erosional: cliff (or stack). Depositional: spit (or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Contour Patterns and Landforms. Landforms are identified from contour patterns as follows. On this slide we have Spur and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Contour Patterns and Landforms. On this slide we have Hills and plateaux.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landforms from contours.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Regions and Cross-sections. Relief regions are described and drawn as follows. On this slide we have Relief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Regions and Cross-sections. On this slide we have Description and explanation.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Regions and Cross-sections. On this slide we have Cross-section.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cross-section X–Y.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Fluvial Features and Drainage. River features on maps are identified as follows. On this slide we have Erosional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Fluvial Features and Drainage. On this slide we have Depositional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Landforms. Coastal landforms on maps are identified as follows. On this slide we have Erosional landforms.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Landforms. On this slide we have Depositional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coastal features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contour pattern of a plateau.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flat top with widely spaced contours and crowded contours at the edges.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fluvial features of the lower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meanders and ox-bow lakes.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spur; number 2, section; number 3, spit.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cross-section X–Y from the extract and label the landforms.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4: Drainage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3: RELIEF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Relief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Geomorphological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3: Relief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landform, spur, valley, escarpment, plateau, cross-section, relief region, floodplain, meander, cliff, spit.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Contour patterns and landforms; relief regions (sketch, description, explanation); fluvial features and drainage; coastal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landforms, draw cross-sections and describe relief regions from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2: Remote Sensing, Aerial Photographs and GIS):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phone map app to find your school and describe the land use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Describe the land use around the school on the satellite view: houses to the north, a main road to the east, farms or open land to the south, and trees along a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landforms from contour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cross-section and a relief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fluvial and coastal landforms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show height.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Close contours show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GCE exam, students are asked to draw a sketch map of the relief regions of a map extract, draw a cross-section from X to Y and identify landforms along the river and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Students must analyse relief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landforms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drawing shows the shape of land along a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cross-section.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relief with map evidence: 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and explain relief from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tell a spur from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spur's contours point downhill; a valley's point uphill and often contain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relief regions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highland in the north-west, a river valley, a lowland plain and an isolated hill in the south-east.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ross_se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Cross-section 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steps to draw a cross-section.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 a paper strip on X–Y, mark contours, plot heights on a graph and join them smoothly.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_riv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River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fluvial features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an ox-bow lake and a floodplain with marshes.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coa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erosional and one depositional coastal landform.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Erosional: cliff (or stack). Depositional: spit (or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Geomorphological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3: Relief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Landforms are identified from contour patterns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Spur and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spur has V-shaped contours pointing downhill, while a valley has V-shaped contours pointing uphill. Rivers usually flow in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Hills and plateaux: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hill has closed contours rising to a summit. A plateau has a flat top with steep edges, and an escarpment has close contours on one side only.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regions are described and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areas with similar height and slope, such as highlands, plateaux, valleys and plains. They are shown on a sketch map with a frame,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and explanation: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region is described by its location, height, slope and landforms, with map evidence. Its origin is then explained by erosion, deposition or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Cross-section: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paper strip is placed along the line, the contours are marked and plotted on a graph. The points are joined smoothly and the landforms labelled.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a:t>
            </a:r>
            <a:endParaRPr lang="en-US" sz="3600" dirty="0"/>
          </a:p>
        </p:txBody>
      </p:sp>
      <p:pic>
        <p:nvPicPr>
          <p:cNvPr id="4" name="Image 0" descr="/home/claude/f4/img/v2/cross_se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cross-section 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Fluvial Features and Drainage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 features on maps are identified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V-shaped valleys, waterfalls and rapids are found in the upper course. They are shown by close contours across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Fluvial Features and Drainage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ox-bow lakes, floodplains and marshes are found in the lower course. They occur where contours are widely spaced.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Coastal landforms on maps are identified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Erosional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Cliffs, headlands, bays and stacks show wave erosion. Cliffs are shown by very close contours or a cliff symbol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Depositional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spits, bars and mangrove swamps show deposition. They are found in sheltered bays and estuaries.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a:t>
            </a:r>
            <a:endParaRPr lang="en-US" sz="3600" dirty="0"/>
          </a:p>
        </p:txBody>
      </p:sp>
      <p:pic>
        <p:nvPicPr>
          <p:cNvPr id="4" name="Image 0" descr="/home/claude/f4/img/v2/topo_coa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coastal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contour pattern of 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top with widely spaced contours and crowded contours at the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fluvial features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and ox-bow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Contours pointing downhill show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side view of land is a cross-______.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curved ridge of sand into the sea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cross-section X–Y from the extract and label the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4: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 topographique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3: Relief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landforms from contour patterns. Draw a cross-section and a relief sketch map. Identify fluvial and coastal landforms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landforms, draw cross-sections and describe relief regions from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Contour Patterns and Landforms; Relief Regions and Cross-sections; Fluvial Features and Drainage; Coastal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cross-section X–Y from the extract and label the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both.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sketch the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section.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identify features.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identify features.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2026-09-27T10:08:20Z</dcterms:created>
  <dcterms:modified xsi:type="dcterms:W3CDTF">2026-09-27T10:08:20Z</dcterms:modified>
</cp:coreProperties>
</file>