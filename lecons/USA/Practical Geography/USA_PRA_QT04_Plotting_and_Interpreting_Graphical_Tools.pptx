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Quantitative Techniques 4: Plotting and Interpreting Graphical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match data and 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angles.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median.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plot a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ogive 2. 3.6 3. scatter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QUANTITATIVE TECHNIQUES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and Interpreting Graphical Tools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Graphical Techniques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4: Plotting and Interpreting Graphical Tools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graph, compound bar, line graph, ogive, climograph, pie chart, triangular graph, scatter graph.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and interpretation of bar graphs, line graphs, cumulative frequency curves (ogive), climographs, pie charts, triangular graphs and scatter 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draw and interpret the main geographical 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graph for a data set.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bar, line, pie and compound graphs.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ogives, triangular and scatter graphs.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show data visually.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climate graph shows rain and temperature.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a school exhibition, the class must present data on urban population, jobs by sector, travel times to school and the climate of Garoua with the best graphs.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choose and draw suitable graphs.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graph suits jobs by sector (%)?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pie chart (or triangular graph).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graph shows the climate of Garoua?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climograph.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present data clearly with graphs.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CHOICE OF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raph_choic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graph for which data.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CHOICE OF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graph would you use for change over time?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CHOICE OF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line graph.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mpound_ba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compound bar graph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trend of urban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BAR GRAPHS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increased from 38 % in 1987 to 57 % in 2020.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PIE CHARTS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i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pie chart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PIE CHARTS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angle for 15 %.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PIE CHARTS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× 3.6 = 54°.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OGIVE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ogiv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cumulative frequency curve.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OGIVE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the median read from an ogive?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OGIVE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across from n ÷ 2 to the curve, then down to the x-axis.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TRIANGULAR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riangula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triangular graph.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TRIANGULAR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a triangular graph used?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TRIANGULAR 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three parts that add up to 100 %, like employment sectors or soil texture.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Plotting and Interpreting Graphical Tools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Quantitative Techniques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Graphical Techniques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Quantitative Techniques 4: Plotting and Interpreting Graphical Tools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diagram that shows data and their relationships.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Ogive: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cumulative frequency curve used to find the median and quartiles.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combining rainfall bars and a temperature line.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Construction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Bar and line graphs: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compare amounts; compound bars show parts of a total. Line graphs show change over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Pie charts: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Multiply each percentage by 3.6 to get the angle. Start at 12 o'clock and go clockwise.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Construction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Rules: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graph needs a title, labelled axes, units, a key and a suitable scale. Use a sharp pencil and ruler.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Construction (3/3)</a:t>
            </a:r>
            <a:endParaRPr lang="en-US" sz="3600" dirty="0"/>
          </a:p>
        </p:txBody>
      </p:sp>
      <p:pic>
        <p:nvPicPr>
          <p:cNvPr id="13" name="Image 0" descr="/home/claude/f4/img/v2/pi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pie chart.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Special Graphs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Ogive and climograph: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Ogives plot cumulative frequency against upper class limits. Climographs combine rainfall bars and temperature lines.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Triangular and scatter graphs: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Triangular graphs show three percentages adding to 100. Scatter graphs show correlation, with a best-fit line.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four elements every graph must have.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Title, labelled axes, units and key.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60 %, industry 10 %, services 30 %: give the pie angles.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216°, 36°, 108°.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cumulative frequency curve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Pie angle = % ×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Correlation is shown by a ______ graph.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climograph of your town using data from the nearest weather station.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Fieldwork 1: Getting Geographical Coordinates.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L'histogramme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 chart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diagramme circulaire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L'axe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L'échelle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tendance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4: Plotting and Interpreting Graphical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the right graph for a data set. Construct bar, line, pie and compound graphs. Interpret ogives, triangular and scatter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draw and interpret the main geographical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Graph, Ogive, Climograph; II. Construction: Bar and line graphs, Pie charts, Rules; III. Special Graphs: Ogive and climograph, Triangular and scatter graphs.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climograph of your town using data from the nearest weather station.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2026-09-27T00:21:30Z</dcterms:created>
  <dcterms:modified xsi:type="dcterms:W3CDTF">2026-09-27T00:21:30Z</dcterms:modified>
</cp:coreProperties>
</file>