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Quantitative Techniques 4: Plotting and Interpreting Graphical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Quantitative Techniques in Geography, and the sub-topic is Graphical Techniques. The key notions we shall use today are: bar graph, compound bar, line graph, ogive, climograph, pie chart, triangular graph, scatter graph. At the end, you should be able to do this: learners are able to draw and interpret the main geographical 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Quantitative Techniques 3: Basic Tools of Data Analysis. The question was: Collect the daily maximum temperature for 7 days and calculate the mean and standard deviation.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34, 35, 33, 36, 35, 37, 35 °C. Mean = 245 ÷ 7 = 35 °C. Deviations² = 1, 0, 4, 1, 0, 4, 0 → sum 10; variance = 10 ÷ 7 = 1.43; SD = √1.43 ≈ 1.2 °C.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choose the right graph for a data set. Number 2: construct bar, line, pie and compound graphs. Number 3: interpret ogives, triangular and scatter 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Graphs show data visually. A climate graph shows rain and temperature.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For a school exhibition, the class must present data on urban population, jobs by sector, travel times to school and the climate of Garoua with the best graphs.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choose and draw suitable 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graph suits jobs by sector (%)?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pie chart (or triangular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graph shows the climate of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climograph.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draw neat graphs with a title, labelled axes and a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present data clearly with 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which graph for which data.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graph would you use for change over time?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line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compound bar graph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trend of urban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increased from 38 % in 1987 to 57 % in 2020.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pie chart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Calculate the angle for 15 %.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15 × 3.6 = 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cumulative frequency curve.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is the median read from an ogive?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Read across from n ÷ 2 to the curve, then down to the x-axis.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triangular 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When is a triangular graph used?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 three parts that add up to 100 %, like employment sectors or soil texture.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Choice of Graph. The graph is chosen according to the data. On this slide we have Line graph and climograph.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Choice of Graph. On this slide we have Bar graphs.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which graph for which data.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Pie Charts and Ogives. These graphs show proportions and distributions. On this slide we have Pie chart.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Pie Charts and Ogives. On this slide we have Ogive (cumulative frequency curve).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pie chart (approximate).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Triangular and Scatter Graphs. These graphs show three parts and relationships. On this slide we have Triangular graph.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Triangular and Scatter Graphs. On this slide we have Scatter graph.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triangular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four elements every graph must have.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title, labelled axes, units and key.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Farming 60 %, industry 10 %, services 30 %: give the pie angles.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216°, 36°, 108°.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ogive; number 2, ; number 3, 6; number 3, scatter.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climograph of your town using data from the nearest weather station.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Field Work 1: Getting Geographical Coordinates.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QUANTITATIVE TECHNIQUES 4: PLOTTING AND INTERPRETING GRAPHICAL TOOLS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Quantitative Techniques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Plotting and Interpreting Graphical Tools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Graphical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4: Plotting and Interpreting Graphical Tools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Bar graph, compound bar, line graph, ogive, climograph, pie chart, triangular graph, scatter graph.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Construction and interpretation of bar graphs, line graphs, cumulative frequency curves (ogive), climographs, pie charts, triangular graphs and scatter graphs.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draw and interpret the main geographical graphs.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(Quantitative Techniques 3: Basic Tools of Data Analysis):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Collect the daily maximum temperature for 7 days and calculate the mean and standard deviation.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34, 35, 33, 36, 35, 37, 35 °C. Mean = 245 ÷ 7 = 35 °C. Deviations² = 1, 0, 4, 1, 0, 4, 0 → sum 10; variance = 10 ÷ 7 = 1.43; SD = √1.43 ≈ 1.2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Choose the right graph for a data set.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Construct bar, line, pie and compound 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ogives, triangular and scatter 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Graphs show data visually.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climate graph shows rain and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a school exhibition, the class must present data on urban population, jobs by sector, travel times to school and the climate of Garoua with the best 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choose and draw suitable 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graph suits jobs by sector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pie chart (or triangular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graph shows the climate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climograph.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neat graphs with a title, labelled axes and a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present data clearly with 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CHOICE OF 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aph_choic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Which graph for which data.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CHOICE OF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graph would you use for change over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CHOICE OF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line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BAR GRAPHS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ompound_bar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compound bar graph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BAR 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trend of urban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BAR 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increased from 38 % in 1987 to 57 % in 2020.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PIE CHARTS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i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pie chart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PIE CHARTS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angle for 15 %.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PIE CHARTS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15 × 3.6 = 54°.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OGIVE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ogiv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cumulative frequency curve.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OGIVE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median read from an ogive?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OGIVE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across from n ÷ 2 to the curve, then down to the x-axis.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TRIANGULAR 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riangula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triangular 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TRIANGULAR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is a triangular graph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TRIANGULAR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three parts that add up to 100 %, like employment sectors or soil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Quantitative Techniques in Geography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Graphical Techniques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Quantitative Techniques 4: Plotting and Interpreting Graphical Tools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Choice of Graph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graph is chosen according to the data: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 graph and climograph: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line graph shows change over time, such as population growth. A climograph combines temperature (line) and rainfall (bars) for a 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Choice of Graph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Bar graphs: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Simple bars compare separate items, and compound bars show the parts of each total. Bars must have equal widths and start from zero.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Choice of Graph</a:t>
            </a:r>
            <a:endParaRPr lang="en-US" sz="3600" dirty="0"/>
          </a:p>
        </p:txBody>
      </p:sp>
      <p:pic>
        <p:nvPicPr>
          <p:cNvPr id="4" name="Image 0" descr="/home/claude/f4/img/v2/graph_choic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which graph for which data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Pie Charts and Ogives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graphs show proportions and distributions: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Pie chart: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value is converted into an angle (% × 3.6). It shows the parts of a whole, such as jobs by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Pie Charts and Ogives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Ogive (cumulative frequency curve):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Cumulative frequencies are plotted against the upper class limits and joined smoothly. The median is read at n ÷ 2 and the quartiles at n ÷ 4 and 3n ÷ 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Pie Charts and Ogives</a:t>
            </a:r>
            <a:endParaRPr lang="en-US" sz="3600" dirty="0"/>
          </a:p>
        </p:txBody>
      </p:sp>
      <p:pic>
        <p:nvPicPr>
          <p:cNvPr id="4" name="Image 0" descr="/home/claude/f4/img/v2/pi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pie chart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Triangular and Scatter Graphs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graphs show three parts and relationships: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Triangular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three parts that add up to 100 %, such as employment sectors or soil texture. Each point is read along the three axes.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Triangular and Scatter Graphs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Scatter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plots one variable against another to show a relationship. A best-fit line shows whether the correlation is positive or negative.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Triangular and Scatter Graphs</a:t>
            </a:r>
            <a:endParaRPr lang="en-US" sz="3600" dirty="0"/>
          </a:p>
        </p:txBody>
      </p:sp>
      <p:pic>
        <p:nvPicPr>
          <p:cNvPr id="4" name="Image 0" descr="/home/claude/f4/img/v2/triangula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triangular 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four elements every graph must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Title, labelled axes, units and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60 %, industry 10 %, services 30 %: give the pie angles.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216°, 36°, 108°.</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cumulative frequency curve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Pie angle = %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Correlation is shown by a ______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climograph of your town using data from the nearest weather 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Field Work 1: Getting Geographical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 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L'histogramme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Pie chart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diagramme circulaire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Axis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tendance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4: Plotting and Interpreting Graphical Tools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Choose the right graph for a data set. Construct bar, line, pie and compound graphs. Interpret ogives, triangular and scatter graphs.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draw and interpret the main geographical graphs.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Choice of Graph; Pie Charts and Ogives; Triangular and Scatter Graphs.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climograph of your town using data from the nearest weather station.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match data and graphs.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 angles.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find the median.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plot a point.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2026-09-27T10:08:21Z</dcterms:created>
  <dcterms:modified xsi:type="dcterms:W3CDTF">2026-09-27T10:08:21Z</dcterms:modified>
</cp:coreProperties>
</file>