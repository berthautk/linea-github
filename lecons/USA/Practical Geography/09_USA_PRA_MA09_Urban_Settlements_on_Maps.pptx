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9: Urban Settlements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Settlement Analysis. The key notions we shall use today are: urban morphology, CBD, functional zone, land-use segregation, street pattern. At the end, you should be able to do this: learners are able to describe urban morphology and functional zones from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8: Rural Settlements on Maps. The question was: Calculate the NNI for the huts in one grid square of a map extract.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10 huts, mean nearest distance 0.2 km, area 1 km². Rn = 2 × 0.2 × √(10 ÷ 1) = 0.4 × 3.16 = 1.26: a slightly random-to-dispersed pattern.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shape, size and layout of a town. Number 2: identify functional zones. Number 3: explain land-use segregation.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have a CBD, industrial and residential areas. Towns grow along roads.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town plan shows a dense grid of buildings in the centre, factories near the railway and river, spacious houses with gardens on one side and crowded houses on another.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identify and explain urban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dense centre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Central Business District (CBD).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factories near the railway?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transport of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the structure of towns from maps and plan them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the structure of towns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town plan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shape and street pattern of the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spreads along the river and roads; the centre has a grid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town from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you measure the size of a town on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Count grid squares covered by built-up area and use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functional zones.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four functional zones on the plan.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CBD, industrial zone, low-density and high-density residential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models of city structure.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rich and poor residential areas separated?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prices, income and planning separate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CBD in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most accessible point, where roads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Morphology. The morphology of a town is described as follows. On this slide we have Shape.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Morphology. On this slide we have Size.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Morphology. On this slide we have Layout.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town plan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Functional Zones. A town has the following functional zones. On this slide we have CBD.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Functional Zones. On this slide we have Industrial zone and Residential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Land-use Segregation. Land uses in towns are separated for the following reasons. On this slide we have Economic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Land-use Segregation. On this slide we have Planning and models.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models of city structure.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functional zones and give map evidence for 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cBD, industrial, residential; industry: factories near the railway.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land-use segregation.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land prices and planning.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morphology; number 2, CBD; number 3, railways.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functional zones of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1: Analysis of Cartographic Tools.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9: URBAN SETTLEMENTS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Settlements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9: Urban Settlements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CBD, functional zone, land-use segregation, street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(shape, size, layout); functional zones and land-use segregation.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urban morphology and functional zones from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8: Rural Settlements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NNI for the huts in one grid square of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10 huts, mean nearest distance 0.2 km, area 1 km². Rn = 2 × 0.2 × √(10 ÷ 1) = 0.4 × 3.16 = 1.26: a slightly random-to-dispersed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shape, size and layout of a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functional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land-use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a CBD, industrial and residential areas.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along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plan shows a dense grid of buildings in the centre, factories near the railway and river, spacious houses with gardens on one side and crowded houses on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identify and explain urban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dense centre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Central Business District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factories near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transport of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structure of towns from maps and plan them better.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the structure of towns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plan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shape and street pattern of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spreads along the river and roads; the centre has a grid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SHAPE AND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aerial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from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SHAPE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measure the size of a town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SHAPE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grid squares covered by built-up area and use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FUNCTIONAL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Functional zones.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functional zones on the plan.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CBD, industrial zone, low-density and high-density residential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LAND-USE SEGREGATION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Models of city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LAND-USE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rich and poor residential areas separated?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LAND-USE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prices, income and planning separate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CBD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accessible point, where roads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Settlement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9: Urban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morphology of a town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may be compact, linear along routes or star-shaped along several roads. Relief and rivers often limit its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is measured by counting grid squares covered by built-up area and using the scale. It shows the importance of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Layout: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street pattern may be a grid in planned areas or irregular in old and unplanned areas. Main roads meet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a:t>
            </a:r>
            <a:endParaRPr lang="en-US" sz="3600" dirty="0"/>
          </a:p>
        </p:txBody>
      </p:sp>
      <p:pic>
        <p:nvPicPr>
          <p:cNvPr id="4" name="Image 0" descr="/home/claude/f4/img/v2/topo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town plan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Functional Zones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town has the following functional zones: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CBD: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central business district has shops, banks and offices at the most accessible point. It has the highest land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Functional Zones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are located near railways, rivers or main roads, often at the edge of town. They need space and transport.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Residential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Low-density zones have large plots for rich people, while high-density zones are crowded. Planned estates and slums may both be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Land-use Segregation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uses in towns are separated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prices and incomes separate rich and poor residential areas. Shops locate where many people 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Land-use Segregation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and models: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Planning laws separate industry from housing. Burgess, Hoyt and Harris–Ullman models describe these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Land-use Segregation</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models of city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functional zones and give map evidence for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CBD, industrial, residential; industry: factories near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land-use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prices and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shape and layout of a town is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commercial centre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Industry is near ______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functional zones of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1: Analysis of Cartographic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 plan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plan de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Housing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Segregation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ségrégation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9: Urban Settlements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shape, size and layout of a town. Identify functional zones. Explain land-use segregation.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urban morphology and functional zones from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Morphology; Functional Zones; Land-use Segregation.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functional zones of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plan.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measure a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sketch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CBD.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“Aerial of Greenwood, 1969” by Seattle Municipal Archives, CC BY 2.0, via Flickr (https://www.flickr.com/photos/24256351@N04/10161924795)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2026-09-27T10:31:56Z</dcterms:created>
  <dcterms:modified xsi:type="dcterms:W3CDTF">2026-09-27T10:31:56Z</dcterms:modified>
</cp:coreProperties>
</file>