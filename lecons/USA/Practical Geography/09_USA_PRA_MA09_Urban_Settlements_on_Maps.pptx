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9: Urban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urban morphology, CBD, functional zone, land-use segregation, street pattern. At the end, you should be able to do this: learners are able to describe urban morphology and functional zones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8: Rural Settlements on Maps. The question was: Calculate the NNI for the huts in one grid square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huts, mean nearest distance 0.2 km, area 1 km². Rn = 2 × 0.2 × √(10 ÷ 1) = 0.4 × 3.16 = 1.26: a slightly random-to-dispersed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shape, size and layout of a town. Number 2: identify functional zones. Number 3: explain land-use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a CBD, industrial and residential areas. Towns grow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town plan shows a dense grid of buildings in the centre, factories near the railway and river, spacious houses with gardens on one side and crowded houses on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and explain urban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dense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factories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the structure of towns from maps and plan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structure of towns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town plan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shape and street pattern of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spreads along the river and roads; the centre has a grid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you measure the size of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 grid squares covered by built-up area and use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functional zones.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functional zones on the plan.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industrial zone, low-density and high-density residential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models of city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rich and poor residential areas separated?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prices, income and planning separate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CBD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most accessible point, where roads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The morphology of a town is described as follows. On this slide we have Shape.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Layout.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town plan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Zones. A town has the following functional zones.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Zones. On this slide we have Industrial zone and Residential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Land-use Segregation. Land uses in towns are separated for the following reasons. On this slide we have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Land-use Segregation. On this slide we have Planning and models.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functional zones and give map evidence for 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cBD, industrial, residential; industry: factories near the railway.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land-use segregation.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prices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morphology; number 2, CBD; number 3,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functional zones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1: Analysis of Cartographic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9: URBAN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9: Urban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functional zone, land-use segregation, street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(shape, size, layout); functional zones and land-use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8: Rural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huts, mean nearest distance 0.2 km, area 1 km². Rn = 2 × 0.2 × √(10 ÷ 1) = 0.4 × 3.16 = 1.26: a slightly random-to-dispersed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size and layout of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functional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a CBD, industrial and residential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plan shows a dense grid of buildings in the centre, factories near the railway and river, spacious houses with gardens on one side and crowded houses on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and explain urban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dense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structure of towns from maps and plan them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structure of towns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and street pattern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spreads along the river and roads; the centre has a grid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measure the size of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grid squares covered by built-up area and use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Functional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functional zones on the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zone, low-density and high-density residential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rich and poor residential areas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income and planning separate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CBD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accessible point, where roads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morphology of a town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may be compact, linear along routes or star-shaped along several roads. Relief and rivers often limit its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counting grid squares covered by built-up area and using the scale. It shows the importance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Layout: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street pattern may be a grid in planned areas or irregular in old and unplanned areas. Main roads meet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has the following functional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has shops, banks and offices at the most accessible point. It has the highest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are located near railways, rivers or main roads, often at the edge of town. They need space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Residential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Low-density zones have large plots for rich people, while high-density zones are crowded. Planned estates and slums may both be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in towns are separated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incomes separate rich and poor residential areas. Shops locate where many people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and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separate industry from housing. Burgess, Hoyt and Harris–Ullman models describe these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functional zones and give map evidence for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residential; industry: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shape and layout of a town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centre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Industry is near ______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9: Urban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shape, size and layout of a town. Identify functional zones. Explain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Morphology; Functional Zones;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functional zones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sketch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CBD.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2026-09-28T22:24:58Z</dcterms:created>
  <dcterms:modified xsi:type="dcterms:W3CDTF">2026-09-28T22:24:58Z</dcterms:modified>
</cp:coreProperties>
</file>