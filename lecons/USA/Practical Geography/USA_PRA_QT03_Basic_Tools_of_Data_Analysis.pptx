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Quantitative Techniques 3: Basic Tools of Data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calculate each measure.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LQ and UQ.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complete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rank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median 2. interquartile 3. +1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QUANTITATIVE TECHNIQUES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Tools of Data Analysis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in Geography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Statistical Techniques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3: Basic Tools of Data 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Mean, median, mode, range, quartile, interquartile range, variance, standard deviation, coefficient of variation, Spearman's rank correlation.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 of central tendency (mean, median, mode, range, quartiles, IQR); dispersion (variance, standard deviation, coefficient of variation); association (Spearman's rank correlation).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and interpret basic statistics for geographical data.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mean, median, mode, range and interquartile range.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standard deviation and coefficient of variation.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and interpret Spearman's rank correlation.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average summarises many values.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can be ranked from highest to lowest.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has the monthly rainfall of a station and the population and number of services of six towns. They must summarise the rainfall and test whether bigger towns have more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summarise and compare data.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measure gives the average?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mean (or median).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test compares two rankings?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Spearman's rank correlation.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gives us the statistical tools to analyse geographical data.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CENTRAL TENDENCY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tats_centra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Mean, median, mode and range.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CENTRAL TENDENCY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median sometimes better than the mean?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CENTRAL TENDENCY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not affected by extreme values.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QUARTILES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box_whisk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Box-and-whisker plot.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QUARTILES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interquartile range show?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QUARTILES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spread of the middle half of the data.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DISPERSION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s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Standard deviation worked example.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DISPERSION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small standard deviation mean?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DISPERSION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values are close to the mean (little variation).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SPEARMAN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spearma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Spearman's rank correlation.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SPEARMAN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Interpret Rs = +0.89.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SPEARMAN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strong positive correlation: bigger towns have more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scatt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negative correlation.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would Rs close to −1 mean?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SIGNIFICANCE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strong negative correlation: as one value rises, the other falls.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Basic Tools of Data Analysis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Quantitative Techniques in Geography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Statistical Techniques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Quantitative Techniques 3: Basic Tools of Data Analysis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sum of values divided by their number.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Standard deviation: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measure of how spread out values are around the mean.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relationship between two variables.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Central Tendency and Dispersion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Averages: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mean is Σx ÷ n, the median is the middle value and the mode is the most frequent. The range is highest minus lowest.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Quartiles: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lower and upper quartiles cut off a quarter of the data. IQR = UQ − LQ shows the spread of the middle half.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Central Tendency and Dispersion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Standard deviation: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SD = √(Σ(x − mean)² ÷ n). The coefficient of variation is SD ÷ mean × 100.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Central Tendency and Dispersion (3/3)</a:t>
            </a:r>
            <a:endParaRPr lang="en-US" sz="3600" dirty="0"/>
          </a:p>
        </p:txBody>
      </p:sp>
      <p:pic>
        <p:nvPicPr>
          <p:cNvPr id="13" name="Image 0" descr="/home/claude/f4/img/v2/sd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worked example.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Spearman's Rank Correlation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Method: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 both variables, find d and d², then Rs = 1 − (6Σd²) ÷ (n³ − n). Rs lies between −1 and +1.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Interpretation: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+1 is strong positive and near −1 strong negative correlation. Check significance tables before concluding.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mean and median of 4, 8, 10, 12, 26.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= 60 ÷ 5 = 12; median = 10.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 = 6, Σd² = 10. Find Rs.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1 − 60 ÷ 210 = 0.71: fairly strong positive.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middle value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UQ − LQ is the ______ range.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Rs lies between −1 and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 the daily maximum temperature for 7 days and calculate the mean and standard deviation.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Plotting and Interpreting Graphical Tools.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moyenne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médiane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mode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L'étendue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deviation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L'écart type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corrélation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in Geography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Quantitative Techniques 3: Basic Tools of Data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 the mean, median, mode, range and interquartile range. Calculate the standard deviation and coefficient of variation. Calculate and interpret Spearman's rank correlation.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and interpret basic statistics for geographical data.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Mean, Standard deviation, Correlation; II. Central Tendency and Dispersion: Averages, Quartiles, Standard deviation; III. Spearman's Rank Correlation: Method, Interpretation.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 the daily maximum temperature for 7 days and calculate the mean and standard deviation.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2026-09-27T00:21:30Z</dcterms:created>
  <dcterms:modified xsi:type="dcterms:W3CDTF">2026-09-27T00:21:30Z</dcterms:modified>
</cp:coreProperties>
</file>