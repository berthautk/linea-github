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7: Fieldwork on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human geography. The key notions we shall use today are: land-use survey, transect, market threshold, range, segregation, sphere of influence, desire line. At the end, you should be able to do this: learners are able to survey land use and delimit the sphere of influence of a market or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6: Fieldwork on Economic Activities. The question was: Count vehicles passing your house for 15 minutes in the morning and evening and compare.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morning 42 vehicles (mostly moto-taxis), evening 35. The morning is busier because people go to work, school and the market at the same time.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carry out a land-use transect in a town. Number 2: study the range and threshold of a local market. Number 3: delimit a sphere of influence with desire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have functional zones. People travel to markets to buy goods.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wants to know how far people travel to the weekly market and how land use changes from the town centre to the edge. They plan a questionnaire at the market and a walk along a main road.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study land use and the market's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will they draw from the questionnaire?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Desire lines to show the sphere of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study land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 a land-use transect.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fieldwork to understand how our town is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study the organisation of our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land-use transect.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land use change from the centre outwards?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shops and banks to mixed use, then housing and finally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town seen from above.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building heights fall away from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is more expensive in the accessible centre, so people build upwards.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range and threshold.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range and threshold.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Range: maximum distance people travel. Threshold: minimum customers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desire lines to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are desire lines drawn?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Lines from each buyer's home village to the market, based on questionnaires.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people travel further for high-order goods?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bought rarely and found only in bigger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Use and Functions. Land use in settlements is studied as follows. On this slide we have Land-use transect.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Use and Functions. On this slide we have Segregation over distance.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land-use transect.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Market Threshold and Range. Markets are studied with these concepts. On this slide we have Threshold and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range and threshold.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Sphere of Influence. The sphere of influence is delimited as follows. On this slide we have Method.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Sphere of Influence. On this slide we have Boundary and explanation.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desire lines to a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steps to delimit a market's sphere of influence.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questionnaire buyers, map their origins, draw desire lines, draw the boundary.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threshold?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minimum number of customers needed for a service.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desire; number 2, sphere; number 3,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ten buyers at a market where they come from and draw desire lines on a sketch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FIELD WORK 7: FIELDWORK ON SETTLEMENT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on Settlement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human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7: Fieldwork on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Land-use survey, transect, market threshold, range, segregation, sphere of influence, desire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land use and settlement variation with distance; market thresholds and range; urban land use and functions (segregation over distance); shopping patterns; urban sphere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survey land use and delimit the sphere of influence of a market or town.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6: Fieldwork on Economic Activities):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vehicles passing your house for 15 minutes in the morning and evening and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morning 42 vehicles (mostly moto-taxis), evening 35. The morning is busier because people go to work, school and the market at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Carry out a land-use transect in a town.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Study the range and threshold of a local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Delimit a sphere of influence with desire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functional zones.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travel to markets to buy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wants to know how far people travel to the weekly market and how land use changes from the town centre to the edge. They plan a questionnaire at the market and a walk along a main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study land use and the market's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they draw from the questionnaire?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Desire lines to show the sphere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study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land-use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fieldwork to understand how our town is organised.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study the organisation of our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LAND-USE TRANSECT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nduse_trans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Land-use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LAND-USE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land use change from the centre outwards?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LAND-USE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shops and banks to mixed use, then housing and finally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SEGREGATION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seen from above.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building heights fall away from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more expensive in the accessible centre, so people build upwards.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THRESHOLD AND RANGE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THRESHOLD AND RANGE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range and threshold.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THRESHOLD AND RANGE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Range: maximum distance people travel. Threshold: minimum customers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SPHERE OF INFLUENCE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Desire lines to 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SPHERE OF INFLUENCE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desire lines drawn?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SPHERE OF INFLUENCE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from each buyer's home village to the market, based on questionnaires.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SHOPPING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SHOPPING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travel further for high-order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SHOPPING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bought rarely and found only in bigger centres.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human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7: Fieldwork on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Use and Functions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use in settlements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transect: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 is recorded along a line from the centre outwards. It changes from shops and banks to mixed use, then housing and finally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Use and Functions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Segregation over distance: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 height, density and land value fall away from the centre. Rich and poor residential areas are also separated.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Use and Functions</a:t>
            </a:r>
            <a:endParaRPr lang="en-US" sz="3600" dirty="0"/>
          </a:p>
        </p:txBody>
      </p:sp>
      <p:pic>
        <p:nvPicPr>
          <p:cNvPr id="4" name="Image 0" descr="/home/claude/f4/img/v2/landuse_trans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land-use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Market Threshold and Range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Markets are studied with these concepts: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Threshold: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minimum number of customers needed for a service to survive. High-order services need large thresholds.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maximum distance people travel to buy a good. People travel further for high-order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Market Threshold and Range</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Sphere of Influence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sphere of influence is delimited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Buyers are asked where they come from, and their origins are mapped. Desire lines are drawn from each origin to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Sphere of Influence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Boundary and explanation: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joining the outer origins shows the sphere of influence. Its size depends on the size of the market and on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Sphere of Influence</a:t>
            </a:r>
            <a:endParaRPr lang="en-US" sz="3600" dirty="0"/>
          </a:p>
        </p:txBody>
      </p:sp>
      <p:pic>
        <p:nvPicPr>
          <p:cNvPr id="4" name="Image 0" descr="/home/claude/f4/img/v2/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desire lines to 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steps to delimit a market's sphere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Questionnaire buyers, map their origins, draw desire lines, draw the boundary.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threshold?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minimum number of customers needed for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Lines from home to market are ______ lines.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area served by a market is its ______ of influence.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maximum travel distance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ten buyers at a market where they come from and draw desire lines on a sketch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L'occupation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Customer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portée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Threshold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seuil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Sphere of influence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L'aire d'influence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7: Fieldwork on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Carry out a land-use transect in a town. Study the range and threshold of a local market. Delimit a sphere of influence with desire lines.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survey land use and delimit the sphere of influence of a market or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Land Use and Functions; Market Threshold and Range; Sphere of Influence.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ten buyers at a market where they come from and draw desire lines on a sketch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walk a transect.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buildings.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sellers.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desire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shopping.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2026-09-27T10:31:58Z</dcterms:created>
  <dcterms:modified xsi:type="dcterms:W3CDTF">2026-09-27T10:31:58Z</dcterms:modified>
</cp:coreProperties>
</file>