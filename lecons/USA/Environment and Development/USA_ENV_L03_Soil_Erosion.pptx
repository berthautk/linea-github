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3: Soil Erosion.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two plots.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each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gullies near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terrace.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methods used locally.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gullies 2. terraces 3. contour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Erosion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Environmental Degradation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Erosion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erosion, splash, sheet, rill and gully erosion, soil conservation, terracing, contour ploughing.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types; causes; effects; soil conservation methods.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soil erosion, explain causes and effects and apply conservation methods.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erosion and name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its causes and effects.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soil conservation methods.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and wind move soil.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protect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slopes of the Mandara Mountains, heavy rains wash soil from bare fields. Deep channels appear and harvests fall. Some farmers build stone terraces to stop the damage.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is washed away from the fields.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 deep channels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Gullies.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solution do some farmers use?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Stone terraces.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protect our soils, which feed us.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rosion_rai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on bare and grassy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bare soil eroded faster than grassy soil?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protects it from raindrops or holds it with roots.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erosion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soil erosion by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rill and gully erosion.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Rills are small shallow channels; gullies are deep, wide channels.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gul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gully.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human causes of soil erosion.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 AND EFFECTS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 and overgrazing (also bush fires and ploughing down slopes).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terraces reduce soil erosion?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turn slopes into flat steps that slow down running water.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oil_conserv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conservation methods.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other conservation methods.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Contour ploughing, cover crops and tree planting.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Erosion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Contemporary Environmental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Environmental Degradation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3: Soil Erosion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erosion: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removal of the top soil by water, wind or people faster than it forms.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protection of soil from erosion and loss of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causes splash, sheet, rill and gully erosion. Wind erosion is common in dry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rain, steep slopes and strong winds are natural causes. Deforestation, overgrazing, bush fires and poor ploughing are human causes.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 is lost and yields fall. Rivers and dams fill with silt.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Types, Causes and Effects (3/3)</a:t>
            </a:r>
            <a:endParaRPr lang="en-US" sz="3600" dirty="0"/>
          </a:p>
        </p:txBody>
      </p:sp>
      <p:pic>
        <p:nvPicPr>
          <p:cNvPr id="13" name="Image 0" descr="/home/claude/f4/img/v2/erosion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types.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Conservation Methods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Mechanical: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Terraces, stone lines and contour ploughing slow water on slopes. Gullies can be blocked with stones.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Biological: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 crops, mulch, agroforestry and tree planting protect the soil. Controlled grazing and no bush fires keep grass.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types of water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Splash, sheet, rill and gully.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mechanical and two biological conservation methods.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Mechanical: terraces, contour ploughing. Biological: cover crops, trees.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Deep channels cut by water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Steps built on slopes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Ploughing across the slope is ______ ploughing.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Observe a slope near your home and suggest two ways to protect its soil.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4: Climatic Change.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erosion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L'érosion des sols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Gully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ravin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terrasse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Mulch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paillage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arable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Contemporary Environmental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3: Soil Erosion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erosion and name its types. Explain its causes and effects. Describe soil conservation methods.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types of soil erosion, explain causes and effects and apply conservation methods.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erosion, Soil conservation; II. Types, Causes and Effects: Types, Causes, Effects; III. Conservation Methods: Mechanical, Biological.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a slope near your home and suggest two ways to protect its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“Soil erosion in the central Mexican Highlands” by CIMMYT, CC BY-NC-SA 2.0, via Flickr (https://www.flickr.com/photos/44760652@N05/6244930288)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2026-09-26T20:42:34Z</dcterms:created>
  <dcterms:modified xsi:type="dcterms:W3CDTF">2026-09-26T20:42:34Z</dcterms:modified>
</cp:coreProperties>
</file>