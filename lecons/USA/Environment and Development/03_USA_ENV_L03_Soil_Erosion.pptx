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soil erosion, splash, sheet, rill and gully erosion, soil conservation, terracing, contour ploughing. At the end, you should be able to do this: learners are able to identify types of soil erosion, explain causes and effects and apply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Deforestation and Desertification. The question was: Interview an elder about changes in trees and grass in your area over the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elders say there were more big trees and tall grass in the past; today farms, firewood cutting and bush fires have reduced them, and the dry season feels longer and hotter.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name its types. Number 2: explain its causes and effects. Number 3: describe soil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and wind move soil.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slopes of the Mandara Mountains, heavy rains wash soil from bare fields. Deep channels appear and harvests fall. Some farmers build stone terraces to stop the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is washed away from the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deep channels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Gullies.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solution do some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by keeping it covered and farming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soils, which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bare soil eroded faster than grassy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Nothing protects it from raindrops or holds it with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Rills are small shallow channels; gullies are deep, wide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overgrazing (also bush fires and ploughing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turn slopes into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other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 ploughing, cover crops and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Erosion. Soil erosion and its types can be defined as follows. On this slide we have Soil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Water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by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of Soil Erosion. Soil erosion has the following causes and effects.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Conservation Methods. Soil is conserved by the following methods. On this slide we have Mechanical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Conservation Methods. On this slide we have Biological methods and Management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splash, sheet, rill and gully.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mechanical and two biological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mechanical: terraces, contour ploughing. Biological: cover crops,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gullies; number 2, terraces;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 slope near your home and suggest two ways to protect its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Climatic Change.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erosion, splash, sheet, rill and gully erosion, soil conservation, terracing,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effects; soil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Deforestation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elders say there were more big trees and tall grass in the past; today farms, firewood cutting and bush fires have reduced them, and the dry season feels longer and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name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soil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and wind move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slopes of the Mandara Mountains, heavy rains wash soil from bare fields. Deep channels appear and harvests fall. Some farmers build stone terraces to stop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washed away from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deep channels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solution do some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by keeping it covered and farming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soils, which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bare soil eroded faster than grassy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Nothing protects it from raindrops or holds it with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Rills are small shallow channels; gullies are deep, wide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 (also bush fires and ploughing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turn slopes into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other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ploughing, cover crops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and its types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 soil by water, wind or people faster than it forms. It is accelerated when the soil is left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erosion loosens soil with raindrops, and sheet erosion removes a thin layer evenly. Rill erosion cuts small channels, and gully erosion makes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common in dry areas with bare, loose soil. The wind lifts and carries fine particles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strong winds and loose soils favour erosion. Long dry seasons leave little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up and down slopes expose the soil. Road building and mining also remove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crop yields fall, and gullies destroy farms and roads. Eroded soil silts rivers and dams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conserved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stone lines and contour ploughing slow water on slopes. Gullies can be blocked with check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mulching, agroforestry and grass strips protect the soil. Crop rotation and manure keep it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grazing and the ban on bush fires keep plant cover. Windbreaks of trees reduce wind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sheet, rill and gully.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and two biological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Mechanical: terraces, contour ploughing. Biological: cover crops,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Deep channels cut by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name its types. Explain its causes and effects. Describe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Erosion; Causes and Effects of Soil Erosion;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 slope near your home and suggest two ways to protect its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two plots.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each type.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gullies near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terrace.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 used locally.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2026-09-29T03:13:15Z</dcterms:created>
  <dcterms:modified xsi:type="dcterms:W3CDTF">2026-09-29T03:13:15Z</dcterms:modified>
</cp:coreProperties>
</file>