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Soil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7: Understanding and managing contemporary environmental and development issues.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Contemporary Environmental Issues, and the sub-topic is Environmental Degradation. The key notions we shall use today are: soil erosion, splash, sheet, rill and gully erosion, soil conservation, terracing, contour ploughing. At the end, you should be able to do this: learners are able to identify types of soil erosion, explain causes and effects and apply conservation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Deforestation and Desertification. The question was: Interview an elder about changes in trees and grass in your area over the years.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Typical reply: elders say there were more big trees and tall grass in the past; today farms, firewood cutting and bush fires have reduced them, and the dry season feels longer and hotter.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soil erosion and name its types. Number 2: explain its causes and effects. Number 3: describe soil conservation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Rain and wind move soil. Plants protect the soil.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the slopes of the Mandara Mountains, heavy rains wash soil from bare fields. Deep channels appear and harvests fall. Some farmers build stone terraces to stop the damage.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Soil is washed away from the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are the deep channels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Gullies.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solution do some farmers use?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Stone terraces.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soil by keeping it covered and farming along the contours.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protect our soils, which feed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rain on bare and grassy soil.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is bare soil eroded faster than grassy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Nothing protects it from raindrops or holds it with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types of soil erosion by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Distinguish rill and gully erosion.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Rills are small shallow channels; gullies are deep, wide channels.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gully.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human causes of soil erosion.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Deforestation and overgrazing (also bush fires and ploughing down slopes).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terraces on a hillside.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terraces reduce soil erosion?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turn slopes into flat steps that slow down running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soil conservation methods.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three other conservation methods.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Contour ploughing, cover crops and tree planting.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Types of Soil Erosion. Soil erosion and its types can be defined as follows. On this slide we have Soil erosion.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Types of Soil Erosion. On this slide we have Water erosion.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Types of Soil Erosion. On this slide we have Wind erosion.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soil erosion by water.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and Effects of Soil Erosion. Soil erosion has the following causes and effects. On this slide we have Physical causes.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and Effects of Soil Erosion. On this slide we have Human causes.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and Effects of Soil Erosion. On this slide we have Effects.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 Conservation Methods. Soil is conserved by the following methods. On this slide we have Mechanical methods.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 Conservation Methods. On this slide we have Biological methods and Management methods.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soil conservation methods.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four types of water erosion.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splash, sheet, rill and gully.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mechanical and two biological conservation methods.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mechanical: terraces, contour ploughing. Biological: cover crops, trees.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gullies; number 2, terraces; number 3, contour.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Observe a slope near your home and suggest two ways to protect its soil.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Climatic Change.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 SOIL EROSION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Soil Erosion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7: Understanding and managing contemporary environmental and development issues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Contemporary Environmental Issues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Environmental Degradation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Soil Erosion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erosion, splash, sheet, rill and gully erosion, soil conservation, terracing, contour ploughing.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types; causes; effects; soil conservation methods.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types of soil erosion, explain causes and effects and apply conservation methods.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Deforestation and Desertification):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Interview an elder about changes in trees and grass in your area over the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Typical reply: elders say there were more big trees and tall grass in the past; today farms, firewood cutting and bush fires have reduced them, and the dry season feels longer and hotter.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soil erosion and name its types.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causes and effects.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soil conservation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Rain and wind move soil.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protect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slopes of the Mandara Mountains, heavy rains wash soil from bare fields. Deep channels appear and harvests fall. Some farmers build stone terraces to stop the damage.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is washed away from the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deep channels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Gullies.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solution do some farmers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Stone terraces.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soil by keeping it covered and farming along the contours.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protect our soils, which feed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erosion_rai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Rain on bare and grassy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bare soil eroded faster than grassy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Nothing protects it from raindrops or holds it with roots.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SOIL EROSION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erosion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soil erosion by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SOIL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rill and gully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SOIL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Rills are small shallow channels; gullies are deep, wide channels.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 AND EFFECTS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gul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gully.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 AND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human causes of soil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 AND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 and overgrazing (also bush fires and ploughing down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MECHANICAL METHODS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terrac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Terraces on a hillside.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MECHANICAL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terraces reduce soil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MECHANICAL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turn slopes into flat steps that slow down running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BIOLOGICAL METHODS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soil_conserva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Soil conservation methods.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BIOLOGICAL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other conservation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BIOLOGICAL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Contour ploughing, cover crops and tree planting.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Contemporary Environmental Issues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Environmental Degradation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Soil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Soil Erosion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erosion and its types can be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removal of the top soil by water, wind or people faster than it forms. It is accelerated when the soil is left bare.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Soil Erosion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Splash erosion loosens soil with raindrops, and sheet erosion removes a thin layer evenly. Rill erosion cuts small channels, and gully erosion makes deep channels.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Soil Erosion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common in dry areas with bare, loose soil. The wind lifts and carries fine particles far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Soil Erosion</a:t>
            </a:r>
            <a:endParaRPr lang="en-US" sz="3600" dirty="0"/>
          </a:p>
        </p:txBody>
      </p:sp>
      <p:pic>
        <p:nvPicPr>
          <p:cNvPr id="4" name="Image 0" descr="/home/claude/f4/img/v2/erosion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soil erosion by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Effects of Soil Erosion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erosion has the following causes and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steep slopes, strong winds and loose soils favour erosion. Long dry seasons leave little plant cover.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Effects of Soil Erosion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 overgrazing, bush fires and ploughing up and down slopes expose the soil. Road building and mining also remove plant cover.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Effects of Soil Erosion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fertility and crop yields fall, and gullies destroy farms and roads. Eroded soil silts rivers and dams and causes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 Conservation Methods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is conserved by the following methods: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Mechanical methods: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Terraces, stone lines and contour ploughing slow water on slopes. Gullies can be blocked with check dams.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 Conservation Methods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Biological methods: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Cover crops, mulching, agroforestry and grass strips protect the soil. Crop rotation and manure keep it fertile.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Management methods: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Controlled grazing and the ban on bush fires keep plant cover. Windbreaks of trees reduce wind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 Conservation Methods</a:t>
            </a:r>
            <a:endParaRPr lang="en-US" sz="3600" dirty="0"/>
          </a:p>
        </p:txBody>
      </p:sp>
      <p:pic>
        <p:nvPicPr>
          <p:cNvPr id="4" name="Image 0" descr="/home/claude/f4/img/v2/soil_conserva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soil conservation methods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types of water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Splash, sheet, rill and gully.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mechanical and two biological conservation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Mechanical: terraces, contour ploughing. Biological: cover crops,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Deep channels cut by water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Steps built on slopes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Ploughing across the slope is ______ ploughing.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a slope near your home and suggest two ways to protect its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Climatic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 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 des sols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Gully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ravin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Terrace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terrasse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Slope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Mulch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Topsoil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couche arable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Contemporary Environmental Issues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Soil Erosion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soil erosion and name its types. Explain its causes and effects. Describe soil conservation methods.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types of soil erosion, explain causes and effects and apply conservation methods.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Types of Soil Erosion; Causes and Effects of Soil Erosion; Soil Conservation Methods.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Observe a slope near your home and suggest two ways to protect its soil.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compare two plots.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each type.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find gullies near school.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a terrace.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methods used locally.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7 (Environment and Development).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“Soil erosion in the central Mexican Highlands” by CIMMYT, CC BY-NC-SA 2.0, via Flickr (https://www.flickr.com/photos/44760652@N05/6244930288)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“Terraced Hillside” by AdamCohn, CC BY-NC-ND 2.0, via Flickr (https://www.flickr.com/photos/96142515@N00/6311042523)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2026-09-29T12:19:01Z</dcterms:created>
  <dcterms:modified xsi:type="dcterms:W3CDTF">2026-09-29T12:19:01Z</dcterms:modified>
</cp:coreProperties>
</file>