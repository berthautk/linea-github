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Further Study 1: Contrast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explain the arrows.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read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the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suggest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core 2. periphery 3.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ENVIRONMENT AND DEVELOPMENT  —  FURTHER STUDY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Contrast in Development within Cameroon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Regional Development and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Further Study 1: Contrast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Regional inequality, core, periphery, backwash, spread effects, lagging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Models of regional inequality (Friedmann, Myrdal); prosperous and lagging regions (case study: Coastal lowlands versus Adamawa); indicators; factors; measures;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compare regions of Cameroon and propose ways to reduce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Recall the models of Myrdal and Friedmann.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Compare a prosperous and a lagging region with indicators.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causes and measures of regional inequality.</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Douala and Yaoundé are the largest towns.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Population density differs between regions.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from Adamawa and the Far North move to Douala to find work. Douala has the port, factories and many schools, while some villages in Adamawa have no road or electricity.</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prosperous?</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(Douala).</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lagging?</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(and the Far North).</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reduce inequality inside Cameroon.</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MODELS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core_periphery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Core and periphery.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MODELS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Myrdal's backwash effect.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MODELS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money and raw materials flow from the periphery to the core, which grows richer.</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CONTRASTING REGIONS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cmr_contrast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CONTRASTING REGIONS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prosperous and two lagging regions.</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CONTRASTING REGIONS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Prosperous: Littoral, Centre. Lagging: Adamawa, East (also Far North).</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INDICATORS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cmr_dev_tabl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INDICATORS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indicators that show the difference.</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INDICATORS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schools and hospitals, roads and electricity.</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lsa_douala.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Douala, the economic capital.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more developed?</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industries, investment and colonial history concentrated there.</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MEASURES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muddy_road.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poor road in a lagging region.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MEASURES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regional inequality.</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MEASURES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Decentralisation with regional budgets and building roads and schools in lagging regions.</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Contrast in Development within Cameroon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Regional Development and Inequality</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Contrast in Development within Cameroon</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Regional inequality: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development between regions of a country.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Core: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rich, developed region that attracts people and money.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Periphery: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poorer, lagging region far from the core.</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Models and Indicators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Myrdal: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Backwash effects make the core richer and the periphery poorer. Spread effects later carry growth outwards.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Friedmann: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 country first has scattered regions, then one core. Later several cores grow and the space becomes balanced.</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Models and Indicators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Indicators: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Littoral has higher incomes, more jobs, schools and hospitals than Adamawa. Roads and electricity are also better.</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Models and Indicators (3/3)</a:t>
            </a:r>
            <a:endParaRPr lang="en-US" sz="3600" dirty="0"/>
          </a:p>
        </p:txBody>
      </p:sp>
      <p:pic>
        <p:nvPicPr>
          <p:cNvPr id="13" name="Image 0" descr="/home/claude/f4/img/v2/core_periphery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core-periphery diagram.</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Factors, Measures and Difficulties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Natural resources, the port, investment, skilled people and colonial history favoured the coast. Remote regions lack roads and capital.</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Measures: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Decentralisation, regional projects and new roads, dams and universities aim to reduce gaps. Incentives attract firms to lagging regions.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Factors, Measures and Difficulties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Difficulties: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Lack of funds, insecurity and corruption slow progress. Migration continues towards big towns.</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Coastal lowlands and Adamawa with two indicators.</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about 190 vs 20 per km²; many vs few schools and hospitals.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measures of regional inequality.</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port, investment. Measures: decentralisation, roads.</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rich region is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poorer region is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Flows to the core are ______ effects.</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region with Douala using three indicators and suggest two projects.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ends Module 7 and prepares Module 8: Practical Geography.</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Inequality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L'inégalité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Region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région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centre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Periphery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périphérie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Decentralisation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décentralisation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Migration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L'exode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Geography of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Further Study 1: Contrast in Development within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Recall the models of Myrdal and Friedmann. Compare a prosperous and a lagging region with indicators. Explain the causes and measures of regional inequality.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compare regions of Cameroon and propose ways to reduce inequality.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Regional inequality, Core, Periphery; II. Models and Indicators: Myrdal, Friedmann, Indicators; III. Factors, Measures and Difficulties: Factors, Measures, Difficulties.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Compare your region with Douala using three indicators and suggest two projects.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7 (Environment and Development).</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2026-09-27T00:06:23Z</dcterms:created>
  <dcterms:modified xsi:type="dcterms:W3CDTF">2026-09-27T00:06:23Z</dcterms:modified>
</cp:coreProperties>
</file>