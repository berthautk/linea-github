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Contrast in Development within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Regional Development and Inequality. The key notions we shall use today are: regional inequality, core, periphery, backwash, spread effects, lagging region. At the end, you should be able to do this: learners are able to compare regions of Cameroon and propose ways to reduce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Aid and Interdependence. The question was: Find an aid project in your region and write who funds it and what it does.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borehole programme funded by UNICEF or Japan (JICA) supplies clean water to villages; the World Food Programme gives food to refugees in the Far North.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models of Myrdal and Friedmann. Number 2: compare a prosperous and a lagging region with indicators. Number 3: explain the causes and measures of regional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and Yaoundé are the largest towns. Population density differs between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Young people from Adamawa and the Far North move to Douala to find work. Douala has the port, factories and many schools, while some villages in Adamawa have no road or electricity.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Development is unequal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 is prosperous?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Coastal lowlands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region is lagging?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Adamawa (and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projects that develop the lagging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reduce inequality inside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core and periphery.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Explain Myrdal's backwash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money and raw materials flow from the periphery to the core, which grows richer.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prosperous and lagging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prosperous and two lagging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Prosperous: Littoral, Centre. Lagging: Adamawa, East (also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coastal lowlands and Adamawa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indicators that show the difference.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density, schools and hospitals, roads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the economic capital.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coastal region more developed?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Port, industries, investment and colonial history concentrated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poor road in a lagging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measures to reduce regional inequality.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Decentralisation with regional budgets and building roads and schools in lagging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Regional inequality.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Core and periphery.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Models of Regional Inequality. Two models explain regional inequality. On this slide we have Myrdal (cumulative causation).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Models of Regional Inequality. On this slide we have Friedmann (core-periphery).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core and periphery.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Prosperous and Lagging Regions. Cameroon has prosperous and lagging regions. On this slide we have Coastal lowlands (prosperous).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Prosperous and Lagging Regions. On this slide we have Adamawa (lagging).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Prosperous and Lagging Regions. On this slide we have Indicators.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prosperous and lagging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Measures and Difficulties. Regional inequality has factors and can be reduced as follows.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Measures and Difficulties. On this slide we have Measures.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Measures and Difficulties. On this slide we have Difficulties.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Coastal lowlands and Adamawa with two indicators.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density: about 190 vs 20 per km²; many vs few schools and hospitals.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and two measures of regional inequality.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causes: port, investment. Measures: decentralisation,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core; number 2, periphery; number 3, backwash.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your region with Douala using three indicators and suggest two projects.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1: Review of Map Reading Principles.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CONTRAST IN DEVELOPMENT WITHIN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 Contrast in Development within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Contrast in Development within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Development and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Contrast in Development within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inequality, core, periphery, backwash, spread effects, lagging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Models of regional inequality (Friedmann, Myrdal); prosperous and lagging regions (case study: Coastal lowlands versus Adamawa); indicators; factors; measures; difficulties.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regions of Cameroon and propose ways to reduce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Aid and Interdependence):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aid project in your region and write who funds it and what it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borehole programme funded by UNICEF or Japan (JICA) supplies clean water to villages; the World Food Programme gives food to refugees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models of Myrdal and Friedmann.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a prosperous and a lagging region with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measures of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the largest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differs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from Adamawa and the Far North move to Douala to find work. Douala has the port, factories and many schools, while some villages in Adamawa have no road 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is unequal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prosperous?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lagging?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(and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projects that develop the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reduce inequality inside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re_periphe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Core and periphery.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Myrdal's backwash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money and raw materials flow from the periphery to the core, which grows richer.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contra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Prosperous and lagging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prosperous and two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Prosperous: Littoral, Centre. Lagging: Adamawa, East (also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dev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Coastal lowlands and Adamawa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indicators that show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 schools and hospitals, roads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the economic capital.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coastal region more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 industries, investment and colonial history concentrated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road in a lagging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reduce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Decentralisation with regional budgets and building roads and schools in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Regional Development and Inequality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Contrast in Development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in development between the regions of a country. It shows in incomes,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Core and periphery: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core is a rich, developed region, and the periphery is a poorer region around it. A lagging region is one that grows more slowly than the rest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models explain regional inequality: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Myrdal (cumulative causation):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with an early advantage attracts investment, labour and capital, so it grows faster. Backwash effects drain the periphery, but spread effects later carry growth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Friedmann (core-periphery):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passes from a pre-industrial stage to a strong core with a weak periphery. Growth then spreads to sub-cores until the country becomes integrated.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a:t>
            </a:r>
            <a:endParaRPr lang="en-US" sz="3600" dirty="0"/>
          </a:p>
        </p:txBody>
      </p:sp>
      <p:pic>
        <p:nvPicPr>
          <p:cNvPr id="4" name="Image 0" descr="/home/claude/f4/img/v2/core_periphe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core and periphery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prosperous and lagging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lowlands (prosperous):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and South-West have the port of Douala, industries, plantations and oil. Incomes, schools and hospitals are above the national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(lagging):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has a low population, few industries and poor roads. Incomes, school enrolment and access to services are below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Indicators: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literacy, access to water and electricity and doctors per person show the contrast. Road density and industrial jobs also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a:t>
            </a:r>
            <a:endParaRPr lang="en-US" sz="3600" dirty="0"/>
          </a:p>
        </p:txBody>
      </p:sp>
      <p:pic>
        <p:nvPicPr>
          <p:cNvPr id="4" name="Image 0" descr="/home/claude/f4/img/v2/cmr_contra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prosperous and lagging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Regional inequality has factors and can be reduced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resources, the port, investment, skilled people and colonial history favour the coast. Remoteness, a long dry season and poor transport slow the 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builds roads, dams and schools in lagging regions and decentralises power. Development agencies such as MIDIMA in Adamawa and incentives for investors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Difficulties: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money, corruption and insecurity slow these projects. Investors still prefer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Coastal lowlands and Adamawa with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Density: about 190 vs 20 per km²; many vs few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and two measures of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Causes: port, investment. Measures: decentralisation,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rich region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poorer region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Flows to the core are ______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region with Douala using three indicators and suggest two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1: Review of Map Reading Principles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Inequality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L'inégalité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Periphery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périphérie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Contrast in Development within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models of Myrdal and Friedmann. Compare a prosperous and a lagging region with indicators. Explain the causes and measures of regional inequality.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regions of Cameroon and propose ways to reduce inequality.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Models of Regional Inequality; Prosperous and Lagging Regions; Factors, Measures and Difficulties.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your region with Douala using three indicators and suggest two projects.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projects.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2026-09-27T09:54:45Z</dcterms:created>
  <dcterms:modified xsi:type="dcterms:W3CDTF">2026-09-27T09:54:45Z</dcterms:modified>
</cp:coreProperties>
</file>