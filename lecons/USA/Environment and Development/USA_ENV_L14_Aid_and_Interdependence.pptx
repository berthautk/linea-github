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Aid and Interdependence.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aid, bilateral aid, multilateral aid, NGO, tied aid, interdependence. At the end, you should be able to do this: learners are able to classify aid and evaluate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Recent Developments in Global Trade. The question was: Compare the price of a bag of cocoa and a bag of cement over five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may rise from about 1,000 to 1,500 F/kg and fall again, while a bag of cement rises steadily from about 4,500 to 5,500 F. The farmer must sell more cocoa to buy the same cement: the terms of trade worsen.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aid and classify its types. Number 2: identify donors and recipients. Number 3: evaluate arguments for and against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schools and wells were built with foreign help. Countries depend on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in the Far North receives a water pump from an NGO and food aid after a drought. But some people say aid makes the country dependent and does not reach the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Aid helps but is also criticised.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types of aid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water pump (development aid) and food aid (emergency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criticism.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creates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aid projects well and aim for self-reliance.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role of aid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foreign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Help in money, goods or skills given by one country or organisation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bilateral and multilateral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Bilateral: government to government. Multilateral: through the World Bank, IMF or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aid being unloaded.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emergency aid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After disasters like droughts, floods or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rich and poor countries (approximate HDI).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donors and two recipient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Donors: USA, EU countries (also Japan, China). Recipients: Sub-Saharan Africa, South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arguments for and against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arguments for and two against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saves lives, builds schools. Against: dependence,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Foreign Aid. Foreign aid can be defined as follows. On this slide we have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Foreign Aid. On this slide we have Interdependence.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Aid. Aid is of the following types. On this slide we have Official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Voluntary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Direct and indirect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Donors and Recipients. Aid flows from donors to recipients as follows. On this slide we have Donors.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Donors and Recipients. On this slide we have Recipients.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Aid. Aid has arguments for and against. On this slide we have Arguments for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Aid. On this slide we have Arguments against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arguments for and against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types of aid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bilateral (France to Cameroon), multilateral (World Bank), voluntary (Red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advantages and two disadvantages of aid.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saves lives, builds services. Disadvantages: dependence, corruption.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bilateral; number 2, NGOs; number 3, tied.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an aid project in your region and write who funds it and what it does.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Contrast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AID AND INTERDEPENDENCE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Aid and Interdependence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Aid and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Aid, bilateral aid, multilateral aid, NGO, tied aid,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foreign aid; types (official, voluntary, direct, indirect); donors and recipients; appraisal (arguments for and against).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Recent Developments in Global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may rise from about 1,000 to 1,500 F/kg and fall again, while a bag of cement rises steadily from about 4,500 to 5,500 F. The farmer must sell more cocoa to buy the same cement: the terms of trade worsen.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aid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donors and recipients.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arguments for and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schools and wells were built with foreign help.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in the Far North receives a water pump from an NGO and food aid after a drought. But some people say aid makes the country dependent and does not reach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helps but is also criticised.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aid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water pump (development aid) and food aid (emergency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aid projects well and aim for self-reliance.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role of aid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foreign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in money, goods or skills given by one country or organisation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bilateral and multilateral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government to government. Multilateral: through the World Bank, IMF or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being unloaded.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emergency aid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disasters like droughts, floods or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Rich and poor countries (approximate HDI).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donors and two recipient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Donors: USA, EU countries (also Japan, China). Recipients: Sub-Saharan Africa, South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arguments for and two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saves lives, builds schools. Against: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Foreign aid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help in money, goods or skills given to a country or people in need. It can be a gift or a loan at low interest.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dependence of countries on one another. Donors gain markets, raw materials and influence, while recipients gain money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is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Official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aid goes from one government to another. Multilateral aid goes through bodies like the World Bank or the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given by NGOs and charities such as the Red Cross or Plan International. It often funds small local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 and indirect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Direct aid goes straight to the project, such as food, wells or schools. Indirect aid passes through loans, debt relief or trade advantages; tied aid must be spent on the donor's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flows from donors to recipients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Donors: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the EU countries, Japan and China are the main donors. The World Bank, the IMF and the UN agencies also give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Recipients: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aid goes to sub-Saharan Africa and South Asia. Countries in crisis receive emergency aid after wars, floods or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has arguments for and against: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for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saves lives in disasters and builds schools, clinics and wells. It transfers skills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against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can create dependence and debt, and some is lost to corruption. Tied aid benefits the donor more than the recipient.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aid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(France to Cameroon), multilateral (World Bank), voluntary (Red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saves lives, builds services. Disadvantages: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between two governments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Charities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spent in the donor country is ______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aid project in your region and write who funds it and what it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donateur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L'organisation caritative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Aid and Interdependence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aid and classify its types. Identify donors and recipients. Evaluate arguments for and against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Foreign Aid; Types of Aid; Donors and Recipients; Appraisal of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an aid project in your region and write who funds it and what it does.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aid projects near you.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in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2026-09-27T10:08:19Z</dcterms:created>
  <dcterms:modified xsi:type="dcterms:W3CDTF">2026-09-27T10:08:19Z</dcterms:modified>
</cp:coreProperties>
</file>