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14: Aid and Interdependence.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list aid projects near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read the boxes.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discuss food aid.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read the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debate in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bilateral 2. NGOs 3. tied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UPPER SIXTH ARTS  —  ENVIRONMENT AND DEVELOPMENT  —  LESSON 14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 and Interdependence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7: Understanding and managing contemporary environmental and development issues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Development Issues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 and Cooperation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14: Aid and Interdependence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Aid, bilateral aid, multilateral aid, NGO, tied aid, interdependence.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 of foreign aid; types (official, voluntary, direct, indirect); donors and recipients; appraisal (arguments for and against).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classify aid and evaluate its effects.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aid and classify its types.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donors and recipients.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arguments for and against aid.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schools and wells were built with foreign help.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depend on each other.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village in the Far North receives a water pump from an NGO and food aid after a drought. But some people say aid makes the country dependent and does not reach the poor.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Aid helps but is also criticised.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types of aid in the situation.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water pump (development aid) and food aid (emergency aid).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one criticism.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creates dependence.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judge the role of aid in development.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usa_pum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6430" y="1691640"/>
            <a:ext cx="8156093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village water pump.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foreign aid?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Help in money, goods or skills given by one country or organisation to another.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TYPES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aid_type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Types of aid.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TYPES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Distinguish bilateral and multilateral aid.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TYPES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Bilateral: government to government. Multilateral: through the World Bank, IMF or UN.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EMERGENCY AID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usa_foodai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Food aid being unloaded.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EMERGENCY AID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is emergency aid given?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EMERGENCY AID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 disasters like droughts, floods or wars.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DONORS AND RECIPIENTS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hdi_map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196" y="1691640"/>
            <a:ext cx="9052560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Rich and poor countries (approximate HDI).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DONORS AND RECIPIENTS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two donors and two recipient regions.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DONORS AND RECIPIENTS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Donors: USA, EU countries (also Japan, China). Recipients: Sub-Saharan Africa, South Asia.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APPRAISAL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aid_debate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Arguments for and against aid.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APPRAISAL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arguments for and two against aid.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APPRAISAL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For: saves lives, builds schools. Against: dependence, corruption.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Aid and Interdependence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Current Development Issues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Trade and Cooperation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14: Aid and Interdependence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Aid: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help in money, goods or skills given to a country or people in need.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Tied aid: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aid that must be spent on goods from the donor country.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Interdependence: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dependence of countries on one another.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Types, Donors and Recipients (1/3)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Official aid: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Bilateral aid goes from one government to another. Multilateral aid goes through the World Bank, IMF and UN.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Voluntary aid: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NGOs like the Red Cross and Plan give aid from private gifts. Aid can be direct (projects) or indirect (loans, training).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Types, Donors and Recipients (2/3)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Donors and recipients: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USA, EU countries, Japan and China are big donors. Sub-Saharan Africa and South Asia receive the most.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Types, Donors and Recipients (3/3)</a:t>
            </a:r>
            <a:endParaRPr lang="en-US" sz="3600" dirty="0"/>
          </a:p>
        </p:txBody>
      </p:sp>
      <p:pic>
        <p:nvPicPr>
          <p:cNvPr id="13" name="Image 0" descr="/home/claude/f4/img/v2/aid_type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types.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Appraisal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For aid: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Aid saves lives in disasters and builds schools, clinics and wells. It transfers skills and technology.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Against aid: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Aid can create debt and dependence and may be stolen. Tied aid and food aid can harm local producers.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three types of aid with examples.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Bilateral (France to Cameroon), multilateral (World Bank), voluntary (Red Cross).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advantages and two disadvantages of aid.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Advantages: saves lives, builds services. Disadvantages: dependence, corruption.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Aid between two governments is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Charities are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Aid spent in the donor country is ______ aid.</a:t>
            </a:r>
            <a:endParaRPr lang="en-US" sz="3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Find an aid project in your region and write who funds it and what it does.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Further Study 1: Contrast in Development within Cameroon.</a:t>
            </a:r>
            <a:endParaRPr lang="en-US" sz="4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L'aide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donateur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prêt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dette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Charity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L'organisation caritative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dépendance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Development Issues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14: Aid and Interdependence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aid and classify its types. Identify donors and recipients. Evaluate arguments for and against aid.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classify aid and evaluate its effects.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Aid, Tied aid, Interdependence; II. Types, Donors and Recipients: Official aid, Voluntary aid, Donors and recipients; III. Appraisal: For aid, Against aid.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an aid project in your region and write who funds it and what it does.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7 (Environment and Development).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“Girls from the village of Mwachilolo head to the Pump Aid Elephant wat” by PumpAid, CC BY 2.0, via Flickr (https://www.flickr.com/photos/84463652@N06/8161357208)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“WFP food distribution” by UNAMID Photo, CC BY-NC-ND 2.0, via Flickr (https://www.flickr.com/photos/58538810@N03/12495227734)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2026-09-26T20:44:34Z</dcterms:created>
  <dcterms:modified xsi:type="dcterms:W3CDTF">2026-09-26T20:44:34Z</dcterms:modified>
</cp:coreProperties>
</file>