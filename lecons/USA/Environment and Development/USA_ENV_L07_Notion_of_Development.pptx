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Notion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Concept of Development. The key notions we shall use today are: development, economic growth, GNI, HDI, development gap, sustainable development. At the end, you should be able to do this: learners are able to measure development, explain the development gap and suggest ways to achieve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Flooding. The question was: Map the flood-prone areas of your town and suggest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Flood-prone areas are low valleys, riverbanks and places with blocked gutters. Solutions: clean and widen gutters, stop building on riverbanks, and plant trees upslope.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development and economic growth. Number 2: measure development with economic and social criteria. Number 3: explain the development gap and sustainable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countries are rich and others poor. Health and education improve people's lives.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compares Cameroon and Norway. Norway has high incomes, long life expectancy and almost everyone can read. Cameroon has rich resources but many people are still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a big gap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measures of development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Income and life expectancy (also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index combines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Human Development Index (HDI).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resources wisely so that future generations can also meet their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measure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in a rich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economic growth and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Growth is a rise in output; development is a better life for all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development indicators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economic and two social criteria of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Economic: GNI per person, jobs. Social: life expectancy,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human Development Index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most low-HDI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Sub-Saharan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reasons for the gap between rich and poor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history, unfair trade and debt (also poor governance, conflicts,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three pillars.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sustainable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Development that meets today's needs without harming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Development. Development and growth can be defined as follows. On this slide we have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Development. On this slide we have Economic growth and Economic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Measuring and Classifying Development. Development is measured and countries are classified as follows. On this slide we have Economic criteria.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Measuring and Classifying Development. On this slide we have Social criteria and HDI.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Measuring and Classifying Development.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development indicators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Development Gap. The gap between rich and poor countries has the following reasons. On this slide we have Historical and economic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Development Gap. On this slide we have Political and physical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human Development Index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Sustainable Development. Sustainable development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Sustainable Development. On this slide we have Ways to achieve 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three pillars of sustainable development.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development and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growth is more output; development is a better life for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components of the HDI.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income, life expectancy and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HDI; number 2, medium; number 3,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Cameroon with one African country using three development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Strategies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NOTION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 Notion of Development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Notion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Notion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economic growth, GNI, HDI, development gap,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development, economic development and growth; reasons for the gap between rich and poor; economic and social criteria (HDI); classification of countries; sustainable development and ways to achieve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development, explain the development gap and suggest ways to achieve sustainable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Flooding):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flood-prone areas of your town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Flood-prone areas are low valleys, riverbanks and places with blocked gutters. Solutions: clean and widen gutters, stop building on riverbanks, and plant trees upslope.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development and economic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development with economic and social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development gap and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rich and others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improve people's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compares Cameroon and Norway. Norway has high incomes, long life expectancy and almost everyone can read. Cameroon has rich resources but many people are still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a big gap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measures of development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and life expectancy (also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index combines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Human Development Index (HDI).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resources wisely so that future generations can also meet their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measure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a rich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economic growth and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a rise in output; development is a better life for all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economic and two social criteria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CRITERIA OF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GNI per person, jobs. Social: life expectancy, 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most low-HDI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HDI</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the gap between rich and poor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DEVELOPMENT GAP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history, unfair trade and debt (also poor governance, conflicts,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pillars.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SUSTAINABLE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that meets today's needs without harming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and growth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improvement of people's living standards and wellbeing. It includes income, health, education and freedom.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Development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goods and services produced by a country. It is measured by the rise in GDP or GNI.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growth that also changes the structure of the economy, such as the move from farming to industry. It improves living conditions for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Development is measured and countries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criteria: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GNI per person, the share of jobs in industry and energy use measure wealth. They hide inequalities between rich and poor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criteria and HDI: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expectancy, literacy, doctors per person and access to water show wellbeing. The HDI combines income, health and education on a scale from 0 to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are grouped as MEDCs and LEDCs, or by income (high, middle, low). The World Bank and UNDP publish these groups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Measuring and Classifying Development</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development indicators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gap between rich and poor countries has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economic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Colonialism, unfair trade and debt keep many countries poor. They export cheap raw materials and import costly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physical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corruption and conflicts slow development. Droughts, diseases and landlocked positions also hold some countries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Development Gap</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Human Development Index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Sustainable development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development that meets present needs without harming the ability of future generations to meet theirs. It balances the economy, society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Ways to achieve 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recycling and the protection of forests save resources. Education, good governance and fair trade help people to benefit from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Sustainable Development</a:t>
            </a:r>
            <a:endParaRPr lang="en-US" sz="3600" dirty="0"/>
          </a:p>
        </p:txBody>
      </p:sp>
      <p:pic>
        <p:nvPicPr>
          <p:cNvPr id="4" name="Image 0" descr="/home/claude/f4/img/v2/susta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three pillars of sustainable 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development and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more output; development is a better life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components of the HDI.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life expectancy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index of income, health and education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HDI.</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Development that protects future generations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with one African country using three development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Strategies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revenu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Literacy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L'alphabétisation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Notion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development and economic growth. Measure development with economic and social criteria. Explain the development gap and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development, explain the development gap and suggest ways to achieve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Development; Measuring and Classifying Development; The Development Gap; Sustainable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Cameroon with one African country using three development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circles.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2026-09-27T09:54:44Z</dcterms:created>
  <dcterms:modified xsi:type="dcterms:W3CDTF">2026-09-27T09:54:44Z</dcterms:modified>
</cp:coreProperties>
</file>