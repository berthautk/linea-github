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7: Notion of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give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read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read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explain the circles.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HDI 2. medium 3. sustainable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ENVIRONMENT AND DEVELOPMENT  —  LESSON 7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of Development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7: Understanding and managing contemporary environmental and development issues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Development Issues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of Development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7: Notion of Development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Development, economic growth, GNI, HDI, development gap, sustainable development.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of development, economic development and growth; reasons for the gap between rich and poor; economic and social criteria (HDI); classification of countries; sustainable development and ways to achieve it.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measure development, explain the development gap and suggest ways to achieve sustainable development.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development and economic growth.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development with economic and social criteria.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development gap and sustainable development.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countries are rich and others poor.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and education improve people's lives.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student compares Cameroon and Norway. Norway has high incomes, long life expectancy and almost everyone can read. Cameroon has rich resources but many people are still poor.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a big gap in development.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measures of development in the situation.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Income and life expectancy (also literacy).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index combines them?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Human Development Index (HDI).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and measure development.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usa_skyl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city in a rich country.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economic growth and development.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Growth is a rise in output; development is a better life for all people.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CRITERIA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dev_indicator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 indicators (approximate).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CRITERIA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economic and two social criteria of development.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CRITERIA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Economic: GNI per person, jobs. Social: life expectancy, literacy.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HDI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hdi_map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 Development Index (approximate).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HDI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region has most low-HDI countries?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HDI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Sub-Saharan Africa.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GAP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usa_slu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poor neighbourhood.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GAP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reasons for the gap between rich and poor countries.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GAP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Colonial history, unfair trade and debt (also poor governance, conflicts, climate).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SUSTAINABLE DEVELOPMENT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sustai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three pillars.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SUSTAINABLE DEVELOPMENT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sustainable development?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SUSTAINABLE DEVELOPMENT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 that meets today's needs without harming future generations.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Notion of Development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Current Development Issues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Concept of Development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7: Notion of Development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improvement of people's living standards and wellbeing.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Economic growth: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increase in the output of goods and services of a country.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HDI: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an index from 0 to 1 that combines income, life expectancy and education.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Measuring and Classifying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Economic criteria: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GNI per person, jobs in industry and energy use measure wealth. They hide inequality.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Social criteria: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Life expectancy, literacy, doctors and clean water show welfare. The HDI combines several criteria.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Measuring and Classifying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Classification: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Countries are classed as developed (MEDCs), developing (LEDCs) or least developed. Cameroon has a medium HDI.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Measuring and Classifying (3/3)</a:t>
            </a:r>
            <a:endParaRPr lang="en-US" sz="3600" dirty="0"/>
          </a:p>
        </p:txBody>
      </p:sp>
      <p:pic>
        <p:nvPicPr>
          <p:cNvPr id="13" name="Image 0" descr="/home/claude/f4/img/v2/dev_indicator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table.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Gap and Sustainable Development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Reasons for the gap: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Colonialism, unfair trade, debt, poor governance and conflicts keep countries poor. Harsh climates and diseases also slow development.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Sustainable development: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balances economy, society and environment. Clean energy, education and good governance help to achieve it.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development and growth.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Growth is more output; development is a better life for people.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components of the HDI.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Income, life expectancy and education.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index of income, health and education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has a ______ HDI.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 that protects future generations is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Cameroon with one African country using three development indicators.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8: Strategies of Development.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développement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croissance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revenu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expectancy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L'espérance de vie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L'alphabétisation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L'écart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Development Issues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7: Notion of Development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Distinguish development and economic growth. Measure development with economic and social criteria. Explain the development gap and sustainable development.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measure development, explain the development gap and suggest ways to achieve sustainable development.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Development, Economic growth, HDI; II. Measuring and Classifying: Economic criteria, Social criteria, Classification; III. The Gap and Sustainable Development: Reasons for the gap, Sustainable development.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Cameroon with one African country using three development indicators.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7 (Environment and Development).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“Aerial View City Skyline Skyscraper” by unknown, CC0 1.0, via rawpixel (https://www.rawpixel.com/image/5967710/aerial-view-city-skyline-skyscraper)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“Mathare” by Book Aid International, CC BY-NC-ND 2.0, via Flickr (https://www.flickr.com/photos/45024905@N07/4135561707)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2026-09-27T04:25:38Z</dcterms:created>
  <dcterms:modified xsi:type="dcterms:W3CDTF">2026-09-27T04:25:38Z</dcterms:modified>
</cp:coreProperties>
</file>