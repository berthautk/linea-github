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Recent Developments in Global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terms of trade, fair trade, WTO, Economic Partnership Agreement (EPA), protectionism. At the end, you should be able to do this: learners are able to explain terms of trade, fair trade, the WTO and EPAs.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Trade Associations (Trade Blocs). The question was: Find out which goods Cameroon sells to Chad and Gabon.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sells Chad and Gabon manufactured and food goods: cement, soap, beer and soft drinks, sugar, vegetable oil, plantains, onions and cattle products.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terms of trade. Number 2: describe fair trade and its benefits. Number 3: explain the role of the WTO and of EPAs.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raw materials. Manufactured goods are expensive.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cocoa farmer in Bokito says that each year he needs more bags of cocoa to buy the same motorbike. A fair trade cooperative offers him a better and stable price.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terms of trade are getting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cooperative offer?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Fair trade: a better, stable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organisation sets world trade rules?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World Trade Organization (WTO).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fair-trade products and join cooperatives to get better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trade can become fairer.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worsening terms of trade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cocoa is needed to buy one tractor: the terms of trade are worsening.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who earns from a cup of coffee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fair trade needed?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Farmers get only a small share of the final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coffee beans harvested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benefits of fair trade for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minimum price and a premium for schools and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wTO and EPA.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roles of the WTO.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makes trade rules and settles trade disputes.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goods traded with Europe.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risk of the EPA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free access to the EU market. Risk: local industries face EU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Terms of Trade. Terms of trade can be explained as follows. On this slide we have Terms of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Terms of Trade. On this slide we have Trend for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worsening terms of trade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Fair Trade. Fair trade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Fair Trade. On this slide we have Efforts to ensure 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who earns from a cup of coffee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WTO and the EPAs. Recent developments in global trade include the following. On this slide we have WTO.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WTO and the EPAs. On this slide we have EPAs.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wTO and EPA.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worsening terms of trade for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export prices fall compared with the prices of its imports.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roles of the WTO.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makes trade rules and settles disputes.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1995; number 2, GATT; number 3,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price of a bag of cocoa and a bag of cement over five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Aid and Interdependence.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13: RECENT DEVELOPMENTS IN GLOBAL TRADE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Recent Developments in Global Trade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Recent Developments in Global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Terms of trade, fair trade, WTO, Economic Partnership Agreement (EPA), protectionism.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Terms of trade; fair trade and efforts to ensure it; the World Trade Organization (creation and role); Economic Partnership Agreements.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terms of trade, fair trade, the WTO and EPAs.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Trade Associations (Trade Blocs)):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which goods Cameroon sells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Chad and Gabon manufactured and food goods: cement, soap, beer and soft drinks, sugar, vegetable oil, plantains, onions and cattle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terms of trade.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fair trade and its benefits.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the WTO and of EPAs.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Manufactured goods are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cocoa farmer in Bokito says that each year he needs more bags of cocoa to buy the same motorbike. A fair trade cooperative offers him a better and stable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terms of trade are getting worse.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cooperative offer?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trade: a better, stable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organisation sets world trade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Trade Organization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fair-trade products and join cooperatives to get better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trade can become fairer.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Worsening terms of trade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cocoa is needed to buy one tractor: the terms of trade are worsening.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ffee_chai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Who earns from a cup of coffee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fair trade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get only a small share of the final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ff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Coffee beans harvested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benefits of fair trade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minimum price and a premium for schools and clinics.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wto_ep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WTO and EPA.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the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trade rules and settles trade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Goods traded with Europe.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risk of the EPA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free access to the EU market. Risk: local industries face EU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Recent Developments in Global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Terms of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Terms of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value of a country's exports compared with its imports. They worsen when export prices fall while import prices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Trend for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Prices of raw materials rise slowly or fall, while manufactured goods become dearer. LEDCs must export more to buy the same imports.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worsening terms of trade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Fair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trade is trade that pays producers a fair and stable price. It also pays a premium for community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Efforts to ensure 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Fair-trade labels, cooperatives and direct buying from farmers raise their share of the price. Consumers in rich countries pay more for these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a:t>
            </a:r>
            <a:endParaRPr lang="en-US" sz="3600" dirty="0"/>
          </a:p>
        </p:txBody>
      </p:sp>
      <p:pic>
        <p:nvPicPr>
          <p:cNvPr id="4" name="Image 0" descr="/home/claude/f4/img/v2/coffee_chai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who earns from a cup of coffee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Recent developments in global trade include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WTO: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1995 to replace GATT and has about 164 members. It sets rules, reduces tariffs and settles trade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Partnership Agreements are free trade deals between the EU and African, Caribbean and Pacific countries. Cameroon signed one in 2009, which opens European markets but exposes local industries to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a:t>
            </a:r>
            <a:endParaRPr lang="en-US" sz="3600" dirty="0"/>
          </a:p>
        </p:txBody>
      </p:sp>
      <p:pic>
        <p:nvPicPr>
          <p:cNvPr id="4" name="Image 0" descr="/home/claude/f4/img/v2/wto_ep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WTO and EPA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worsening terms of trade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export prices fall compared with the prices of its imports.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the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Makes trade rules and settles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WTO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WTO replaced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Trade with a guaranteed price is ______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price of a bag of cocoa and a bag of cement over five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Aid and Interdependence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Terms of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termes de l'échange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Fair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 équitable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Agreement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Subsidy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Recent Developments in Global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terms of trade. Describe fair trade and its benefits. Explain the role of the WTO and of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terms of trade, fair trade, the WTO and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Terms of Trade; Fair Trade; The WTO and the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price of a bag of cocoa and a bag of cement over five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cooperatives.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debate the EPA.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“Harvesting coffee, Cameroon” by jbdodane, CC BY-NC 2.0, via Flickr (https://www.flickr.com/photos/27998473@N02/11590251453)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2026-09-27T10:08:19Z</dcterms:created>
  <dcterms:modified xsi:type="dcterms:W3CDTF">2026-09-27T10:08:19Z</dcterms:modified>
</cp:coreProperties>
</file>