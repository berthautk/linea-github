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13: Recent Developments in Global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7: Understanding and managing contemporary environmental and development issues.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Current Development Issues, and the sub-topic is Trade and Cooperation. The key notions we shall use today are: terms of trade, fair trade, WTO, Economic Partnership Agreement (EPA), protectionism. At the end, you should be able to do this: learners are able to explain terms of trade, fair trade, the WTO and EPAs.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12: Trade Associations (Trade Blocs). The question was: Find out which goods Cameroon sells to Chad and Gabon.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Cameroon sells Chad and Gabon manufactured and food goods: cement, soap, beer and soft drinks, sugar, vegetable oil, plantains, onions and cattle products.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terms of trade. Number 2: describe fair trade and its benefits. Number 3: explain the role of the WTO and of EPAs.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exports raw materials. Manufactured goods are expensive.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cocoa farmer in Bokito says that each year he needs more bags of cocoa to buy the same motorbike. A fair trade cooperative offers him a better and stable price.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farmer's terms of trade are getting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the cooperative offer?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Fair trade: a better, stable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organisation sets world trade rules?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World Trade Organization (WTO).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buy fair-trade products and join cooperatives to get better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trade can become fairer.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worsening terms of trade (hypothetical).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does the graph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More cocoa is needed to buy one tractor: the terms of trade are worsening.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who earns from a cup of coffee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fair trade needed?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Farmers get only a small share of the final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coffee beans harvested in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benefits of fair trade for farmers.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minimum price and a premium for schools and clinics.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wTO and EPA.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roles of the WTO.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makes trade rules and settles trade disputes.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goods traded with Europe.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advantage and one risk of the EPA for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Advantage: free access to the EU market. Risk: local industries face EU competition.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Terms of Trade. Terms of trade can be explained as follows. On this slide we have Terms of trade.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Terms of Trade. On this slide we have Trend for LEDCs.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worsening terms of trade (hypothetical).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Fair Trade. Fair trade can be explained as follows. On this slide we have Meaning.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Fair Trade. On this slide we have Efforts to ensure it.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who earns from a cup of coffee (approximate).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WTO and the EPAs. Recent developments in global trade include the following. On this slide we have WTO.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WTO and the EPAs. On this slide we have EPAs.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wTO and EPA.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Explain worsening terms of trade for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its export prices fall compared with the prices of its imports.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roles of the WTO.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makes trade rules and settles disputes.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1995; number 2, GATT; number 3,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Compare the price of a bag of cocoa and a bag of cement over five years.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14: Aid and Interdependence.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13: RECENT DEVELOPMENTS IN GLOBAL TRADE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13: Recent Developments in Global Trade</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Recent Developments in Global Trade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7: Understanding and managing contemporary environmental and development issues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Current Development Issues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Trade and Cooperation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13: Recent Developments in Global Trade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Terms of trade, fair trade, WTO, Economic Partnership Agreement (EPA), protectionism.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Terms of trade; fair trade and efforts to ensure it; the World Trade Organization (creation and role); Economic Partnership Agreements.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terms of trade, fair trade, the WTO and EPAs.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12: Trade Associations (Trade Blocs)):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out which goods Cameroon sells to Chad and Gabon.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sells Chad and Gabon manufactured and food goods: cement, soap, beer and soft drinks, sugar, vegetable oil, plantains, onions and cattle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terms of trade.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fair trade and its benefits.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role of the WTO and of EPAs.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exports raw materials.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Manufactured goods are expensive.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cocoa farmer in Bokito says that each year he needs more bags of cocoa to buy the same motorbike. A fair trade cooperative offers him a better and stable price.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farmer's terms of trade are getting worse.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cooperative offer?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Fair trade: a better, stable price.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organisation sets world trade rules?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World Trade Organization (WTO).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Buy fair-trade products and join cooperatives to get better prices.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trade can become fairer.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TERMS OF TRADE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erms_trad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Worsening terms of trade (hypothetical).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TERMS OF TRADE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graph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TERMS OF TRADE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cocoa is needed to buy one tractor: the terms of trade are worsening.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FAIR TRADE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offee_chain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Who earns from a cup of coffee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FAIR TRADE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fair trade needed?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FAIR TRADE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get only a small share of the final price.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FAIR TRADE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coff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Coffee beans harvested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FAIR TRADE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benefits of fair trade for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FAIR TRADE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minimum price and a premium for schools and clinics.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WTO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wto_epa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WTO and EPA.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WTO</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roles of the WTO.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WTO</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makes trade rules and settles trade disputes.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EPAs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contain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Goods traded with Europe.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EPAs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risk of the EPA for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EPAs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 free access to the EU market. Risk: local industries face EU competition.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Current Development Issues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Trade and Cooperation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Recent Developments in Global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Terms of Trade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Terms of trade can be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Terms of trade: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value of a country's exports compared with its imports. They worsen when export prices fall while import prices rise.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Terms of Trade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Trend for LEDCs: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Prices of raw materials rise slowly or fall, while manufactured goods become dearer. LEDCs must export more to buy the same imports.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Terms of Trade</a:t>
            </a:r>
            <a:endParaRPr lang="en-US" sz="3600" dirty="0"/>
          </a:p>
        </p:txBody>
      </p:sp>
      <p:pic>
        <p:nvPicPr>
          <p:cNvPr id="4" name="Image 0" descr="/home/claude/f4/img/v2/terms_trad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worsening terms of trade (hypothetical)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Fair Trade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Fair trade can be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Fair trade is trade that pays producers a fair and stable price. It also pays a premium for community projects.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Fair Trade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Efforts to ensure it: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Fair-trade labels, cooperatives and direct buying from farmers raise their share of the price. Consumers in rich countries pay more for these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Fair Trade</a:t>
            </a:r>
            <a:endParaRPr lang="en-US" sz="3600" dirty="0"/>
          </a:p>
        </p:txBody>
      </p:sp>
      <p:pic>
        <p:nvPicPr>
          <p:cNvPr id="4" name="Image 0" descr="/home/claude/f4/img/v2/coffee_chain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who earns from a cup of coffee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WTO and the EPAs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Recent developments in global trade include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WTO: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was created in 1995 to replace GATT and has about 164 members. It sets rules, reduces tariffs and settles trade disputes.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WTO and the EPAs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EPAs: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Economic Partnership Agreements are free trade deals between the EU and African, Caribbean and Pacific countries. Cameroon signed one in 2009, which opens European markets but exposes local industries to competition.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WTO and the EPAs</a:t>
            </a:r>
            <a:endParaRPr lang="en-US" sz="3600" dirty="0"/>
          </a:p>
        </p:txBody>
      </p:sp>
      <p:pic>
        <p:nvPicPr>
          <p:cNvPr id="4" name="Image 0" descr="/home/claude/f4/img/v2/wto_epa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WTO and EPA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worsening terms of trade for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export prices fall compared with the prices of its imports.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roles of the WTO.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Makes trade rules and settles disputes.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WTO was created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WTO replaced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Trade with a guaranteed price is ______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price of a bag of cocoa and a bag of cement over five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Aid and Interdependence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Terms of trade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termes de l'échange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Fair trade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commerce équitable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prix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Cooperative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coopérative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Agreement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L'accord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Subsidy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subvention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Current Development Issues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13: Recent Developments in Global Trade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terms of trade. Describe fair trade and its benefits. Explain the role of the WTO and of EPAs.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terms of trade, fair trade, the WTO and EPAs.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Terms of Trade; Fair Trade; The WTO and the EPAs.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Compare the price of a bag of cocoa and a bag of cement over five years.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read the line.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read the bars.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cooperatives.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read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debate the EPA.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7 (Environment and Development).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“Harvesting coffee, Cameroon” by jbdodane, CC BY-NC 2.0, via Flickr (https://www.flickr.com/photos/27998473@N02/11590251453)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“Container Ships @ Port of Oakland” by jdnx, CC BY 2.0, via Flickr (https://www.flickr.com/photos/21442511@N08/3464243881)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2026-09-27T09:54:45Z</dcterms:created>
  <dcterms:modified xsi:type="dcterms:W3CDTF">2026-09-27T09:54:45Z</dcterms:modified>
</cp:coreProperties>
</file>