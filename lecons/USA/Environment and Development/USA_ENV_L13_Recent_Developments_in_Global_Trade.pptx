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13: Recent Developments in Global Trade.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cooperatives.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debate the EPA.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1995 2. GATT 3. fair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ENVIRONMENT AND DEVELOPMENT  —  LESSON 13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Developments in Global Trade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7: Understanding and managing contemporary environmental and development issues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Development Issues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and Cooperation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13: Recent Developments in Global Trade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of trade, fair trade, WTO, Economic Partnership Agreement (EPA), protectionism.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of trade; fair trade and efforts to ensure it; the World Trade Organization (creation and role); Economic Partnership Agreements.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terms of trade, fair trade, the WTO and EPAs.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terms of trade.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fair trade and its benefits.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of the WTO and of EPAs.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 exports raw materials.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Manufactured goods are expensive.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cocoa farmer in Bokito says that each year he needs more bags of cocoa to buy the same motorbike. A fair trade cooperative offers him a better and stable price.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farmer's terms of trade are getting worse.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cooperative offer?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Fair trade: a better, stable price.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organisation sets world trade rules?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World Trade Organization (WTO).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trade can become fairer.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TERMS OF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terms_trad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Worsening terms of trade (hypothetical).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TERMS OF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graph show?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TERMS OF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More cocoa is needed to buy one tractor: the terms of trade are worsening.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FAIR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offee_chai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 earns from a cup of coffee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FAIR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fair trade needed?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FAIR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get only a small share of the final price.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FAIR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coff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Coffee beans harvested in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FAIR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benefits of fair trade for farmers.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FAIR TRADE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minimum price and a premium for schools and clinics.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WTO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wto_epa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WTO and EPA.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WTO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roles of the WTO.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WTO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makes trade rules and settles trade disputes.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EPAs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contai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Goods traded with Europe.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EPAs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advantage and one risk of the EPA for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EPAs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Advantage: free access to the EU market. Risk: local industries face EU competition.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Recent Developments in Global Trade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Current Development Issues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Trade and Cooperation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13: Recent Developments in Global Trade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Terms of trade: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value of a country's exports compared with its imports.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Fair trade: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trade that pays producers a fair, stable price.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EPA: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trade agreement between the EU and African, Caribbean and Pacific states.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Terms of Trade and Fair Trade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Terms of trade: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Prices of raw materials rise slowly or fall, while manufactured goods become dearer. LEDCs must export more to buy the same imports.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Fair trade: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Fair trade organisations guarantee a minimum price and a social premium. Cooperatives and labels help farmers.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Terms of Trade and Fair Trade (2/2)</a:t>
            </a:r>
            <a:endParaRPr lang="en-US" sz="3600" dirty="0"/>
          </a:p>
        </p:txBody>
      </p:sp>
      <p:pic>
        <p:nvPicPr>
          <p:cNvPr id="13" name="Image 0" descr="/home/claude/f4/img/v2/terms_trad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Sketch the graph.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WTO and EPAs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WTO: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was created in 1995 to replace GATT and has about 164 members. It sets rules and settles disputes.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Criticism of the WTO: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Rich countries dominate negotiations and keep farm subsidies. Poor countries have little power.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WTO and EPAs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EPAs: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signed an interim EPA with the EU in 2009. It opens markets but may harm local industries and customs income.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worsening terms of trade for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Its export prices fall compared with the prices of its imports.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roles of the WTO.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Makes trade rules and settles disputes.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WTO was created in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WTO replaced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 with a guaranteed price is ______ trade.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the price of a bag of cocoa and a bag of cement over five years.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14: Aid and Interdependence.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of trade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termes de l'échange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Fair trade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commerce équitable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prix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Cooperative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coopérative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L'accord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Subsidy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subvention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Development Issues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13: Recent Developments in Global Trade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terms of trade. Describe fair trade and its benefits. Explain the role of the WTO and of EPAs.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terms of trade, fair trade, the WTO and EPAs.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Terms of trade, Fair trade, EPA; II. Terms of Trade and Fair Trade: Terms of trade, Fair trade; III. WTO and EPAs: WTO, Criticism of the WTO, EPAs.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the price of a bag of cocoa and a bag of cement over five years.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7 (Environment and Development).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“Harvesting coffee, Cameroon” by jbdodane, CC BY-NC 2.0, via Flickr (https://www.flickr.com/photos/27998473@N02/11590251453)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“Container Ships @ Port of Oakland” by jdnx, CC BY 2.0, via Flickr (https://www.flickr.com/photos/21442511@N08/3464243881)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2026-09-27T00:07:08Z</dcterms:created>
  <dcterms:modified xsi:type="dcterms:W3CDTF">2026-09-27T00:07:08Z</dcterms:modified>
</cp:coreProperties>
</file>