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 Climatic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7: Understanding and managing contemporary environmental and development issues.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Contemporary Environmental Issues, and the sub-topic is Climate Change. The key notions we shall use today are: climate change, greenhouse gases, ice core, El Niño, Milankovitch cycles. At the end, you should be able to do this: learners are able to explain the evidence and causes of climate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 Soil Erosion. The question was: Observe a slope near your home and suggest two ways to protect its soil.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plant grass or trees on the slope; build stone lines or terraces across it; plough along the contours; mulch the bare soil.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climatic change. Number 2: describe the evidence of climate change. Number 3: explain its natural and human causes.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Climate is the average weather over a long time. Burning fuels releases carbon dioxide.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Old farmers in the North say the rains now start later and stop earlier than when they were young. Scientists also show that glaciers are melting on mountains around the world.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climate is changing.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Give one piece of evidence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Melting glaciers (or changing rains).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Is climate change natural or human?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Both, but today it is mainly caused by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reduce greenhouse gas emissions in daily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changes in our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cO₂ and world temperature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happened to CO₂ and temperature since 1960?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Both rose steadily: CO₂ from about 317 to 414 ppm and temperature by about 1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evidence of climate change.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three pieces of evidence of climate change.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Weather records, melting glaciers and rising sea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melting ice.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does melting ice show climate change?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Ice melts because the air and sea are warmer.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natural and human causes.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natural causes of climate change.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Changes in the Earth's orbit and volcanic eruptions (also the sun and El Niño).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coal power station.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 power stations change the climate?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Burning coal releases CO₂, a greenhouse gas that traps heat.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Climatic Change. Climatic change can be defined as follows. On this slide we have Climatic change.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Climatic Change. On this slide we have Greenhouse gases.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cO₂ and world temperature (approximate).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Evidence of Climatic Change. Climatic change is shown by the following evidence. On this slide we have Instrumental records.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Evidence of Climatic Change. On this slide we have Ice and sea evidence.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Evidence of Climatic Change. On this slide we have Biological and historical evidence.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evidence of climate change.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Causes of Climatic Change. Climatic change has natural and human causes. On this slide we have Natural causes.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of Climatic Change. On this slide we have Human causes.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natural and human causes.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pieces of evidence of climate change.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rising temperatures and melting glaciers.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natural and two human causes.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natural: volcanoes, orbit changes. Human: burning fuels, deforestation.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greenhouse; number 2, cores; number 3, number 1,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two elders how the seasons have changed and write their answers.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5: Global Warming.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4: CLIMATIC CHANGE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Climatic Change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7: Understanding and managing contemporary environmental and development issues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Contemporary Environmental Issues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Climate Change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 Climatic Change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Climate change, greenhouse gases, ice core, El Niño, Milankovitch cycles.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evidence; natural and human causes.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evidence and causes of climate change.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 Soil Erosion):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a slope near your home and suggest two ways to protect its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plant grass or trees on the slope; build stone lines or terraces across it; plough along the contours; mulch the bare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climatic change.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evidence of climate change.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its natural and human causes.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Climate is the average weather over a long time.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Burning fuels releases carbon dioxide.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Old farmers in the North say the rains now start later and stop earlier than when they were young. Scientists also show that glaciers are melting on mountains around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climate is changing.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piece of evidence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Melting glaciers (or changing rains).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climate change natural or human?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Both, but today it is mainly caused by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Reduce greenhouse gas emissions in daily life.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changes in our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CLIMATIC CHANGE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o2_temp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CO₂ and world temperature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CLIMATIC CHANGE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happened to CO₂ and temperature since 1960?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CLIMATIC CHANGE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Both rose steadily: CO₂ from about 317 to 414 ppm and temperature by about 1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EVIDENCE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limate_evidenc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Evidence of climate change.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EVIDENCE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pieces of evidence of climate change.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EVIDENCE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 records, melting glaciers and rising sea level.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EVIDENCE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glacier.jpg">    </p:cNvPr>
          <p:cNvPicPr>
            <a:picLocks noChangeAspect="1"/>
          </p:cNvPicPr>
          <p:nvPr/>
        </p:nvPicPr>
        <p:blipFill>
          <a:blip r:embed="rId1"/>
          <a:stretch>
            <a:fillRect/>
          </a:stretch>
        </p:blipFill>
        <p:spPr>
          <a:xfrm>
            <a:off x="2248777" y="1783080"/>
            <a:ext cx="76941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Melting ice.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EVIDENCE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melting ice show climate change?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EVIDENCE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Ice melts because the air and sea are warmer.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NATURAL CAUSES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climate_caus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Natural and human causes.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NATURAL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natural causes of climate change.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NATURAL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Changes in the Earth's orbit and volcanic eruptions (also the sun and El Niño).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HUMAN CAUSES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powerplan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coal power station.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HUMAN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power stations change the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HUMAN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Burning coal releases CO₂, a greenhouse gas that traps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Contemporary Environmental Issues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Climate Change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Climatic Change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Climatic Change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Climatic change can be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Climatic change: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long-term change in the average climate of a place or of the world. It concerns temperature, rainfall and winds over decades or more.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Climatic Change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Greenhouse gases: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gases such as carbon dioxide, methane and water vapour that trap heat in the atmosphere. Their amount has risen sharply since 1850.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Climatic Change</a:t>
            </a:r>
            <a:endParaRPr lang="en-US" sz="3600" dirty="0"/>
          </a:p>
        </p:txBody>
      </p:sp>
      <p:pic>
        <p:nvPicPr>
          <p:cNvPr id="4" name="Image 0" descr="/home/claude/f4/img/v2/co2_temp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CO₂ and world temperature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Evidence of Climatic Change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Climatic change is shown by the following evidence: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Instrumental records: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Thermometer records show about 1.1 °C of warming since 1850. Rainfall patterns and the length of seasons are changing.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Evidence of Climatic Change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Ice and sea evidence: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Glaciers and polar ice are melting and the sea level is rising. Ice cores show past levels of carbon dioxide and temperature.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Evidence of Climatic Change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Biological and historical evidence: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 rings, pollen and fossils show past climates. Old writings and paintings record past droughts, floods and cold periods.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Evidence of Climatic Change</a:t>
            </a:r>
            <a:endParaRPr lang="en-US" sz="3600" dirty="0"/>
          </a:p>
        </p:txBody>
      </p:sp>
      <p:pic>
        <p:nvPicPr>
          <p:cNvPr id="4" name="Image 0" descr="/home/claude/f4/img/v2/climate_evidenc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evidence of climate change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Causes of Climatic Change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Climatic change has natural and human causes: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Natural causes: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Changes in the Earth's orbit (Milankovitch cycles) and in solar energy change climate over long periods. Volcanic dust and El Niño change it over shorter periods.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Causes of Climatic Change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causes: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Burning coal, oil and gas and cutting forests release carbon dioxide. Farming releases methane, which adds to the greenhouse effect.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Causes of Climatic Change</a:t>
            </a:r>
            <a:endParaRPr lang="en-US" sz="3600" dirty="0"/>
          </a:p>
        </p:txBody>
      </p:sp>
      <p:pic>
        <p:nvPicPr>
          <p:cNvPr id="4" name="Image 0" descr="/home/claude/f4/img/v2/climate_caus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natural and human causes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pieces of evidence of climate change.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Rising temperatures and melting glaciers.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natural and two human causes.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Natural: volcanoes, orbit changes. Human: burning fuels, deforestation.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CO₂ and methane are ______ gases.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Ice ______ show past climates.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Warming since 1850 is about ______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two elders how the seasons have changed and write their answers.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Global Warming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Climate change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changement climatique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Evidence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preuve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Glacier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glacier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Greenhouse gas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gaz à effet de serre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Volcano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volcan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Sea level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niveau de la mer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Contemporary Environmental Issues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 Climatic Change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climatic change. Describe the evidence of climate change. Explain its natural and human causes.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evidence and causes of climate change.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Climatic Change; Evidence of Climatic Change; Causes of Climatic Change.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two elders how the seasons have changed and write their answers.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read the graph.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evidence.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melting ice.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read the left column.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fuels we burn.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7 (Environment and Development).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“Glaciers and Sea Level Rise” by NASA Goddard Photo and Video, CC BY 2.0, via nasa (https://www.flickr.com/photos/24662369@N07/8742463970)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“Loy Yang coal power station” by John Englart (Takver), CC BY-SA 2.0, via Flickr (https://www.flickr.com/photos/81043308@N00/18269071871)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2026-09-29T12:19:02Z</dcterms:created>
  <dcterms:modified xsi:type="dcterms:W3CDTF">2026-09-29T12:19:02Z</dcterms:modified>
</cp:coreProperties>
</file>