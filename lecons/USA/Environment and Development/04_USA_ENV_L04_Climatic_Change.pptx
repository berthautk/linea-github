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Climatic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climate change, greenhouse gases, ice core, El Niño, Milankovitch cycles. At the end, you should be able to do this: learners are able to explain the evidence and causes of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Observe a slope near your home and suggest two ways to protect its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grass or trees on the slope; build stone lines or terraces across it; plough along the contours; mulch the bare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climatic change. Number 2: describe the evidence of climate change. Number 3: explain its natural and human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over a long time. Burning fuels releases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Old farmers in the North say the rains now start later and stop earlier than when they were young. Scientists also show that glaciers are melting on mountains around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piece of evidence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Melting glaciers (or changing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climate change natural or human?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Both, but today it is mainly caused by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greenhouse gas emissions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changes in our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cO₂ and world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happened to CO₂ and temperature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Both rose steadily: CO₂ from about 317 to 414 ppm and temperature by about 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evidence of climate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pieces of evidence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 records, melting glaciers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melting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melting ice show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Ice melts because the air and sea are warmer.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natural causes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Changes in the Earth's orbit and volcanic eruptions (also the sun and El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power stations change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Burning coal releases CO₂, a greenhouse gas that traps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Climatic Change. Climatic change can be defined as follows. On this slide we have Climatic change.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Climatic Change.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cO₂ and world temperature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Climatic Change. Climatic change is shown by the following evidence. On this slide we have Instrumental records.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Ice and sea evidence.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Biological and historical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evidence of climate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Climatic Change. Climatic change has natural and human causes. On this slide we have Natural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Climatic Change. On this slide we have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and human causes.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evidence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temperatures and melting glaciers.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natural and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volcanoes, orbit changes. Human: burning fuels,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cores; number 3, number 1,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elders how the seasons have changed and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CLIMATIC CHANGE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Climatic Change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Climatic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 greenhouse gases, ice core, El Niño, Milankovitch cycles.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evidence; natural and human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grass or trees on the slope; build stone lines or terraces across it; plough along the contours; mulch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climatic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evidence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natural and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over a long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releases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farmers in the North say the rains now start later and stop earlier than when they were young. Scientists also show that glaciers are melting on mountains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piece of evidence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glaciers (or changing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climate change natural or human?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but today it is mainly caused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greenhouse gas emissions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changes in our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CO₂ and temperature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rose steadily: CO₂ from about 317 to 414 ppm and temperature by about 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records, melting glaciers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lacier.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Melting 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melting ice show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because the air and sea are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and volcanic eruptions (also the sun and El Niño).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power stations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releases CO₂, a greenhouse gas that traps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 It concerns temperature, rainfall and winds over decades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water vapour that trap heat in the atmosphere. Their amount has risen sharply since 1850.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is shown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Instrumental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Thermometer records show about 1.1 °C of warming since 1850. Rainfall patterns and the length of seasons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and sea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Glaciers and polar ice are melting and the sea level is rising. Ice cores show past levels of carbon dioxide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and historical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rings, pollen and fossils show past climates. Old writings and paintings record past droughts, floods and cold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has natural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(Milankovitch cycles) and in solar energy change climate over long periods. Volcanic dust and El Niño change it over shorter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and gas and cutting forests release carbon dioxide. Farming releases methane, which adds to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temperatures and melting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volcanoes, orbit changes. Human: burning fuels,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CO₂ and methane are ______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 ______ show past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Warming since 1850 is about ______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climatic change. Describe the evidence of climate change. Explain its natural and human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Climatic Change; Evidence of Climatic Change; Causes of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elders how the seasons have changed and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melting ice.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left column.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fuels we burn.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2026-09-29T03:13:15Z</dcterms:created>
  <dcterms:modified xsi:type="dcterms:W3CDTF">2026-09-29T03:13:15Z</dcterms:modified>
</cp:coreProperties>
</file>