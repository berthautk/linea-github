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Lst>
  <p:notesMasterIdLst>
    <p:notesMasterId r:id="rId5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notesMaster" Target="notesMasters/notesMaster1.xml"/><Relationship Id="rId58" Type="http://schemas.openxmlformats.org/officeDocument/2006/relationships/presProps" Target="presProps.xml"/><Relationship Id="rId59" Type="http://schemas.openxmlformats.org/officeDocument/2006/relationships/viewProps" Target="viewProps.xml"/><Relationship Id="rId60" Type="http://schemas.openxmlformats.org/officeDocument/2006/relationships/theme" Target="theme/theme1.xml"/><Relationship Id="rId6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8: Strategies of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7: Understanding and managing contemporary environmental and development issues.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Current Development Issues, and the sub-topic is Global Strategies to Redress Underdevelopment. The key notions we shall use today are: millennium Development Goals, Sustainable Development Goals, epidemiological transition, gender, empowerment. At the end, you should be able to do this: learners are able to explain global development strategies and the role of health and women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7: Notion of Development. The question was: Compare Cameroon with one African country using three development indicators.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Cameroon vs Gabon — GNI per person about 1,600 US$ vs about 8,000 US$; life expectancy about 61 vs 67 years; HDI about 0.59 vs 0.69. Gabon is more developed thanks to oil and a small population.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MDGs and the SDGs. Number 2: explain the epidemiological transition. Number 3: explain the role of women in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Development means a better life. Health and education are measures of development.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a village near Garoua, a new health centre has reduced malaria deaths, and a women's group sells groundnuts to pay school fees. These actions help the country reach the Sustainable Development Goals.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How to improve health and incomes to develop.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world goals are mentioned?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Sustainable Development Goals (SDGs).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role do women play?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earn money and pay for their children's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health care and the education of girls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world strategies to fight underdevelopment.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mDGs and SDGs compared.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differences between the MDGs and the SDGs.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MDGs had 8 goals for poor countries; SDGs have 17 goals for all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patients at a health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Why is health important for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Healthy people can work, learn and produce 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epidemiological transition.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causes of death as countries develop?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Infectious diseases fall and degenerative diseases like heart disease rise.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women working on crops.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roles of women in development.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produce most food and care for family health and education.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roles and obstacles.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obstacles faced by women.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Less access to land and credit (also schooling).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MDGs and the SDGs. The global development goals are the following. On this slide we have MDGs.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MDGs and the SDGs. On this slide we have SDGs.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mDGs and SDGs compared.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Health and Development. Health and development are linked as follows. On this slide we have Health and development.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Health and Development. On this slide we have Epidemiological transition.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epidemiological transition.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Women in Development. Women play roles and face obstacles in development. On this slide we have Roles.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Women in Development. On this slide we have Obstacles.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Women in Development. On this slide we have Empowerment.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roles of women and obstacles.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MDGs and two new areas of the SDGs.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mDGs: end hunger, schooling. SDGs: climate, peace.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the epidemiological transition.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deaths shift from infectious to degenerative diseases with development.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17; number 2, 2015; number 3, microcredit.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Choose one SDG and describe what your community does to achieve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9: New Industrial Strategy for Development.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8: STRATEGIES OF DEVELOPMENT</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8: Strategies of Development</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Strategies of Development</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7: Understanding and managing contemporary environmental and development issues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Current Development Issues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Global Strategies to Redress Underdevelopment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8: Strategies of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Millennium Development Goals, Sustainable Development Goals, epidemiological transition, gender, empowerment.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MDGs; health and development and the epidemiological (health) transition; the role of women in development; the SDGs.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global development strategies and the role of health and women in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7: Notion of Development):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Compare Cameroon with one African country using three development indicators.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Cameroon vs Gabon — GNI per person about 1,600 US$ vs about 8,000 US$; life expectancy about 61 vs 67 years; HDI about 0.59 vs 0.69. Gabon is more developed thanks to oil and a small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MDGs and the SDGs.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epidemiological transition.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role of women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Development means a better life.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Health and education are measures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a village near Garoua, a new health centre has reduced malaria deaths, and a women's group sells groundnuts to pay school fees. These actions help the country reach the Sustainable Development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to improve health and incomes to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world goals are mentioned?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Sustainable Development Goals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role do women play?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earn money and pay for their children's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health care and the education of girls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world strategies to fight underdevelopment.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MDGs and SDGs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differences between the MDGs and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MDGs AND SDGs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MDGs had 8 goals for poor countries; SDGs have 17 goals for all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in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Patients at a health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health important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HEALTH AND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Healthy people can work, learn and produce more.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pi_transi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epidemiological transition.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causes of death as countries develop?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HEALTH TRANSITION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Infectious diseases fall and degenerative diseases like heart disease rise.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women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Women working on crops.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roles of women in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WOMEN IN DEVELOPMENT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produce most food and care for family health and education.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women_d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Roles and obstacles.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obstacles faced by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OBSTACLES FACING WOMEN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access to land and credit (also schooling).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Current Development Issues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Global Strategies to Redress Underdevelopment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Strategies of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global development goals are the following: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were 8 goals set by the UN for 2000–2015 to reduce poverty, hunger, disease and illiteracy. Extreme poverty was halved, but Africa did not meet most goals.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SDGs: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17 goals set by the UN for 2015–2030 for all countries. They add climate, cities, peace and sustainable production to the fight against poverty.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MDGs and the SDGs</a:t>
            </a:r>
            <a:endParaRPr lang="en-US" sz="3600" dirty="0"/>
          </a:p>
        </p:txBody>
      </p:sp>
      <p:pic>
        <p:nvPicPr>
          <p:cNvPr id="4" name="Image 0" descr="/home/claude/f4/img/v2/mdg_sdg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MDGs and SDGs compared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Health and development are linked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Health and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Healthy people work, learn and earn more. Development in turn gives money for clinics, clean water and good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Epidemiological transition: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 countries develop, infectious diseases like malaria and cholera decline. Chronic diseases like heart disease, cancer and diabetes become the main causes of death.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Health and Development</a:t>
            </a:r>
            <a:endParaRPr lang="en-US" sz="3600" dirty="0"/>
          </a:p>
        </p:txBody>
      </p:sp>
      <p:pic>
        <p:nvPicPr>
          <p:cNvPr id="4" name="Image 0" descr="/home/claude/f4/img/v2/epi_transition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epidemiological transition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Women play roles and face obstacles in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produce much of the food in Africa, trade and care for health and education. Educated mothers have healthier children and smaller families.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Obstacles: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women lack land, credit and education, and suffer early marriage. Heavy domestic work and some traditions limit their participation.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Empowerment: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Girls' education, access to credit and equal rights improve women's status. Women's groups and quotas in politics give them a voice.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Women in Development</a:t>
            </a:r>
            <a:endParaRPr lang="en-US" sz="3600" dirty="0"/>
          </a:p>
        </p:txBody>
      </p:sp>
      <p:pic>
        <p:nvPicPr>
          <p:cNvPr id="4" name="Image 0" descr="/home/claude/f4/img/v2/women_dev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roles of women and obstacles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MDGs and two new areas of the SDGs.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MDGs: end hunger, schooling. SDGs: climate,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the epidemiological transition.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Deaths shift from infectious to degenerative diseases with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SDGs have ______ goals.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MDGs ended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Loans for small businesses are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one SDG and describe what your community does to achieve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9: New Industrial Strategy for Development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Goal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L'objectif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Health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santé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maladie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Women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femmes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Empowerment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L'autonomisation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Poverty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pauvreté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Current Development Issues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8: Strategies of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MDGs and the SDGs. Explain the epidemiological transition. Explain the role of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global development strategies and the role of health and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MDGs and the SDGs; Health and Development; Women in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Choose one SDG and describe what your community does to achieve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table.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 local health centres.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read the curves.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women's work.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suggest solutions.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7 (Environment and Development).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“Waiting at the dispensary” by World Bank Photo Collection, CC BY-NC-ND 2.0, via Flickr (https://www.flickr.com/photos/10816734@N03/7556643920)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“Women doing work on crops” by World Bank Photo Collection, CC BY-NC-ND 2.0, via Flickr (https://www.flickr.com/photos/10816734@N03/2073350635)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55</Slides>
  <Notes>55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55</vt:i4>
      </vt:variant>
    </vt:vector>
  </HeadingPairs>
  <TitlesOfParts>
    <vt:vector size="5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2026-09-27T09:54:44Z</dcterms:created>
  <dcterms:modified xsi:type="dcterms:W3CDTF">2026-09-27T09:54:44Z</dcterms:modified>
</cp:coreProperties>
</file>