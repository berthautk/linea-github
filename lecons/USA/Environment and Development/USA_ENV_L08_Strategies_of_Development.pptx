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Strategies of Development.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local health centres.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read the curves.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women's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suggest solutions.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17 2. 2015 3. microcredit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ENVIRONMENT AND DEVELOPMENT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of Development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7: Understanding and managing contemporary environmental and development issues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Global Strategies to Redress Underdevelopment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Strategies of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Millennium Development Goals, Sustainable Development Goals, epidemiological transition, gender, empowerment.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MDGs; health and development and the epidemiological (health) transition; the role of women in development; the SDGs.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global development strategies and the role of health and women in development.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MDGs and the SDGs.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epidemiological transition.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role of women in development.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means a better life.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and education are measures of development.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a village near Garoua, a new health centre has reduced malaria deaths, and a women's group sells groundnuts to pay school fees. These actions help the country reach the Sustainable Development Goals.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to improve health and incomes to develop.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world goals are mentioned?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Sustainable Development Goals (SDGs).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role do women play?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earn money and pay for their children's education.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world strategies to fight underdevelopment.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MDGs AND SDGs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dg_sdg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MDGs and SDGs compared.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MDGs AND SDGs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differences between the MDGs and the SDGs.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MDGs AND SDGs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MDGs had 8 goals for poor countries; SDGs have 17 goals for all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HEALTH AND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usa_clin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Patients at a health centre.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HEALTH AND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health important for development?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HEALTH AND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Healthy people can work, learn and produce more.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HEALTH TRANSITION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epi_transi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epidemiological transition.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HEALTH TRANSITION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causes of death as countries develop?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HEALTH TRANSITION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Infectious diseases fall and degenerative diseases like heart disease rise.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WOMEN IN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womenfa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Women working on crops.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WOMEN IN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roles of women in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WOMEN IN DEVELOPMENT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produce most food and care for family health and education.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OBSTACLES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women_dev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Roles and obstacles.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OBSTACLES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obstacles faced by women.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OBSTACLES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 access to land and credit (also schooling).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Strategies of Development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Current Development Issues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Global Strategies to Redress Underdevelopment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Strategies of Development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MDGs: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8 goals set by the UN for 2000–2015 to reduce poverty.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SDGs: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17 goals set by the UN for 2015–2030 for all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Epidemiological transition: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change from infectious to degenerative diseases as countries develop.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Global Goals and Health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MDGs: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aimed to end hunger, send all children to school and improve health. Extreme poverty was halved by 2015.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SDGs: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add climate, cities, equality, peace and partnership. They apply to rich and poor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Global Goals and Health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Health transition: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Vaccines, clean water and medicine reduce infectious diseases. Longer lives bring more heart disease and cancer.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Global Goals and Health (3/3)</a:t>
            </a:r>
            <a:endParaRPr lang="en-US" sz="3600" dirty="0"/>
          </a:p>
        </p:txBody>
      </p:sp>
      <p:pic>
        <p:nvPicPr>
          <p:cNvPr id="13" name="Image 0" descr="/home/claude/f4/img/v2/epi_transi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585" y="1691640"/>
            <a:ext cx="10345783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two curves.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Women in Development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Roles: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Women produce much food, trade and care for health and education. Educated mothers have healthier children.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Obstacles and solutions: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Women have less land, credit and schooling. Girls' education, microcredit and equal laws empower them.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MDGs and two new areas of the SDGs.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MDGs: end hunger, schooling. SDGs: climate, peace.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epidemiological transition.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Deaths shift from infectious to degenerative diseases with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SDGs have ______ goals.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MDGs ended in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Loans for small businesses are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one SDG and describe what your community does to achieve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New Industrial Strategy for Development.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L'objectif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santé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maladie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Women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femmes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Empowerment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L'autonomisation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Poverty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pauvreté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Development Issues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Strategies of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Describe the MDGs and the SDGs. Explain the epidemiological transition. Explain the role of women in development.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explain global development strategies and the role of health and women in development.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MDGs, SDGs, Epidemiological transition; II. Global Goals and Health: MDGs, SDGs, Health transition; III. Women in Development: Roles, Obstacles and solutions.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Choose one SDG and describe what your community does to achieve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7 (Environment and Development).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“Waiting at the dispensary” by World Bank Photo Collection, CC BY-NC-ND 2.0, via Flickr (https://www.flickr.com/photos/10816734@N03/7556643920)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“Women doing work on crops” by World Bank Photo Collection, CC BY-NC-ND 2.0, via Flickr (https://www.flickr.com/photos/10816734@N03/2073350635)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2026-09-26T20:44:33Z</dcterms:created>
  <dcterms:modified xsi:type="dcterms:W3CDTF">2026-09-26T20:44:33Z</dcterms:modified>
</cp:coreProperties>
</file>