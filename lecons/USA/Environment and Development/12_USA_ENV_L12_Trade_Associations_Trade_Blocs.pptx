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Trade Associations (Trade Blocs).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Trade and Cooperation. The key notions we shall use today are: trade bloc, free trade area, customs union, common market, economic union, CEMAC, ECOWAS, AfCFTA. At the end, you should be able to do this: learners are able to classify trade blocs and explain the role of CEMAC and ECOWAS.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International Trade. The question was: Find the main trading partners of Cameroon and draw a flow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Main partners: China, France, the Netherlands, Italy, Nigeria, India and Chad. On the map, draw arrows from Cameroon to each partner, with widths proportional to the value of trade.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trade bloc and its categories. Number 2: give examples from different continents. Number 3: describe CEMAC and ECOWAS.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uses the CFA franc. Goods cross borders to Chad and Gabon.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trader from Kousseri takes goods to N'Djamena in Chad without paying high taxes, because both countries belong to CEMAC. But at the Nigerian border, rules are different.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Trade rules differ between blocs.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bloc do Cameroon and Chad belong to?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CEMAC.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bloc does Nigeria belong to?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ECOWAS.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trade and cooperation between African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countries cooperate to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categories of trade blocs.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a free trade area and a customs union.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Free trade area: no taxes between members. Customs union: also a common tax on outside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goods traded between countries.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trade bloc from Europe, America and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European Union, USMCA (formerly NAFTA) and AfCFTA.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cEMAC and ECOWAS.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six members of CEMAC.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Cameroon, Chad, CAR, Congo, Gabon and Equatorial Guinea.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objectives of CEMAC.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Free movement of goods and people, and a common currency and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exports of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trade inside CEMAC small?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Members produce similar raw materials and roads are poor.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Categories of Trade Blocs. Trade blocs can be defined and classified as follows. On this slide we have Trade bloc.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Categories of Trade Blocs. On this slide we have Free trade area and customs union.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Categories of Trade Blocs. On this slide we have Common market and economic union.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categories of trade blocs.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Trade Blocs. Trade blocs exist on all continents. On this slide we have Europe and America.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Trade Blocs. On this slide we have Africa and Asia.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CEMAC and ECOWAS. The two blocs near Cameroon are described as follows. On this slide we have CEMAC.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CEMAC and ECOWAS. On this slide we have ECOWAS.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CEMAC and ECOWAS. On this slide we have Internal and external trade.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cEMAC and ECOWAS.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four categories of trade blocs.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free trade area, customs union, common market, economic union.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Compare CEMAC and ECOWAS (date, members).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cEMAC: 1994, 6 members. ECOWAS: 1975, 15 members.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1994; number 2, 1975; number 3, AfCFTA.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out which goods Cameroon sells to Chad and Gabon.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Recent Developments in Global Trade.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TRADE ASSOCIATIONS (TRADE BLOCS)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Trade Associations (Trade Blocs)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and Cooperation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Trade Associations (Trade Blocs)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bloc, free trade area, customs union, common market, economic union, CEMAC, ECOWAS, AfCFTA.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categories; examples from various continents and purposes; CEMAC and ECOWAS (creation, membership, objectives, internal and external trade).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trade blocs and explain the role of CEMAC and ECOWAS.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International Trade):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main trading partners of Cameroon and draw a flow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 partners: China, France, the Netherlands, Italy, Nigeria, India and Chad. On the map, draw arrows from Cameroon to each partner, with widths proportional to the value of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trade bloc and its categories.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from different continents.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CEMAC and ECOWAS.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uses the CFA franc.</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Goods cross borders to Chad and Gabon.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trader from Kousseri takes goods to N'Djamena in Chad without paying high taxes, because both countries belong to CEMAC. But at the Nigerian border, rules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rules differ between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bloc do Cameroon and Chad belong 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CEMAC.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bloc does Nigeria belong 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ECOWAS.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trade and cooperation between African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countries cooperate to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CATEGORIES OF TRADE BLOCS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locs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Categories of trade blocs.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CATEGORIES OF TRADE BLOCS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free trade area and a customs union.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CATEGORIES OF TRADE BLOCS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Free trade area: no taxes between members. Customs union: also a common tax on outside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Goods traded between countries.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trade bloc from Europe, America and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European Union, USMCA (formerly NAFTA) and AfCFTA.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CEMAC AND ECOWAS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locs_africa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CEMAC and ECOWAS.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CEMAC AND ECOWAS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six members of CEMAC.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CEMAC AND ECOWAS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Chad, CAR, Congo, Gabon and Equatorial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OBJECTIVES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objectives of CEMAC.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Free movement of goods and people, and a common currency and policies.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TRADE WITHIN CEMAC</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Exports of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TRADE WITHIN CEMAC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trade inside CEMAC small?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TRADE WITHIN CEMAC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Members produce similar raw materials and roads are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Trade and Cooperation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Trade Associations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of Trade Blocs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Trade blocs can be defined and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bloc: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group of countries that reduce trade barriers between them. It increases trade and gives members more power in world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of Trade Blocs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Free trade area and customs union: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free trade area members remove tariffs between them. A customs union also sets a common external tariff.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of Trade Blocs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Common market and economic union: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common market adds the free movement of people and capital. An economic union also shares economic policies and sometimes a currency.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of Trade Blocs</a:t>
            </a:r>
            <a:endParaRPr lang="en-US" sz="3600" dirty="0"/>
          </a:p>
        </p:txBody>
      </p:sp>
      <p:pic>
        <p:nvPicPr>
          <p:cNvPr id="4" name="Image 0" descr="/home/claude/f4/img/v2/blocs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categories of trade blocs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Trade Blocs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Trade blocs exist on all continents: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Europe and America: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European Union is the most integrated bloc, with the euro. The USMCA (formerly NAFTA) and MERCOSUR group American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Trade Blocs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Africa and Asia: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CEMAC, ECOWAS, SADC and the AfCFTA promote African trade. ASEAN groups the countries of South-East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CEMAC and ECOWAS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two blocs near Cameroon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CEMAC: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created in 1994 by Cameroon, Gabon, Congo, Chad, the CAR and Equatorial Guinea, and it uses the CFA franc. It aims at free movement of goods and people and a common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CEMAC and ECOWAS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ECOWAS: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created in 1975 and groups West African states, such as Nigeria and Ghana. It aims at a common market and free movement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CEMAC and ECOWAS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Internal and external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inside CEMAC is small because members produce similar raw materials and roads are poor. Most of their trade is with Europe and China.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CEMAC and ECOWAS</a:t>
            </a:r>
            <a:endParaRPr lang="en-US" sz="3600" dirty="0"/>
          </a:p>
        </p:txBody>
      </p:sp>
      <p:pic>
        <p:nvPicPr>
          <p:cNvPr id="4" name="Image 0" descr="/home/claude/f4/img/v2/blocs_africa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CEMAC and ECOWAS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four categories of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Free trade area, customs union, common market, economic union.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CEMAC and ECOWAS (date, members).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CEMAC: 1994, 6 members. ECOWAS: 1975, 15 members.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CEMAC was created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ECOWAS was created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African free trade area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out which goods Cameroon sells to Chad and Gabon.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Recent Developments in Global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bloc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bloc commercial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Customs union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L'union douanière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frontière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Member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membre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Currency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monnaie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Free movement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libre circulation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Trade Associations (Trade Blocs)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trade bloc and its categories. Give examples from different continents. Describe CEMAC and ECOWAS.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trade blocs and explain the role of CEMAC and ECOWAS.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Categories of Trade Blocs; Examples of Trade Blocs; CEMAC and ECOWAS.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out which goods Cameroon sells to Chad and Gabon.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blocs.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CEMAC.</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problem.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2026-09-27T10:31:54Z</dcterms:created>
  <dcterms:modified xsi:type="dcterms:W3CDTF">2026-09-27T10:31:54Z</dcterms:modified>
</cp:coreProperties>
</file>