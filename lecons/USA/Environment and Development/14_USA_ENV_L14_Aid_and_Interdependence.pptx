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Aid and Interdependence.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Trade and Cooperation. The key notions we shall use today are: aid, bilateral aid, multilateral aid, NGO, tied aid, interdependence. At the end, you should be able to do this: learners are able to classify aid and evaluate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Recent Developments in Global Trade. The question was: Compare the price of a bag of cocoa and a bag of cement over five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cocoa may rise from about 1,000 to 1,500 F/kg and fall again, while a bag of cement rises steadily from about 4,500 to 5,500 F. The farmer must sell more cocoa to buy the same cement: the terms of trade worsen.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aid and classify its types. Number 2: identify donors and recipients. Number 3: evaluate arguments for and against 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Some schools and wells were built with foreign help. Countries depend on each other.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village in the Far North receives a water pump from an NGO and food aid after a drought. But some people say aid makes the country dependent and does not reach the poor.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Aid helps but is also criticised.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types of aid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water pump (development aid) and food aid (emergency 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criticism.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creates 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aid projects well and aim for self-reliance.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judge the role of aid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village water pump.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foreign aid?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Help in money, goods or skills given by one country or organisation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aid.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bilateral and multilateral aid.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Bilateral: government to government. Multilateral: through the World Bank, IMF or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food aid being unloaded.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When is emergency aid given?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After disasters like droughts, floods or wars.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rich and poor countries (approximate HDI).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donors and two recipient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Donors: USA, EU countries (also Japan, China). Recipients: Sub-Saharan Africa, South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arguments for and against aid.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arguments for and two against aid.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saves lives, builds schools. Against: dependence, corruption.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Foreign Aid. Foreign aid can be defined as follows. On this slide we have Aid.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Foreign Aid. On this slide we have Interdependence.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Aid. Aid is of the following types. On this slide we have Official aid.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Aid. On this slide we have Voluntary aid.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Aid. On this slide we have Direct and indirect aid.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aid.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Donors and Recipients. Aid flows from donors to recipients as follows. On this slide we have Donors.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Donors and Recipients. On this slide we have Recipients.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Appraisal of Aid. Aid has arguments for and against. On this slide we have Arguments for aid.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Appraisal of Aid. On this slide we have Arguments against aid.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arguments for and against aid.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types of aid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bilateral (France to Cameroon), multilateral (World Bank), voluntary (Red Cross).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advantages and two disadvantages of aid.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advantages: saves lives, builds services. Disadvantages: dependence, corruption.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bilateral; number 2, NGOs; number 3, tied.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an aid project in your region and write who funds it and what it does.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Contrast in Development within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AID AND INTERDEPENDENCE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Aid and Interdependence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and Cooperation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Aid and Interdependence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Aid, bilateral aid, multilateral aid, NGO, tied aid, interdependence.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foreign aid; types (official, voluntary, direct, indirect); donors and recipients; appraisal (arguments for and against).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aid and evaluate its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Recent Developments in Global Trade):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price of a bag of cocoa and a bag of cement over five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cocoa may rise from about 1,000 to 1,500 F/kg and fall again, while a bag of cement rises steadily from about 4,500 to 5,500 F. The farmer must sell more cocoa to buy the same cement: the terms of trade worsen.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aid and classify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donors and recipients.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arguments for and against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schools and wells were built with foreign help.</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Countries depend on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village in the Far North receives a water pump from an NGO and food aid after a drought. But some people say aid makes the country dependent and does not reach the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Aid helps but is also criticised.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types of aid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water pump (development aid) and food aid (emergency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criticism.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creates 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aid projects well and aim for self-reliance.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judge the role of aid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AID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pump.jpg">    </p:cNvPr>
          <p:cNvPicPr>
            <a:picLocks noChangeAspect="1"/>
          </p:cNvPicPr>
          <p:nvPr/>
        </p:nvPicPr>
        <p:blipFill>
          <a:blip r:embed="rId1"/>
          <a:stretch>
            <a:fillRect/>
          </a:stretch>
        </p:blipFill>
        <p:spPr>
          <a:xfrm>
            <a:off x="2248479" y="1783080"/>
            <a:ext cx="769473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water pump.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foreign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Help in money, goods or skills given by one country or organisation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AID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i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aid.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AID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bilateral and multilateral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AID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Bilateral: government to government. Multilateral: through the World Bank, IMF or 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EMERGENCY AID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foodai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Food aid being unloaded.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EMERGENCY AID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emergency aid given?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EMERGENCY AID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disasters like droughts, floods or wars.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DONORS AND RECIPIENTS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hdi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Rich and poor countries (approximate HDI).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DONORS AND RECIPIENTS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donors and two recipient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DONORS AND RECIPIENTS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Donors: USA, EU countries (also Japan, China). Recipients: Sub-Saharan Africa, South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APPRAISAL OF AID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id_deb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Arguments for and against aid.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APPRAISAL OF AID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arguments for and two against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APPRAISAL OF AID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saves lives, builds schools. Against: dependence, corruption.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Trade and Cooperation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Aid and Interdependence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Foreign Aid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Foreign aid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help in money, goods or skills given to a country or people in need. It can be a gift or a loan at low interest.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Foreign Aid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Interdependence: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dependence of countries on one another. Donors gain markets, raw materials and influence, while recipients gain money and skills.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Aid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Aid is of the following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Official aid: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Bilateral aid goes from one government to another. Multilateral aid goes through bodies like the World Bank or the 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Aid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Voluntary aid: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given by NGOs and charities such as the Red Cross or Plan International. It often funds small local projects.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Aid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 and indirect aid: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Direct aid goes straight to the project, such as food, wells or schools. Indirect aid passes through loans, debt relief or trade advantages; tied aid must be spent on the donor's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Aid</a:t>
            </a:r>
            <a:endParaRPr lang="en-US" sz="3600" dirty="0"/>
          </a:p>
        </p:txBody>
      </p:sp>
      <p:pic>
        <p:nvPicPr>
          <p:cNvPr id="4" name="Image 0" descr="/home/claude/f4/img/v2/ai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aid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Donors and Recipients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Aid flows from donors to recipients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Donors: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USA, the EU countries, Japan and China are the main donors. The World Bank, the IMF and the UN agencies also give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Donors and Recipients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Recipients: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aid goes to sub-Saharan Africa and South Asia. Countries in crisis receive emergency aid after wars, floods or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Appraisal of Aid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Aid has arguments for and against: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Arguments for aid: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Aid saves lives in disasters and builds schools, clinics and wells. It transfers skills and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Appraisal of Aid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Arguments against aid: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Aid can create dependence and debt, and some is lost to corruption. Tied aid benefits the donor more than the recipient.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Appraisal of Aid</a:t>
            </a:r>
            <a:endParaRPr lang="en-US" sz="3600" dirty="0"/>
          </a:p>
        </p:txBody>
      </p:sp>
      <p:pic>
        <p:nvPicPr>
          <p:cNvPr id="4" name="Image 0" descr="/home/claude/f4/img/v2/aid_deb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arguments for and against aid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types of aid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Bilateral (France to Cameroon), multilateral (World Bank), voluntary (Red Cross).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and two disadvantages of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saves lives, builds services. Disadvantages: dependence, corruption.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Aid between two governments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Charities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Aid spent in the donor country is ______ aid.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aid project in your region and write who funds it and what it 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Contrast in Development within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Donor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donateur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Debt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L'organisation caritative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Dependence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dépendance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Aid and Interdependence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aid and classify its types. Identify donors and recipients. Evaluate arguments for and against aid.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aid and evaluate its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Foreign Aid; Types of Aid; Donors and Recipients; Appraisal of Aid.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an aid project in your region and write who funds it and what it does.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aid projects near you.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food aid.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debate in class.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“Girls from the village of Mwachilolo head to the Pump Aid Elephant wat” by PumpAid, CC BY 2.0, via Flickr (https://www.flickr.com/photos/84463652@N06/8161357208)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“WFP food distribution” by UNAMID Photo, CC BY-NC-ND 2.0, via Flickr (https://www.flickr.com/photos/58538810@N03/12495227734)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2026-09-29T03:13:17Z</dcterms:created>
  <dcterms:modified xsi:type="dcterms:W3CDTF">2026-09-29T03:13:17Z</dcterms:modified>
</cp:coreProperties>
</file>