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Flooding.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flood, floodplain, storm hydrograph, lag time, hard engineering, soft engineering. At the end, you should be able to do this: learners are able to explain the causes and effects of floods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Global Warming. The question was: Propose three actions your school can take to reduce greenhouse gases.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trees around the school; switch off lights and fans when not in use; stop burning rubbish and sort waste for recycling; use solar lamps.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flooding and describe its magnitude. Number 2: explain the causes and effects of floods. Number 3: propose measures to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overflow in the rainy season. Concrete does not absorb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rainy season, parts of Douala and Maroua are flooded. Houses built near rivers are destroyed, drains are blocked with rubbish and cholera spreads.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 houses and spread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human cause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Blocked drains (or building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Cholera (or destroyed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and avoid building on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prevent and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covers land that is normally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physical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and two human causes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heavy rain, saturated soil. Human: urbanisation, blocked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storm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towns have shorter lag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Concrete and drains send water quickly to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effects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lives and houses, diseases and destroyed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Thames Barrier,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hard and one soft engineering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Hard: barriers, levees or dams. Soft: land-use zoning or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Magnitude of Floods. Floods can be defined as follows. On this slide we have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Floodplain.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Floods. Floods have physical and human causes.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Human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Storm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Floods. Floods have the following effects. On this slide we have Negative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Floods. On this slide we have Positive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Floods are controlled by the following measures. On this slide we have Hard engineering.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Soft engineering.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urban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concrete surfaces and blocked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hard and soft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hard: costly structures. Soft: cheaper natural methods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levees; number 3,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flood-prone areas of your town and suggest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Notion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FLOODING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Flooding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 floodplain, storm hydrograph, lag time, hard engineering, soft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magnitude; physical and human causes; effects;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school can take to reduce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trees around the school; switch off lights and fans when not in use; stop burning rubbish and sort waste for recycling; use solar lamps.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flooding and describe its magnitude.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floods.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overflow in the rainy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Concrete does not absorb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rainy season, parts of Douala and Maroua are flooded. Houses built near rivers are destroyed, drains are blocked with rubbish and cholera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and spread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Blocked drains (or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(or destroyed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and avoid building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prevent and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covers land that is normally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lood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causes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heavy rain, saturated soil. Human: urbanisation,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have shorter lag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and drains send water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effects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lives and houses, diseases and destroyed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hames.jpg">    </p:cNvPr>
          <p:cNvPicPr>
            <a:picLocks noChangeAspect="1"/>
          </p:cNvPicPr>
          <p:nvPr/>
        </p:nvPicPr>
        <p:blipFill>
          <a:blip r:embed="rId1"/>
          <a:stretch>
            <a:fillRect/>
          </a:stretch>
        </p:blipFill>
        <p:spPr>
          <a:xfrm>
            <a:off x="1226433" y="1783080"/>
            <a:ext cx="973882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Thames Barrier,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hard and one soft engineering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barriers, levees or dams. Soft: land-use zoning or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Flooding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of normally dry land by water. It happens when a river overflows its banks or when rain cannot drain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flooded from time to time. Its fertile soils attract farmers and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range from small local floods to huge disasters like those in Bangladesh. In Cameroon, Maroua, Garoua and Douala are often flooded.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physical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or long rain, saturated soils and storm surges cause floods. Flat low land and impermeable rocks flood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tarred surfaces and blocked gutters increase run-off. Building on floodplains and poor dam management add to the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discharge of a river after a storm. Towns and bare slopes have a short lag time and a high peak, so they flood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kill people and animals and destroy houses, crops, roads and bridges. They spread water-borne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fertile alluvium on floodplains. They also recharge groundwater and fill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are controlled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levees, barriers and wider channels hold back water. They are costly but protect towns, as the Thames Barrier protects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Soft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planning, afforestation and flood warnings reduce damage. They are cheaper and better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surfaces and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hard and soft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costly structures. Soft: cheaper natural methods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beside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Walls built along rivers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Planning where to build is land-use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Flooding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flooding and describe its magnitude. Explain the causes and effects of floods. Propose measures to reduce flood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Magnitude of Floods; Causes of Floods; Effects of Floods;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flood-prone areas of your town and suggest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flood you saw.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lag time.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measures for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“Thames Barrier” by dolbinator1000, CC BY 2.0, via Flickr (https://www.flickr.com/photos/126654539@N08/32983498011)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2026-09-27T10:31:54Z</dcterms:created>
  <dcterms:modified xsi:type="dcterms:W3CDTF">2026-09-27T10:31:54Z</dcterms:modified>
</cp:coreProperties>
</file>