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Lst>
  <p:notesMasterIdLst>
    <p:notesMasterId r:id="rId5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notesMaster" Target="notesMasters/notesMaster1.xml"/><Relationship Id="rId58" Type="http://schemas.openxmlformats.org/officeDocument/2006/relationships/presProps" Target="presProps.xml"/><Relationship Id="rId59" Type="http://schemas.openxmlformats.org/officeDocument/2006/relationships/viewProps" Target="viewProps.xml"/><Relationship Id="rId60" Type="http://schemas.openxmlformats.org/officeDocument/2006/relationships/theme" Target="theme/theme1.xml"/><Relationship Id="rId6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12: Trade Associations (Trade Blocs).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7: Understanding and managing contemporary environmental and development issues.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Current Development Issues, and the sub-topic is Trade and Cooperation. The key notions we shall use today are: trade bloc, free trade area, customs union, common market, economic union, CEMAC, ECOWAS, AfCFTA. At the end, you should be able to do this: learners are able to classify trade blocs and explain the role of CEMAC and ECOWAS.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11: International Trade. The question was: Find the main trading partners of Cameroon and draw a flow map.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Main partners: China, France, the Netherlands, Italy, Nigeria, India and Chad. On the map, draw arrows from Cameroon to each partner, with widths proportional to the value of trade.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 trade bloc and its categories. Number 2: give examples from different continents. Number 3: describe CEMAC and ECOWAS.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Cameroon uses the CFA franc. Goods cross borders to Chad and Gabon.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trader from Kousseri takes goods to N'Djamena in Chad without paying high taxes, because both countries belong to CEMAC. But at the Nigerian border, rules are different.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Trade rules differ between blocs.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bloc do Cameroon and Chad belong to?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CEMAC.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bloc does Nigeria belong to?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ECOWAS.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support trade and cooperation between African countries.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understand how countries cooperate to trade.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categories of trade blocs.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Distinguish a free trade area and a customs union.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Free trade area: no taxes between members. Customs union: also a common tax on outside goods.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goods traded between countries.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Give one trade bloc from Europe, America and Africa.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European Union, USMCA (formerly NAFTA) and AfCFTA.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cEMAC and ECOWAS.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the six members of CEMAC.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Cameroon, Chad, CAR, Congo, Gabon and Equatorial Guinea.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market.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Give two objectives of CEMAC.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Free movement of goods and people, and a common currency and policies.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exports of Cameroon (approximate).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Why is trade inside CEMAC small?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Members produce similar raw materials and roads are poor.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Meaning and Categories of Trade Blocs. Trade blocs can be defined and classified as follows. On this slide we have Trade bloc.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Categories of Trade Blocs. On this slide we have Free trade area and customs union.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Meaning and Categories of Trade Blocs. On this slide we have Common market and economic union.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categories of trade blocs.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Examples of Trade Blocs. Trade blocs exist on all continents. On this slide we have Europe and America.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Examples of Trade Blocs. On this slide we have Africa and Asia.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CEMAC and ECOWAS. The two blocs near Cameroon are described as follows. On this slide we have CEMAC.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CEMAC and ECOWAS. On this slide we have ECOWAS.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CEMAC and ECOWAS. On this slide we have Internal and external trade.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cEMAC and ECOWAS.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four categories of trade blocs.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free trade area, customs union, common market, economic union.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Compare CEMAC and ECOWAS (date, members).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cEMAC: 1994, 6 members. ECOWAS: 1975, 15 members.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1994; number 2, 1975; number 3, AfCFTA.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Find out which goods Cameroon sells to Chad and Gabon.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13: Recent Developments in Global Trade.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12: TRADE ASSOCIATIONS (TRADE BLOCS)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image" Target="../media/image-55-1.png"/><Relationship Id="rId2" Type="http://schemas.openxmlformats.org/officeDocument/2006/relationships/slideLayout" Target="../slideLayouts/slideLayout2.xml"/><Relationship Id="rId3"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12</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Trade Associations (Trade Blocs)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7: Understanding and managing contemporary environmental and development issues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Current Development Issues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and Cooperation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12: Trade Associations (Trade Blocs)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Trade bloc, free trade area, customs union, common market, economic union, CEMAC, ECOWAS, AfCFTA.</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and categories; examples from various continents and purposes; CEMAC and ECOWAS (creation, membership, objectives, internal and external trade).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trade blocs and explain the role of CEMAC and ECOWAS.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11: International Trade):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the main trading partners of Cameroon and draw a flow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Main partners: China, France, the Netherlands, Italy, Nigeria, India and Chad. On the map, draw arrows from Cameroon to each partner, with widths proportional to the value of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trade bloc and its categories.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Give examples from different continents.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CEMAC and ECOWAS.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Cameroon uses the CFA franc.</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Goods cross borders to Chad and Gabon.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trader from Kousseri takes goods to N'Djamena in Chad without paying high taxes, because both countries belong to CEMAC. But at the Nigerian border, rules are different.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rules differ between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bloc do Cameroon and Chad belong 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CEMAC.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bloc does Nigeria belong to?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ECOWAS.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Support trade and cooperation between African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understand how countries cooperate to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CATEGORIES OF TRADE BLOCS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locs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Categories of trade blocs.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CATEGORIES OF TRADE BLOCS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 free trade area and a customs union.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CATEGORIES OF TRADE BLOCS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Free trade area: no taxes between members. Customs union: also a common tax on outside goods.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usa_contain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Goods traded between countries.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trade bloc from Europe, America and Africa.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EXAMPLES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European Union, USMCA (formerly NAFTA) and AfCFTA.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CEMAC AND ECOWAS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blocs_africa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CEMAC and ECOWAS.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CEMAC AND ECOWAS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six members of CEMAC.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CEMAC AND ECOWAS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Cameroon, Chad, CAR, Congo, Gabon and Equatorial Guinea.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OBJECTIVES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marke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market.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objectives of CEMAC.</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Free movement of goods and people, and a common currency and policies.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TRADE WITHIN CEMAC</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cmr_trad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Exports of Cameroon (approximate).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TRADE WITHIN CEMAC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is trade inside CEMAC small?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TRADE WITHIN CEMAC</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Members produce similar raw materials and roads are poor.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Current Development Issues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Trade and Cooperation</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12: Trade Associations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of Trade Blocs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Trade blocs can be defined and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Trade bloc: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group of countries that reduce trade barriers between them. It increases trade and gives members more power in world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of Trade Blocs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Free trade area and customs union: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 free trade area members remove tariffs between them. A customs union also sets a common external tariff.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of Trade Blocs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Common market and economic union: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common market adds the free movement of people and capital. An economic union also shares economic policies and sometimes a currency.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Meaning and Categories of Trade Blocs</a:t>
            </a:r>
            <a:endParaRPr lang="en-US" sz="3600" dirty="0"/>
          </a:p>
        </p:txBody>
      </p:sp>
      <p:pic>
        <p:nvPicPr>
          <p:cNvPr id="4" name="Image 0" descr="/home/claude/f4/img/v2/blocs_tab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categories of trade blocs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Trade Blocs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Trade blocs exist on all continents: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Europe and America: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European Union is the most integrated bloc, with the euro. The USMCA (formerly NAFTA) and MERCOSUR group American countries.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Examples of Trade Blocs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Africa and Asia: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CEMAC, ECOWAS, SADC and the AfCFTA promote African trade. ASEAN groups the countries of South-East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CEMAC and ECOWAS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two blocs near Cameroon are described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CEMAC: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created in 1994 by Cameroon, Gabon, Congo, Chad, the CAR and Equatorial Guinea, and it uses the CFA franc. It aims at free movement of goods and people and a common market.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CEMAC and ECOWAS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ECOWAS: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was created in 1975 and groups West African states, such as Nigeria and Ghana. It aims at a common market and free movement of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CEMAC and ECOWAS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Internal and external trade: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Trade inside CEMAC is small because members produce similar raw materials and roads are poor. Most of their trade is with Europe and China.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CEMAC and ECOWAS</a:t>
            </a:r>
            <a:endParaRPr lang="en-US" sz="3600" dirty="0"/>
          </a:p>
        </p:txBody>
      </p:sp>
      <p:pic>
        <p:nvPicPr>
          <p:cNvPr id="4" name="Image 0" descr="/home/claude/f4/img/v2/blocs_africa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CEMAC and ECOWAS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four categories of trade blocs.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Free trade area, customs union, common market, economic union.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Compare CEMAC and ECOWAS (date, members).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CEMAC: 1994, 6 members. ECOWAS: 1975, 15 members.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CEMAC was created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ECOWAS was created in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African free trade area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Find out which goods Cameroon sells to Chad and Gabon.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13: Recent Developments in Global Trade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Trade bloc</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bloc commercial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Customs union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L'union douanière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Border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frontière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Member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membre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Currency</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monnaie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Free movement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libre circulation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Current Development Issues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12: Trade Associations (Trade Blocs)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 trade bloc and its categories. Give examples from different continents. Describe CEMAC and ECOWAS.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trade blocs and explain the role of CEMAC and ECOWAS.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Meaning and Categories of Trade Blocs; Examples of Trade Blocs; CEMAC and ECOWAS.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Find out which goods Cameroon sells to Chad and Gabon.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read the table.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blocs.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read the map.</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discuss CEMAC.</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the problem.</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7 (Environment and Development).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“Container Ships @ Port of Oakland” by jdnx, CC BY 2.0, via Flickr (https://www.flickr.com/photos/21442511@N08/3464243881)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“Sandga Market in Douala, Cameroon” by The Advocacy Project, CC BY-NC-SA 2.0, via Flickr (https://www.flickr.com/photos/42487558@N00/3636438732)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55</Slides>
  <Notes>55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55</vt:i4>
      </vt:variant>
    </vt:vector>
  </HeadingPairs>
  <TitlesOfParts>
    <vt:vector size="5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2026-09-27T10:08:19Z</dcterms:created>
  <dcterms:modified xsi:type="dcterms:W3CDTF">2026-09-27T10:08:19Z</dcterms:modified>
</cp:coreProperties>
</file>