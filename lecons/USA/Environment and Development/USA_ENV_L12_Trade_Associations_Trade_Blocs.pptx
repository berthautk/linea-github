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12: Trade Associations (Trade Blocs).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blocs.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CEMAC.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1994 2. 1975 3. AfCFTA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12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Associations (Trade Blocs)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and Cooperation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Trade Associations (Trade Blocs)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bloc, free trade area, customs union, common market, economic union, CEMAC, ECOWAS, AfCFTA.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categories; examples from various continents and purposes; CEMAC and ECOWAS (creation, membership, objectives, internal and external trade).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trade blocs and explain the role of CEMAC and ECOWAS.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trade bloc and its categories.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from different continents.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CEMAC and ECOWAS.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uses the CFA franc.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cross borders to Chad and Gabon.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trader from Kousseri takes goods to N'Djamena in Chad without paying high taxes, because both countries belong to CEMAC. But at the Nigerian border, rules are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rules differ between blocs.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bloc do Cameroon and Chad belong to?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CEMAC.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bloc does Nigeria belong to?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ECOWAS.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countries cooperate to trade.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CATEGORIES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blocs_tab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Categories of trade blocs.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CATEGORIES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a free trade area and a customs union.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CATEGORIES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trade area: no taxes between members. Customs union: also a common tax on outside goods.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Goods traded between countries.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trade bloc from Europe, America and Africa.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European Union, USMCA (formerly NAFTA) and AfCFTA.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CEMAC AND ECOWAS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blocs_africa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CEMAC and ECOWAS.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CEMAC AND ECOWAS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six members of CEMAC.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CEMAC AND ECOWAS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Cameroon, Chad, CAR, Congo, Gabon and Equatorial Guinea.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market.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objectives of CEMAC.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movement of goods and people, and a common currency and policies.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mr_tra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Exports of Cameroon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trade inside CEMAC small?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Members produce similar raw materials and roads are poor.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Associations (Trade Blocs)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Current Development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Trade and Cooperation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12: Trade Associations (Trade Blocs)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bloc: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group of countries that reduce trade barriers between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Customs union: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free trade area with a common tax on goods from outside.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Categories and Examples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Categories: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trade areas, customs unions, common markets and economic unions show increasing integration. Economic unions share money and policies.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EU in Europe, USMCA in North America and MERCOSUR in South America are major blocs. Africa has AfCFTA, CEMAC, ECOWAS and EAC.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Categories and Examples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Purposes: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Blocs enlarge markets, attract investment and give more power in world trade. They also promote peace.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Categories and Examples (3/3)</a:t>
            </a:r>
            <a:endParaRPr lang="en-US" sz="3600" dirty="0"/>
          </a:p>
        </p:txBody>
      </p:sp>
      <p:pic>
        <p:nvPicPr>
          <p:cNvPr id="13" name="Image 0" descr="/home/claude/f4/img/v2/blocs_africa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CEMAC and ECOWAS.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CEMAC and ECOWAS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CEMAC: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created in 1994 by six Central African states and uses the CFA franc. It aims at free movement and common policies.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ECOWAS: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created in 1975 in Lagos and is led by Nigeria. It has a common passport and works for peace.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CEMAC and ECOWAS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Internal trade is small because members export similar raw materials. Most trade is still with Europe and Asia.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four categories of trade blocs.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trade area, customs union, common market, economic union.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CEMAC and ECOWAS (date, members).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CEMAC: 1994, 6 members. ECOWAS: 1975, 15 members.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CEMAC was created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ECOWAS was created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African free trade area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out which goods Cameroon sells to Chad and Gabon.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Recent Developments in Global Trade.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bloc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bloc commercial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Customs union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L'union douanière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frontière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membre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monnaie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movement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libre circulation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12: Trade Associations (Trade Blocs)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trade bloc and its categories. Give examples from different continents. Describe CEMAC and ECOWAS.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trade blocs and explain the role of CEMAC and ECOWAS.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Trade bloc, Customs union; II. Categories and Examples: Categories, Examples, Purposes; III. CEMAC and ECOWAS: CEMAC, ECOWAS, Trade.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out which goods Cameroon sells to Chad and Gabon.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2026-09-26T20:44:34Z</dcterms:created>
  <dcterms:modified xsi:type="dcterms:W3CDTF">2026-09-26T20:44:34Z</dcterms:modified>
</cp:coreProperties>
</file>