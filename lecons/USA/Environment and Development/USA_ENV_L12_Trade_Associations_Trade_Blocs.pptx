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Trade Associations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bloc, free trade area, customs union, common market, economic union, CEMAC, ECOWAS, AfCFTA. At the end, you should be able to do this: learners are able to classify trade blocs and explain the role of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International Trade. The question was: Find the main trading partners of Cameroon and draw a flow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Main partners: China, France, the Netherlands, Italy, Nigeria, India and Chad. On the map, draw arrows from Cameroon to each partner, with widths proportional to the value of trade.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its categories. Number 2: give examples from different continents. Number 3: describe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uses the CFA franc. Goods cross borders to Chad and Gabon.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from Kousseri takes goods to N'Djamena in Chad without paying high taxes, because both countries belong to CEMAC. But at the Nigerian border, rules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rules differ between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do Cameroon and Chad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bloc does Nigeria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trade and cooperation between African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cooperate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categories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a free trade area and a customs union.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no taxes between members. Customs union: also a common tax on outside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goods traded between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trade bloc from Europe, America and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European Union, USMCA (formerly NAFTA) and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cEMAC and ECOWAS.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members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CAR,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objectives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movement of goods and people, and a common currency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trade inside CEMAC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Members produce similar raw materials and roads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of Trade Blocs. Trade blocs can be defined and classified as follows. On this slide we have Trade bloc.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Free trade area and customs union.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Common market and economic union.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categories of trade blocs.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Trade Blocs. Trade blocs exist on all continents. On this slide we have Europe and America.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Trade Blocs. On this slide we have Africa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CEMAC and ECOWAS. The two blocs near Cameroon are described as follows. On this slide we have CEMAC.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ECOWAS.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Internal and external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cEMAC and ECOWAS.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categories of trade blocs.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free trade area, customs union, common market, economic union.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CEMAC and ECOWAS (date, members).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1994, 6 members. ECOWAS: 1975, 15 members.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1994; number 2, 1975; number 3,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which goods Cameroon sells to Chad and Gabon.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Recent Developments in Global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TRADE ASSOCIATIONS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 Trade Associations (Trade Blocs)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Associations (Trade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Trade Associations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free trade area, customs union, common market, economic union, CEMAC, ECOWAS, AfCFTA.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categories; examples from various continents and purposes; CEMAC and ECOWAS (creation, membership, objectives, internal and external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International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partners: China, France, the Netherlands, Italy, Nigeria, India and Chad. On the map, draw arrows from Cameroon to each partner, with widths proportional to the value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its categories.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different continents.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CEMAC and 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cross borders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from Kousseri takes goods to N'Djamena in Chad without paying high taxes, because both countries belong to CEMAC. But at the Nigerian border, rules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rules differ between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 Cameroon and Chad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does Nigeria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trade and cooperation between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cooperate to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free trade area and a customs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no taxes between members. Customs union: also a common tax on outside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between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trade bloc from Europe,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European Union, USMCA (formerly NAFTA) and AfCFTA.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members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movement of goods and people, and a common currency and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trade inside CEMAC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produce similar raw materials and roads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reduce trade barriers between them. It increases trade and gives members more power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trade area and customs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trade area members remove tariffs between them. A customs union also sets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market and economic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common market adds the free movement of people and capital. An economic union also shares economic policies and sometimes a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exist on all continents: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and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European Union is the most integrated bloc, with the euro. The USMCA (formerly NAFTA) and MERCOSUR group American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and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SADC and the AfCFTA promote African trade. ASEAN groups the countries of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blocs near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CEMAC: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1994 by Cameroon, Gabon, Congo, Chad, the CAR and Equatorial Guinea, and it uses the CFA franc. It aims at free movement of goods and people and a common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ECOWAS: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1975 and groups West African states, such as Nigeria and Ghana. It aims at a common market and free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and external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inside CEMAC is small because members produce similar raw materials and roads are poor. Most of their trade is with Europe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categories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common market,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CEMAC and ECOWAS (date,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1994, 6 members. ECOWAS: 1975, 15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CEMAC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ECOWAS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African free trade area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monnaie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Free 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libre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Trade Associations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its categories. Give examples from different continents. Describe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Categories of Trade Blocs; Examples of Trade Blocs;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which goods Cameroon sells to Chad and Gabon.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CEMAC.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problem.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2026-09-27T09:54:45Z</dcterms:created>
  <dcterms:modified xsi:type="dcterms:W3CDTF">2026-09-27T09:54:45Z</dcterms:modified>
</cp:coreProperties>
</file>