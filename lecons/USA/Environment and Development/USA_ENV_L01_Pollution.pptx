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1: Pollution.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polluted places in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smoke you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rubbish in your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suggest solutions for your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acid 2. eutrophication 3. recycling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Environmental Degradation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Pollution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Pollution, pollutant, acid rain, eutrophication, recycling.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types (water, air, land); meaning, pollutants and sources; nature and magnitude; causes; effects on people and the environment; solutions (legislation, technology, recycling, disposal, international cooperation).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pollution, explain their causes and effects and propose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pollution and name its main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and effects of pollution.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solutions to pollution.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and cars produce smoke.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Rubbish is thrown in drains and rivers.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Douala, plastic bags block the gutters, smoke from factories and old cars fills the air and some people drink water from polluted wells. Many children have coughs and diarrhoea.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Air, water and land are polluted.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sources of pollution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Plastic waste and smoke from factories and cars.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effect on people.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Coughs and diarrhoea.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pollution and to protect our health and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nv_pollu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types of pollution.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main types of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Air, water and land pollution (also noise).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AIR POLLUTION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mo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from factory chimneys.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AIR POLLUTION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sources of air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AIR POLLUTION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and car exhaust (also burning waste and bush fires).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ACID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cid_ra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acid rain forms.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ACID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acid rain forms.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ACID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Sulphur and nitrogen gases mix with water in clouds and fall as acid rain.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AND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dum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rubbish dump in West Africa.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AND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rubbish dumps.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AND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pollute water and soil and spread diseases like cholera.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pollution_tab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Causes, effects and solutions.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solutions to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Recycling, laws against dumping and treatment plants (also clean technology).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Environmental Degradation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Pollution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addition of harmful substances to air, water or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Pollutant: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substance that causes pollution, like smoke or plastic.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Eutrophication: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excess growth of algae in water caused by fertilisers and sewage.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Causes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Air 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from factories, cars and burning waste pollutes the air. It causes acid rain and lung diseases.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 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Sewage, chemicals, oil spills and plastics pollute rivers and seas. Fish die and people catch cholera.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Causes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Land 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Rubbish dumps, pesticides and mining waste damage soils. Population growth and industry increase the problem.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Causes (3/3)</a:t>
            </a:r>
            <a:endParaRPr lang="en-US" sz="3600" dirty="0"/>
          </a:p>
        </p:txBody>
      </p:sp>
      <p:pic>
        <p:nvPicPr>
          <p:cNvPr id="13" name="Image 0" descr="/home/claude/f4/img/v2/acid_ra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acid rain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and Solutions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Pollution causes diseases, kills wildlife and damages buildings and soils. It also lowers crop yields.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Laws, clean technology, recycling and safe waste disposal reduce pollution. International agreements help for global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and two effects of water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Causes: sewage, chemicals. Effects: cholera, fish die.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measures to reduce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Recycling, laws and treatment plants.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made acid by factory gases is ______ rain.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growth caused by fertilisers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waste again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the sources of pollution around your home and suggest one solution for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2: Deforestation and Desertification.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déchets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fumée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Sewage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eaux usées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Recycling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recyclage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pluies acides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Pollution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pollution and name its main types. Explain the causes and effects of pollution. Propose solutions to pollution.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pollution, explain their causes and effects and propose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Pollution, Pollutant, Eutrophication; II. Types and Causes: Air pollution, Water pollution, Land pollution; III. Effects and Solutions: Effects,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the sources of pollution around your home and suggest one solution for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“image replaced (thanks Anne :) )” by why 137, CC BY 2.0, via Flickr (https://www.flickr.com/photos/78752351@N03/8464430910)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“Garbage dump at Fadiouth, Senegal (West Africa)” by gbaku, CC BY-SA 2.0, via Flickr (https://www.flickr.com/photos/72105154@N00/906659197)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2026-09-27T04:25:37Z</dcterms:created>
  <dcterms:modified xsi:type="dcterms:W3CDTF">2026-09-27T04:25:37Z</dcterms:modified>
</cp:coreProperties>
</file>