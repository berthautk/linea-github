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6: Flooding.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flood you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sort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lag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suggest measures for your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floodplain 2. levees 3. zoning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ENVIRONMENT AND DEVELOPMENT  —  LESSON 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7: Understanding and managing contemporary environmental and development issues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 Environmental Issues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Flooding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Flood, floodplain, storm hydrograph, lag time, hard engineering, soft engineering.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magnitude; physical and human causes; effects; adaptation and mitigation measures.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causes and effects of floods and propose measures.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flooding and describe its magnitude.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and effects of floods.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measures to reduce flood damage.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overflow in the rainy season.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does not absorb water.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rainy season, parts of Douala and Maroua are flooded. Houses built near rivers are destroyed, drains are blocked with rubbish and cholera spreads.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Floods destroy houses and spread disease.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human cause in the situation.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Blocked drains (or building near rivers).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effect.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Cholera (or destroyed houses).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prevent and reduce flood damage.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floodvi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flooded village.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flood?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water covers land that is normally dry.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lood_caus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and human causes.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physical and two human causes of floods.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Physical: heavy rain, saturated soil. Human: urbanisation, blocked drains.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HYDROGRAPH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storm_hydrograp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storm hydrograph.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HYDROGRAPH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towns have shorter lag times?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HYDROGRAPH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Concrete and drains send water quickly to rivers.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streetfl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619" y="1691640"/>
            <a:ext cx="814571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flooded street.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effects of floods.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of lives and houses, diseases and destroyed crops.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MEASURES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usa_tham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105" y="1691640"/>
            <a:ext cx="10322741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Thames Barrier, London.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MEASURES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hard and one soft engineering measure.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MEASURES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Hard: barriers, levees or dams. Soft: land-use zoning or tree planting.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Contemporary Environmental Issues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Climate Change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6: Flooding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covering of normally dry land by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Floodplain: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flat land beside a river that is flooded when the river overflows.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 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time between peak rainfall and peak river discharge.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Causes and Effects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Physical causes: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or long rain, saturated soils and storm surges cause floods. Flat low land floods easily.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Human causes: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Urbanisation, deforestation and blocked drains send water quickly to rivers. Building on floodplains puts people at risk.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Causes and Effects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Effects: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Floods kill people, destroy houses, roads and crops and spread diseases. They can also bring fertile silt.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Causes and Effects (3/3)</a:t>
            </a:r>
            <a:endParaRPr lang="en-US" sz="3600" dirty="0"/>
          </a:p>
        </p:txBody>
      </p:sp>
      <p:pic>
        <p:nvPicPr>
          <p:cNvPr id="13" name="Image 0" descr="/home/claude/f4/img/v2/storm_hydrograp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hydrograph.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Measures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Hard engineering: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Dams, levees, barriers and wider channels hold back water. They are costly but protect towns.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Soft engineering: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Land-use zoning, tree planting and warnings reduce risk. Clean drains are cheap and effective.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causes of urban floods.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Concrete surfaces and blocked drains.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hard and soft engineering.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Hard: costly structures. Soft: cheaper natural methods and planning.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 land beside a river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Walls built along rivers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 where to build is land-use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the flood-prone areas of your town and suggest two solutions.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7: Notion of Development.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caniveau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barrage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digue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L'alerte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Floodplain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plaine d'inondation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Contemporary Environmental Issues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Flooding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flooding and describe its magnitude. Explain the causes and effects of floods. Propose measures to reduce flood damage.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causes and effects of floods and propose measures.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Flood, Floodplain, Lag time; II. Causes and Effects: Physical causes, Human causes, Effects; III. Measures: Hard engineering, Soft engineering.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the flood-prone areas of your town and suggest two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7 (Environment and Development).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“Flood in Accra” by Stig Nygaard, CC BY 2.0, via Flickr (https://www.flickr.com/photos/10259776@N00/181742000)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“Vicenza flooding Nov.1, 2010” by US Army Africa, CC BY 2.0, via Flickr (https://www.flickr.com/photos/36281822@N08/5157191333)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“Thames Barrier” by dolbinator1000, CC BY 2.0, via Flickr (https://www.flickr.com/photos/126654539@N08/32983498011)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2026-09-26T20:42:34Z</dcterms:created>
  <dcterms:modified xsi:type="dcterms:W3CDTF">2026-09-26T20:42:34Z</dcterms:modified>
</cp:coreProperties>
</file>