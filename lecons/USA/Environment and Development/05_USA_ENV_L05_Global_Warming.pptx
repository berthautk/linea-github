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global warming, greenhouse effect, mitigation, adaptation, Paris Agreement. At the end, you should be able to do this: learners are able to explain global warming and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Climatic Change. The question was: Ask two elders how the seasons have changed and write their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reply: the rains start later and stop earlier, dry spells in the rainy season are longer, heat is stronger, and floods have become more frequent.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 warming and describe its trend. Number 2: explain its causes and consequences. Number 3: distinguish and propose mitigation and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Greenhouse gases trap heat. The world is getting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Sahel, droughts are more frequent; on the coast, the sea eats into the beaches of Limbe and Kribi. The government of Cameroon has signed the Paris Agreement to reduce emissions.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 affects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effects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Droughts and coastal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the government sign?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Paris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and plant trees to limit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how to respond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Explain the greenhouse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Sunlight warms the Earth and greenhouse gases trap part of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cO₂ and temperature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warming called "enhanced"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add extra greenhouse gases, so more heat is trapped.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impacts of global warming.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of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Sea-level rise, droughts and more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solar energy mitigate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produces electricity without greenhouse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mitigation and adaptation.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mitigation and adaptation.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Mitigation reduces the causes; adaptation helps people live with the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Trends of Global Warming. Global warming can be explained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Trends of Global Warming. On this slide we have Greenhouse effect and Trends.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Global warming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global warming.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and Adaptation Measures. Two kinds of measures respond to global warming. On this slide we have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and Adaptation Measures.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mitigation and adaptation.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consequences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burning fuels, deforestation. Consequences: sea-level rise, droughts.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mitigation and one adaptation measure.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solar power. Adaptation: drought-resistant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mitigation; number 2, adaptation; number 3, Paris.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your school can take to reduce greenhouse gases.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Flooding.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effect, mitigation, adaptation, Paris Agreement.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trends; causes and consequences;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 warming and propose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Climatic Change):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reply: the rains start later and stop earlier, dry spells in the rainy season are longer, heat is stronger, and floods have become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and describe its trend.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and propose mitigation and adaptation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Greenhouse gases trap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is getting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droughts are more frequent; on the coast, the sea eats into the beaches of Limbe and Kribi. The government of Cameroon has signed the Paris Agreement to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 affects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Droughts and coastal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government sign?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Paris Agreement.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and plant trees to limit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how to respond 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warms the Earth and greenhouse gases trap part of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CO₂ and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warming called "enhanced"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add extra greenhouse gases, so more heat is trapped.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rming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global warming.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Sea-level rise, droughts and more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mitigate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electricity without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helps people live with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in the average temperature of the Earth. It is caused by the enhanced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Greenhouse gases let sunlight in but trap part of the heat given off by the Earth. More gases trap more heat, which enhances the natural effect.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has warmed by about 1.1 °C since 1850, and most of it since 1970. The warmest years on record are all recent.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Extra greenhouse gases come from burning fossil fuels, deforestation and farming. Industrial countries and China emit the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the sea level rises and droughts, floods and storms become more frequent. Crops, water supply and health suffer, especially in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pic>
        <p:nvPicPr>
          <p:cNvPr id="4" name="Image 0" descr="/home/claude/f4/img/v2/warming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global warming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kinds of measures respond to global warming: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causes of warming by cutting emissions. Renewable energy, energy saving and tree planting reduce emissions, and the Paris Agreement (2015) aims to limit warming to 1.5–2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to the effects of warming. Drought-resistant crops, dykes, early warning systems and water storage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consequences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burning fuels, deforestation. Consequences: sea-level rise,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mitigation and one adaptation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solar power. Adaptation: drought-resistant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the causes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Living with the effects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2015 climate treaty is the ______ Agreement.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school can take to reduce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Flooding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Renewable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émissions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and describe its trend. Explain its causes and consequences. Distinguish and propose mitigation and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 warming and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Trends of Global Warming; Causes and Consequences; Mitigation and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your school can take to reduce greenhouse gases.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local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clean energy.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sort the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2026-09-27T10:31:53Z</dcterms:created>
  <dcterms:modified xsi:type="dcterms:W3CDTF">2026-09-27T10:31:53Z</dcterms:modified>
</cp:coreProperties>
</file>