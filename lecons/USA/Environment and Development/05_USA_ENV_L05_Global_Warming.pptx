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Contemporary Environmental Issues, and the sub-topic is Climate Change. The key notions we shall use today are: global warming, greenhouse effect, mitigation, adaptation, Paris Agreement. At the end, you should be able to do this: learners are able to explain global warming and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Climatic Change. The question was: Ask two elders how the seasons have changed and write their answers.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Typical reply: the rains start later and stop earlier, dry spells in the rainy season are longer, heat is stronger, and floods have become more frequent.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global warming and describe its trend. Number 2: explain its causes and consequences. Number 3: distinguish and propose mitigation and adaptation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Greenhouse gases trap heat. The world is getting warmer.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Sahel, droughts are more frequent; on the coast, the sea eats into the beaches of Limbe and Kribi. The government of Cameroon has signed the Paris Agreement to reduce emissions.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Global warming affects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effects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Droughts and coastal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did the government sign?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Paris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and plant trees to limit global warming.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global warming and how to respond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greenhouse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Explain the greenhouse effect.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Sunlight warms the Earth and greenhouse gases trap part of the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cO₂ and temperature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warming called "enhanced"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add extra greenhouse gases, so more heat is trapped.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impacts of global warming.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consequences of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Sea-level rise, droughts and more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solar energy mitigate global warming?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produces electricity without greenhouse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mitigation and adaptation.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Distinguish mitigation and adaptation.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Mitigation reduces the causes; adaptation helps people live with the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Trends of Global Warming. Global warming can be explained as follows. On this slide we have Global warming.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Trends of Global Warming. On this slide we have Greenhouse effect and Trends.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greenhouse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Consequences. Global warming has the following causes and consequences.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Consequences. On this slide we have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global warming.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Mitigation and Adaptation Measures. Two kinds of measures respond to global warming. On this slide we have Mitigation.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Mitigation and Adaptation Measures. On this slide we have Adaptation.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mitigation and adaptation.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causes and two consequences of global warming.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causes: burning fuels, deforestation. Consequences: sea-level rise, droughts.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mitigation and one adaptation measure.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mitigation: solar power. Adaptation: drought-resistant crops.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mitigation; number 2, adaptation; number 3, Paris.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three actions your school can take to reduce greenhouse gases.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Flooding.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GLOBAL WARMING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Warming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Contemporary Environmental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Change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Global Warming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warming, greenhouse effect, mitigation, adaptation, Paris Agreement.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trends; causes and consequences; adaptation and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global warming and propose adaptation and mitigation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Climatic Change):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two elders how the seasons have changed and write their answers.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Typical reply: the rains start later and stop earlier, dry spells in the rainy season are longer, heat is stronger, and floods have become more frequent.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global warming and describe its trend.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causes and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and propose mitigation and adaptation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Greenhouse gases trap heat.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world is getting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Sahel, droughts are more frequent; on the coast, the sea eats into the beaches of Limbe and Kribi. The government of Cameroon has signed the Paris Agreement to reduce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Global warming affects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Droughts and coastal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government sign?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Paris Agreement.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and plant trees to limit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global warming and how to respond to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GLOBAL WARMING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warms the Earth and greenhouse gases trap part of the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2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CO₂ and temperature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warming called "enhanced"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add extra greenhouse gases, so more heat is trapped.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rming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global warming.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consequences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Sea-level rise, droughts and more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solar energy mitigate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electricity without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Mitigation and adaptation.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mitigation and adaptation.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reduces the causes; adaptation helps people live with the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Change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warming: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rise in the average temperature of the Earth. It is caused by the enhanced greenhouse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effect: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Greenhouse gases let sunlight in but trap part of the heat given off by the Earth. More gases trap more heat, which enhances the natural effect.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has warmed by about 1.1 °C since 1850, and most of it since 1970. The warmest years on record are all recent.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Trends of Global Warming</a:t>
            </a:r>
            <a:endParaRPr lang="en-US" sz="3600" dirty="0"/>
          </a:p>
        </p:txBody>
      </p:sp>
      <p:pic>
        <p:nvPicPr>
          <p:cNvPr id="4" name="Image 0" descr="/home/claude/f4/img/v2/greenho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greenhouse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Global warming has the following causes and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Extra greenhouse gases come from burning fossil fuels, deforestation and farming. Industrial countries and China emit the most.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Ice melts, the sea level rises and droughts, floods and storms become more frequent. Crops, water supply and health suffer, especially in poor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and Consequences</a:t>
            </a:r>
            <a:endParaRPr lang="en-US" sz="3600" dirty="0"/>
          </a:p>
        </p:txBody>
      </p:sp>
      <p:pic>
        <p:nvPicPr>
          <p:cNvPr id="4" name="Image 0" descr="/home/claude/f4/img/v2/warming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global warming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kinds of measures respond to global warming: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reducing the causes of warming by cutting emissions. Renewable energy, energy saving and tree planting reduce emissions, and the Paris Agreement (2015) aims to limit warming to 1.5–2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adjusting to the effects of warming. Drought-resistant crops, dykes, early warning systems and water storage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Mitigation and Adaptation Measures</a:t>
            </a:r>
            <a:endParaRPr lang="en-US" sz="3600" dirty="0"/>
          </a:p>
        </p:txBody>
      </p:sp>
      <p:pic>
        <p:nvPicPr>
          <p:cNvPr id="4" name="Image 0" descr="/home/claude/f4/img/v2/mit_adap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mitigation and adaptation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and two consequences of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Causes: burning fuels, deforestation. Consequences: sea-level rise,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mitigation and one adaptation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Mitigation: solar power. Adaptation: drought-resistant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the causes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Living with the effects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2015 climate treaty is the ______ Agreement.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actions your school can take to reduce greenhouse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Flooding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Global warming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réchauffement climatique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Renewable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renouvelable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Emissions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émissions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Global Warming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global warming and describe its trend. Explain its causes and consequences. Distinguish and propose mitigation and adaptation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global warming and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Trends of Global Warming; Causes and Consequences; Mitigation and Adaptation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three actions your school can take to reduce greenhouse gases.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local effects.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clean energy.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sort the measures.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2026-09-29T03:13:15Z</dcterms:created>
  <dcterms:modified xsi:type="dcterms:W3CDTF">2026-09-29T03:13:15Z</dcterms:modified>
</cp:coreProperties>
</file>