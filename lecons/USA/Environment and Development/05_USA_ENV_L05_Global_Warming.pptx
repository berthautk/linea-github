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 Global Warming.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7: Understanding and managing contemporary environmental and development issues.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Contemporary Environmental Issues, and the sub-topic is Climate Change. The key notions we shall use today are: global warming, greenhouse effect, mitigation, adaptation, Paris Agreement. At the end, you should be able to do this: learners are able to explain global warming and propose adaptation and mitigation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 Climatic Change. The question was: Ask two elders how the seasons have changed and write their answers.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Typical reply: the rains start later and stop earlier, dry spells in the rainy season are longer, heat is stronger, and floods have become more frequent.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global warming and describe its trend. Number 2: explain its causes and consequences. Number 3: distinguish and propose mitigation and adaptation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Greenhouse gases trap heat. The world is getting warmer.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Sahel, droughts are more frequent; on the coast, the sea eats into the beaches of Limbe and Kribi. The government of Cameroon has signed the Paris Agreement to reduce emissions.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Global warming affects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Give two effects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Droughts and coastal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did the government sign?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Paris Agreement.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save energy and plant trees to limit global warming.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global warming and how to respond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greenhouse effect.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Explain the greenhouse effect.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Sunlight warms the Earth and greenhouse gases trap part of the heat.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cO₂ and temperature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is warming called "enhanced" today?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People add extra greenhouse gases, so more heat is trapped.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impacts of global warming.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three consequences of global warming.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Sea-level rise, droughts and more malaria.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solar panels.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does solar energy mitigate global warming?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produces electricity without greenhouse gases.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mitigation and adaptation.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Distinguish mitigation and adaptation.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Mitigation reduces the causes; adaptation helps people live with the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Trends of Global Warming. Global warming can be explained as follows. On this slide we have Global warming.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Trends of Global Warming. On this slide we have Greenhouse effect and Trends.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greenhouse effect.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and Consequences. Global warming has the following causes and consequences. On this slide we have Causes.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and Consequences. On this slide we have Consequences.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impacts of global warming.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Mitigation and Adaptation Measures. Two kinds of measures respond to global warming. On this slide we have Mitigation.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Mitigation and Adaptation Measures. On this slide we have Adaptation.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mitigation and adaptation.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causes and two consequences of global warming.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causes: burning fuels, deforestation. Consequences: sea-level rise, droughts.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mitigation and one adaptation measure.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mitigation: solar power. Adaptation: drought-resistant crops.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mitigation; number 2, adaptation; number 3, Paris.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Propose three actions your school can take to reduce greenhouse gases.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6: Flooding.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5: GLOBAL WARMING</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Global Warming</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7: Understanding and managing contemporary environmental and development issues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Contemporary Environmental Issues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Climate Change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 Global Warming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 warming, greenhouse effect, mitigation, adaptation, Paris Agreement.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trends; causes and consequences; adaptation and mitigation measures.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global warming and propose adaptation and mitigation measures.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 Climatic Change):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two elders how the seasons have changed and write their answers.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Typical reply: the rains start later and stop earlier, dry spells in the rainy season are longer, heat is stronger, and floods have become more frequent.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global warming and describe its trend.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its causes and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and propose mitigation and adaptation measures.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Greenhouse gases trap heat.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world is getting warmer.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Sahel, droughts are more frequent; on the coast, the sea eats into the beaches of Limbe and Kribi. The government of Cameroon has signed the Paris Agreement to reduce emissions.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Global warming affects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effects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Droughts and coastal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did the government sign?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Paris Agreement.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Save energy and plant trees to limit global warming.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global warming and how to respond to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GLOBAL WARMING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greenhous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greenhouse effect.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GLOBAL WARMING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the greenhouse effect.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GLOBAL WARMING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Sunlight warms the Earth and greenhouse gases trap part of the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TRENDS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o2_temp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CO₂ and temperature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TRENDS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warming called "enhanced" today?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TRENDS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add extra greenhouse gases, so more heat is trapped.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warming_impac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Impacts of global warming.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consequences of global warming.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Sea-level rise, droughts and more malaria.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MITIGATION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sola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Solar panels.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MITIGATION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solar energy mitigate global warming?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MITIGATION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produces electricity without greenhouse gases.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ADAPTATION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mit_adap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Mitigation and adaptation.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ADAPTATION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mitigation and adaptation.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ADAPTATION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Mitigation reduces the causes; adaptation helps people live with the effects.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Contemporary Environmental Issues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Climate Change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Global Warming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Trends of Global Warming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Global warming can be explained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Global warming: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rise in the average temperature of the Earth. It is caused by the enhanced greenhouse effect.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Trends of Global Warming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Greenhouse effect: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Greenhouse gases let sunlight in but trap part of the heat given off by the Earth. More gases trap more heat, which enhances the natural effect.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Trends: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world has warmed by about 1.1 °C since 1850, and most of it since 1970. The warmest years on record are all recent.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Trends of Global Warming</a:t>
            </a:r>
            <a:endParaRPr lang="en-US" sz="3600" dirty="0"/>
          </a:p>
        </p:txBody>
      </p:sp>
      <p:pic>
        <p:nvPicPr>
          <p:cNvPr id="4" name="Image 0" descr="/home/claude/f4/img/v2/greenhous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greenhouse effect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and Consequences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Global warming has the following causes and consequences: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Extra greenhouse gases come from burning fossil fuels, deforestation and farming. Industrial countries and China emit the most.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and Consequences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Consequences: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Ice melts, the sea level rises and droughts, floods and storms become more frequent. Crops, water supply and health suffer, especially in poor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and Consequences</a:t>
            </a:r>
            <a:endParaRPr lang="en-US" sz="3600" dirty="0"/>
          </a:p>
        </p:txBody>
      </p:sp>
      <p:pic>
        <p:nvPicPr>
          <p:cNvPr id="4" name="Image 0" descr="/home/claude/f4/img/v2/warming_impac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impacts of global warming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Mitigation and Adaptation Measures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Two kinds of measures respond to global warming: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Mitigation: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reducing the causes of warming by cutting emissions. Renewable energy, energy saving and tree planting reduce emissions, and the Paris Agreement (2015) aims to limit warming to 1.5–2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Mitigation and Adaptation Measures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Adaptation: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adjusting to the effects of warming. Drought-resistant crops, dykes, early warning systems and water storage are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Mitigation and Adaptation Measures</a:t>
            </a:r>
            <a:endParaRPr lang="en-US" sz="3600" dirty="0"/>
          </a:p>
        </p:txBody>
      </p:sp>
      <p:pic>
        <p:nvPicPr>
          <p:cNvPr id="4" name="Image 0" descr="/home/claude/f4/img/v2/mit_adap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mitigation and adaptation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and two consequences of global warming.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Causes: burning fuels, deforestation. Consequences: sea-level rise, droughts.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mitigation and one adaptation measure.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Mitigation: solar power. Adaptation: drought-resistant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Reducing the causes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Living with the effects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2015 climate treaty is the ______ Agreement.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Propose three actions your school can take to reduce greenhouse gases.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Flooding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Global warming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réchauffement climatique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chaleur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Mitigation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L'atténuation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Adaptation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L'adaptation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Renewable energy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L'énergie renouvelable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Emissions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émissions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Contemporary Environmental Issues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 Global Warming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global warming and describe its trend. Explain its causes and consequences. Distinguish and propose mitigation and adaptation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global warming and propose adaptation and mitigation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Trends of Global Warming; Causes and Consequences; Mitigation and Adaptation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Propose three actions your school can take to reduce greenhouse gases.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steps.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read the graph.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local effects.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clean energy.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sort the measures.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7 (Environment and Development).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“Noor Ouarzazate III Solar Plant” by Richard Allaway, CC BY 2.0, via Flickr (https://www.flickr.com/photos/16287002@N00/52769922684)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2026-09-29T12:19:02Z</dcterms:created>
  <dcterms:modified xsi:type="dcterms:W3CDTF">2026-09-29T12:19:02Z</dcterms:modified>
</cp:coreProperties>
</file>