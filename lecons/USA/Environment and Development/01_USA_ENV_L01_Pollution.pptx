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Environmental Degradation. The key notions we shall use today are: pollution, pollutant, acid rain, eutrophication, recycling. At the end, you should be able to do this: learners are able to identify types of pollution, explain their causes and effects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7: Tourism Development in Cameroon. The question was: Prepare a short advertisement for a tourist site in your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A good advertisement names the site and region, shows what to see and do, how to get there, where to stay and a catchy slogan.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pollution and name its main types. Number 2: explain the causes and effects of pollution. Number 3: propose solutions to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Factories and cars produce smoke. Rubbish is thrown in drains and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plastic bags block the gutters, smoke from factories and old cars fills the air and some people drink water from polluted wells. Many children have coughs and diarrhoea.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water and land are polluted.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sources of pollution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Plastic waste and smoke from factories and 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effect on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Coughs and diarrhoea.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reuse and recycle waste and never burn plastics.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pollution and to protect our health and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pollution.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main types of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water and land pollution (also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smoke from factory chimneys.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sources of air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Factories and car exhaust (also burning waste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how acid rain 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Explain how acid rain forms.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Sulphur and nitrogen gases mix with water in clouds and fall as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rubbish dump in West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effects of rubbish dumps.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pollute water and soil and spread diseases like cholera.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causes, effects and solutions.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Recycling, laws against dumping and treatment plants (also clean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Pollution. Pollution and its elements can be defined as follows. On this slide we have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Pollution. On this slide we have Pollutant.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Pollution. On this slide we have Magnitude.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main types of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Pollution. Air pollution has the following causes and effects.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Pollution. On this slide we have Bush fires also pollute the air in the dry season..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Pollution.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how acid rain forms.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and Land Pollution. Water and land pollution have the following causes and effects. On this slide we have Water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and Land Pollution. On this slide we have Fertilisers cause eutrophication, in which algae grow and use up the oxygen, so fish die..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and Land Pollution. On this slide we have Land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Pollution. Pollution can be reduced by the following solutions. On this slide we have Legislation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Pollution. On this slide we have Recycling and disposal.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Pollution. On this slide we have International cooperation.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causes, effects and solutions.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effects of water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sewage, chemicals. Effects: cholera, fish die.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measures to reduce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recycling, laws and treatment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acid; number 2, eutrophication; number 3,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sources of pollution around your home and suggest one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Deforestation and Desertification.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POLLUTION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Pollution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Pollution, pollutant, acid rain, eutrophication, recycling.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types (water, air, land); meaning, pollutants and sources; nature and magnitude; causes; effects on people and the environment; solutions (legislation, technology, recycling, disposal, international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types of pollution, explain their causes and effects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7: Tourism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short advertisement for a tourist site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A good advertisement names the site and region, shows what to see and do, how to get there, where to stay and a catchy slogan.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pollution and name its main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effects of pollution.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and cars produce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Rubbish is thrown in drains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plastic bags block the gutters, smoke from factories and old cars fills the air and some people drink water from polluted wells. Many children have coughs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land are polluted.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of pollution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 waste and smoke from factories and cars.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Coughs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reuse and recycle waste and never burn plastics.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pollution and to protect our health and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types of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land pollution (also noise).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mo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factory chimneys.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of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car exhaust (also burning waste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cid_r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acid rain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acid rain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Sulphur and nitrogen gases mix with water in clouds and fall as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rubbish dump in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rubbish dumps.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pollute water and soil and spread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llution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effects and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laws against dumping and treatment plants (also clean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and its elements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addition of harmful substances or energy to the air, water or land. It happens faster than nature can break them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Pollutant: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substance that causes pollution, such as smoke, oil, plastics, pesticides or sewage. It can come from a point source like a chimney or from a diffuse source like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can be local (a dump), regional (acid rain) or global (greenhouse gases). It is worst in fast-growing industrial cities of Asia and in big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main 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pollution has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from factories, vehicles, power stations and burning waste releases sulphur dioxide, nitrogen oxides and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also pollute the air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pollution causes coughs, asthma and lung diseases. Sulphur and nitrogen oxides dissolve in rain to form acid rain, which kills trees and fish and damages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pic>
        <p:nvPicPr>
          <p:cNvPr id="4" name="Image 0" descr="/home/claude/f4/img/v2/acid_r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how acid rain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Water and Land Pollution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and land pollution have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Sewage, industrial waste, oil spills and fertilisers enter rivers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Water and Land Pollution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cause eutrophication, in which algae grow and use up the oxygen, so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Water and Land Pollution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dumps, plastics, mining waste and pesticides pollute the soil. They breed flies and mosquitoes and reduce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can be reduced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Legislation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fix limits on emissions and punish polluters. Filters, catalytic converters and treatment plants clean smoke and waste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Recycling and disposal: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paper, metal and plastics reduces waste. Sanitary landfills and incinerators dispose of rubbish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cooperation: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Treaties such as the Montreal Protocol and the Paris Agreement reduce global pollution. Countries share technology and money to clean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a:t>
            </a:r>
            <a:endParaRPr lang="en-US" sz="3600" dirty="0"/>
          </a:p>
        </p:txBody>
      </p:sp>
      <p:pic>
        <p:nvPicPr>
          <p:cNvPr id="4" name="Image 0" descr="/home/claude/f4/img/v2/pollution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causes, effects and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effects of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sewage, chemicals. Effects: cholera,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reduce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laws and treatment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made acid by factory gases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Algae growth caused by fertilisers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waste again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pollution around your home and suggest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Deforestation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Sewage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eaux usées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pluies acides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pollution and name its main types. Explain the causes and effects of pollution. Propose solutions to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types of pollution, explain their causes and effects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Pollution; Air Pollution; Water and Land Pollution; Solutions to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sources of pollution around your home and suggest one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polluted places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smoke you see.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rubbish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solutions for your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2026-09-29T03:13:14Z</dcterms:created>
  <dcterms:modified xsi:type="dcterms:W3CDTF">2026-09-29T03:13:14Z</dcterms:modified>
</cp:coreProperties>
</file>