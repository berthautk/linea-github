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pollution, pollutant, acid rain, eutrophication, recycling. At the end, you should be able to do this: learners are able to identify types of pollution, explain their causes and effects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Tourism. The question was: Name two causes of air pollution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vehicle and motorbike exhaust, smoke from firewood and bush fires, dust, factory smoke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name its main types. Number 2: explain the causes and effects of pollution. Number 3: propose solutions to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and cars produce smoke. Rubbish is thrown in drains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plastic bags block the gutters, smoke from factories and old cars fills the air and some people drink water from polluted wells. Many children have coughs and diarrhoea.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land are polluted.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sources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waste and smoke from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on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Coughs and diarrhoea.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reuse and recycle waste and never burn plastics.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pollution and to protect our health and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main types of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water and land pollution (also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factory chimneys.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car exhaust (also burning waste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how acid rain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how acid rain forms.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Sulphur and nitrogen gases mix with water in clouds and fall as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rubbish dump in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rubbish dumps.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pollute water and soil and spread diseases like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causes, effects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laws against dumping and treatment plants (also clean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Pollution. Pollution and its elements can be defined as follows. On this slide we have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Pollutant.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Pollution.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main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Pollution. Air pollution has the following causes and effects.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Bush fires also pollute the air in the dry season..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Pollution.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acid rain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and Land Pollution. Water and land pollution have the following causes and effects.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Fertilisers cause eutrophication, in which algae grow and use up the oxygen, so fish die..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and Land Pollution. On this slide we have Land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Pollution. Pollution can be reduced by the following solutions. On this slide we have Legislation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Recycling and disposal.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Pollution. On this slide we have International cooperation.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effects and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and two effects of water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sewage, chemicals. Effects: cholera, fish die.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reduce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laws and treatment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eutrophication; number 3,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pollution around your home and suggest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Deforestation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acid rain, eutrophication, recycling.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types (water, air, land); meaning, pollutants and sources; nature and magnitude; causes; effects on people and the environment; solutions (legislation, technology, recycling, disposal, international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causes of air pollution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vehicle and motorbike exhaust, smoke from firewood and bush fires, dust, factory smoke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name its main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and 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is thrown in drains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plastic bags block the gutters, smoke from factories and old cars fills the air and some people drink water from polluted wells. Many children have 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are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waste and smoke from 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Coughs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reuse and recycle waste and never burn plastics.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pollution and to protect our health and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types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land pollution (also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mo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factory chimneys.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 exhaust (also burning waste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acid rain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ACID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and nitrogen gases mix with water in clouds and fall as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 in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rubbish dumps.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AND LAND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pollute water and soil and spread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against dumping and treatment plants (also clean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addition of harmful substances or energy to the air, water or land. It happens faster than nature can break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substance that causes pollution, such as smoke, oil, plastics, pesticides or sewage. It can come from a point source like a chimney or from a diffuse source like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can be local (a dump), regional (acid rain) or global (greenhouse gases). It is worst in fast-growing industrial cities of Asia and in big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Pollution</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main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pollution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factories, vehicles, power stations and burning waste releases sulphur dioxide, nitrogen oxides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also pollute the air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Air Pollution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causes coughs, asthma and lung diseases. Sulphur and nitrogen oxides dissolve in rain to form acid rain, which kills trees and fish and damages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pic>
        <p:nvPicPr>
          <p:cNvPr id="4" name="Image 0" descr="/home/claude/f4/img/v2/acid_r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acid rain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and Land Pollution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and land pollution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Sewage, industrial waste, oil spills and fertilisers enter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cause eutrophication, in which algae grow and use up the oxygen, so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Water and Land Pollution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dumps, plastics, mining waste and pesticides pollute the soil. They breed flies and mosquitoes and reduce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Legislation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fix limits on emissions and punish polluters. Filters, catalytic converters and treatment plants clean smoke and waste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disposal: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paper, metal and plastics reduces waste. Sanitary landfills and incinerators dispose of rubbish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cooperation: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Treaties such as the Montreal Protocol and the Paris Agreement reduce global pollution. Countries share technology and money to clean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Pollution</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effects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effects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sewage, chemicals. Effects: cholera,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laws and treatment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caused by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waste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name its main types. Explain the causes and effects of pollution. Propose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pollution, explain their causes and effects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Pollution; Air Pollution; Water and Land Pollution; Solutions to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pollution around your home and suggest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polluted places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smoke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rubbish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 for your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2026-09-29T12:19:01Z</dcterms:created>
  <dcterms:modified xsi:type="dcterms:W3CDTF">2026-09-29T12:19:01Z</dcterms:modified>
</cp:coreProperties>
</file>