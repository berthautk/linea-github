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study Lesson 2: Deforestation and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describe cut forests you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list causes in your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locate the Sahel.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follow the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discuss tree planting.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deforestation 2. overgrazing 3. reforestation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UPPER SIXTH ARTS  —  ENVIRONMENT AND DEVELOPMENT  —  LESSON 2</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Deforestation and Desertification</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Upper Sixth Arts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2 periods (2 × 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Contemporary Environmental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Environmental Degradation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Lesson 2: Deforestation and Desertification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Deforestation, desertification, overgrazing, afforestation, reforestation, Green Wall.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Meaning and examples; causes; consequences; preventive and corrective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explain the causes and consequences of deforestation and desertification and propose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Define deforestation and desertification with examples.</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their causes and consequences.</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Propose preventive and corrective measures.</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Trees protect the soil.</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The Far North of Cameroon is close to the Sahara.</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East Region, large areas of forest are cut for timber and farms. In the Far North, trees are cut for firewood, cattle eat all the grass and sand begins to cover fields.</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are destroyed and land is becoming desert.</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loss of forest called?</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spread of desert conditions called?</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Desertification.</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protect forests and fight desertification.</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usa_clearcut.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forest cleared by logging.</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deforestation?</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removal of forests for timber, farming or building.</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CAUSES OF DEFORESTATION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deforest_causes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Causes of deforestation.</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CAUSES OF DEFORESTATION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causes of deforestation.</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CAUSES OF DEFORESTATION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logging and fuelwood (also mining and roads).</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DESERTIFICATION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sahel_map_big.png">    </p:cNvPr>
          <p:cNvPicPr>
            <a:picLocks noChangeAspect="1"/>
          </p:cNvPicPr>
          <p:nvPr/>
        </p:nvPicPr>
        <p:blipFill>
          <a:blip r:embed="rId1"/>
          <a:stretch>
            <a:fillRect/>
          </a:stretch>
        </p:blipFill>
        <p:spPr>
          <a:xfrm>
            <a:off x="1568196" y="1691640"/>
            <a:ext cx="9052560"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The Sahel, at risk of desertification.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DESERTIFICATION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desertification most serious in Africa?</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DESERTIFICATION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Sahel, south of the Sahara, including the Far North of Cameroon.</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CAUSES OF DESERTIFICATION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13" name="Image 0" descr="/home/claude/f4/img/v2/desert_cycle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The desertification cycle.</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CAUSES OF DESERTIFICATION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overgrazing lead to desertification?</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CAUSES OF DESERTIFICATION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remove plants, the soil is bare and is eroded by wind and water.</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MEASURES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13" name="Image 0" descr="/home/claude/f4/img/v2/f2t_tree_planting_sahel.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Planting trees in the Sahel.</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MEASURES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against desertification.</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MEASURES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 planting (Green Wall, Sahel Vert) and controlled grazing (also improved stoves).</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Deforestation and Desertification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Contemporary Environmental Issues</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Environmental Degradation</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 Deforestation and Desertification</a:t>
            </a:r>
            <a:endParaRPr lang="en-US" sz="3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Deforestation: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removal of forest cover by people.</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Desertification: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spread of desert conditions into dry lands, mainly because of human activities and drought.</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Afforestation: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planting of trees where there were none.</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Causes and Consequences (1/3)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Causes of deforestation: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Farming, logging, fuelwood, mining and roads remove forests. Population growth increases the pressure.</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Causes of desertification: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Overgrazing, over-cultivation and cutting trees leave soils bare. Long droughts make the problem worse.</a:t>
            </a:r>
            <a:endParaRPr lang="en-US" sz="4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Causes and Consequences (2/3)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Consequences: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Soils are eroded, wildlife is lost and rainfall may fall. Farmers become poorer and migrate.</a:t>
            </a:r>
            <a:endParaRPr lang="en-US" sz="4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Causes and Consequences (3/3)</a:t>
            </a:r>
            <a:endParaRPr lang="en-US" sz="3600" dirty="0"/>
          </a:p>
        </p:txBody>
      </p:sp>
      <p:pic>
        <p:nvPicPr>
          <p:cNvPr id="13" name="Image 0" descr="/home/claude/f4/img/v2/desert_cycle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Copy the cycle.</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Measures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Preventive: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Controlled logging, protected areas and improved stoves reduce tree cutting. Controlled grazing protects grass.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Corrective: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Reforestation, the Great Green Wall and Operation Sahel Vert restore land. Stone lines and zaï pits help crops grow again.</a:t>
            </a:r>
            <a:endParaRPr lang="en-US" sz="4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desertification and give two causes.</a:t>
            </a:r>
            <a:endParaRPr lang="en-US" sz="4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spread of desert conditions; overgrazing and cutting trees.</a:t>
            </a:r>
            <a:endParaRPr lang="en-US" sz="4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preventive and two corrective measures.</a:t>
            </a:r>
            <a:endParaRPr lang="en-US" sz="4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Preventive: controlled grazing, improved stoves. Corrective: reforestation, stone lines.</a:t>
            </a:r>
            <a:endParaRPr lang="en-US" sz="4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Removing forests is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Too many animals on land is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Planting trees again is ______.</a:t>
            </a:r>
            <a:endParaRPr lang="en-US" sz="36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an elder about changes in trees and grass in your area over the years.</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Lesson 3: Soil Erosion.</a:t>
            </a:r>
            <a:endParaRPr lang="en-US" sz="4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Deforestation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déforestation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Desertification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désertification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Overgrazing</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surpâturage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Firewood</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bois de chauffe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Tree planting</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reboisement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Drought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sécheresse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Contemporary Environmental Issues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Lesson 2: Deforestation and Desertification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Define deforestation and desertification with examples. Explain their causes and consequences. Propose preventive and corrective measures.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explain the causes and consequences of deforestation and desertification and propose measures.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Deforestation, Desertification, Afforestation; II. Causes and Consequences: Causes of deforestation, Causes of desertification, Consequences; III. Measures: Preventive, Corrective.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Interview an elder about changes in trees and grass in your area over the years.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8 min | Situation 8 min | 5 activities 30 min | Board summary (copying) 30 min | Evaluation, remediation 10 min | Homework, logbook 9 min | Spare 5 min</a:t>
            </a:r>
            <a:endParaRPr lang="en-US" sz="2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National Geography Syllabus, Sixth Forms (Lower &amp; Upper Sixth), MINESEC/IGE/IP-SS, August 2019 — Module 7 (Environment and Development).</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1: “Managed Destruction” by Harlz_, CC BY-NC 2.0, via Flickr (https://www.flickr.com/photos/35169553@N06/4295797661)</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5: “Nyando Climate Smart Villages Media Visit” by CGIAR Climate, CC BY-NC-SA 2.0, via Flickr (https://www.flickr.com/photos/55227776@N04/9720026817)</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2026-09-27T04:25:37Z</dcterms:created>
  <dcterms:modified xsi:type="dcterms:W3CDTF">2026-09-27T04:25:37Z</dcterms:modified>
</cp:coreProperties>
</file>