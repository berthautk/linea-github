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2: Deforestation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describe cut forests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list causes in your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locate the Sahel.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follow the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tree planting.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deforestation 2. overgrazing 3.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UPPER SIXTH ARTS  —  ENVIRONMENT AND DEVELOPMENT  —  LESSON 2</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Deforestation and Desertification</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Upper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Contemporary Environmental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Environmental Degradation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2: Deforestation and Desertification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Deforestation, desertification, overgrazing, afforestation, reforestation, Green Wall.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Meaning and examples; causes; consequences; preventive and corrective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the causes and consequences of deforestation and desertification and propose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deforestation and desertification with examples.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their causes and consequences.</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Propose preventive and corrective measures.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Trees protect the soil.</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Far North of Cameroon is close to the Sahara.</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 large areas of forest are cut for timber and farms. In the Far North, trees are cut for firewood, cattle eat all the grass and sand begins to cover fields.</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destroyed and land is becoming desert.</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loss of forest called?</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spread of desert conditions called?</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Desertification.</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protect forests and fight desertification.</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usa_clearcut.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forest cleared by logging.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deforestation?</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removal of forests for timber, farming or building.</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CAUSES OF DEFORESTATION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deforest_causes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Causes of deforestation.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CAUSES OF DEFORESTATION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causes of deforestation.</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CAUSES OF DEFORESTATION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logging and fuelwood (also mining and roads).</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DESERTIFICATION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sahel_map_big.png">    </p:cNvPr>
          <p:cNvPicPr>
            <a:picLocks noChangeAspect="1"/>
          </p:cNvPicPr>
          <p:nvPr/>
        </p:nvPicPr>
        <p:blipFill>
          <a:blip r:embed="rId1"/>
          <a:stretch>
            <a:fillRect/>
          </a:stretch>
        </p:blipFill>
        <p:spPr>
          <a:xfrm>
            <a:off x="1568196" y="1691640"/>
            <a:ext cx="905256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Sahel, at risk of desertification.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DESERTIFICATION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desertification most serious in Africa?</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DESERTIFICATION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Sahel, south of the Sahara, including the Far North of Cameroon.</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CAUSES OF DESERTIFICATION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desert_cycl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desertification cycle.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CAUSES OF DESERTIFICATION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overgrazing lead to desertification?</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CAUSES OF DESERTIFICATION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remove plants, the soil is bare and is eroded by wind and water.</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MEASURES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tree_planting_sahel.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Planting trees in the Sahel.</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MEASURES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against desertification.</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MEASURES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 planting (Green Wall, Sahel Vert) and controlled grazing (also improved stoves).</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Deforestation and Desertification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Contemporary Environmental Issues</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Environmental Degradation</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Deforestation and Desertification</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Deforestation: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forest cover by people.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Desertification: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spread of desert conditions into dry lands, mainly because of human activities and drought.</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Afforestation: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planting of trees where there were none.</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Causes and Consequences (1/3)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Causes of deforestation: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Farming, logging, fuelwood, mining and roads remove forests. Population growth increases the pressure.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Causes of desertification: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Overgrazing, over-cultivation and cutting trees leave soils bare. Long droughts make the problem worse.</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Causes and Consequences (2/3)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Consequences: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Soils are eroded, wildlife is lost and rainfall may fall. Farmers become poorer and migrate.</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Causes and Consequences (3/3)</a:t>
            </a:r>
            <a:endParaRPr lang="en-US" sz="3600" dirty="0"/>
          </a:p>
        </p:txBody>
      </p:sp>
      <p:pic>
        <p:nvPicPr>
          <p:cNvPr id="13" name="Image 0" descr="/home/claude/f4/img/v2/desert_cycle_big.png">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cycle.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Measures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Preventive: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Controlled logging, protected areas and improved stoves reduce tree cutting. Controlled grazing protects grass.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Corrective: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Reforestation, the Great Green Wall and Operation Sahel Vert restore land. Stone lines and zaï pits help crops grow again.</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desertification and give two causes.</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spread of desert conditions; overgrazing and cutting trees.</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preventive and two corrective measures.</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Preventive: controlled grazing, improved stoves. Corrective: reforestation, stone lines.</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Removing forests is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Too many animals on land is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Planting trees again is ______.</a:t>
            </a:r>
            <a:endParaRPr 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elder about changes in trees and grass in your area over the years.</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3: Soil Erosion.</a:t>
            </a:r>
            <a:endParaRPr lang="en-US" sz="4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Deforestation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déforestation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Desertification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désertification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Overgrazing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surpâturage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Firewood</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bois de chauffe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Tree planting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reboisement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Drought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sécheresse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Contemporary Environmental Issues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2: Deforestation and Desertification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deforestation and desertification with examples. Explain their causes and consequences. Propose preventive and corrective measures.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the causes and consequences of deforestation and desertification and propose measures.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Deforestation, Desertification, Afforestation; II. Causes and Consequences: Causes of deforestation, Causes of desertification, Consequences; III. Measures: Preventive, Corrective.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Interview an elder about changes in trees and grass in your area over the years.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7 (Environment and Development).</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“Managed Destruction” by Harlz_, CC BY-NC 2.0, via Flickr (https://www.flickr.com/photos/35169553@N06/4295797661)</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2026-09-26T20:42:33Z</dcterms:created>
  <dcterms:modified xsi:type="dcterms:W3CDTF">2026-09-26T20:42:33Z</dcterms:modified>
</cp:coreProperties>
</file>