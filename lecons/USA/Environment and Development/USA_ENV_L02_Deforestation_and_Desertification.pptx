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Deforestation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deforestation, desertification, overgrazing, afforestation, reforestation, Green Wall. At the end, you should be able to do this: learners are able to explain the causes and consequences of deforestation and desertification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Pollution. The question was: List the sources of pollution around your home and suggest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burning rubbish (solution: collect and compost or recycle it); smoke from old cars (service engines); plastic bags in gutters (reuse or collect them); latrines near wells (build them far from and below the well).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deforestation and desertification with examples. Number 2: explain their causes and consequences. Number 3: propose preventive and corrective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Trees protect the soil. The Far North of Cameroon is close to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large areas of forest are cut for timber and farms. In the Far North, trees are cut for firewood, cattle eat all the grass and sand begins to cover fields.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destroyed and land is becoming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loss of forest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spread of desert conditions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to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forests and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by logging.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removal of forests for timber,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causes of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Sahel, at risk of desertification.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desertification most serious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Sahel, south of the Sahara, including the Far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desertification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overgrazing lead to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remove plants, the soil is bare and is eroded by wind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against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(Green Wall, Sahel Vert) and controlled grazing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Deforestation. Deforestation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Deforestation.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deforestation.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Desertification. Desertification has the following causes and consequences.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Desertification. On this slide we have Human causes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desertification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following measures fight deforestation and desertification. On this slide we have Preventive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On this slide we have Corrective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desertification and give two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desert conditions; overgrazing and cutting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preventive and two corrective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preventive: controlled grazing, improved stoves. Corrective: reforestation, stone lines.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overgrazing;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changes in trees and grass in your area over the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DEFORESTATION AND DESERTIFICATION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Deforestation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desertification, overgrazing, afforestation, reforestation, Green Wall.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examples; causes; consequences; preventive and corrective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burning rubbish (solution: collect and compost or recycle it); smoke from old cars (service engines); plastic bags in gutters (reuse or collect them); latrines near wells (build them far from and below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deforestation and desertification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preventive and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Far North of Cameroon is close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large areas of forest are cut for timber and farms. In the Far North, trees are cut for firewood, cattle eat all the grass and sand begins to cover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destroyed and land is becoming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loss of forest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spread of desert conditions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to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forests and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by logging.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removal of forests for timber, farming 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hel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Sahel, at risk of desertification.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desertification most serious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south of the Sahara,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overgrazing lead to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remove plants, the soil is bare and is eroded by wind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(Green Wall, Sahel Vert) and controlled grazing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forest cover by people. It is fast in the Amazon, the Congo Basin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semi-arid lands. It is serious in the Sahel,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commercial logging, fuelwood, mining and road building remove forests. Rapid population growth increases the demand for land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causes soil erosion, loss of biodiversity and changes in local rainfall. It also releases carbon dioxide and so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droughts and high temperatures dry out the vegetation. Strong winds then remove the loose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overcultivation and cutting trees for fuel leave the soil bare. Bush fires and population pressure make the problem worse.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reduces crops and pasture and causes famine. People migrate to towns or to wetter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fight deforestation and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logging, protected areas and improved stoves reduce tree cutting. Controlled grazing protects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afforestation replace lost trees. The Great Green Wall project and the Sahel Vert operation plant trees across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 and 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desert conditions; overgrazing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preventive and two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Preventive: controlled grazing, improved stoves. Corrective: reforestation, stone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 planting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Deforestation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deforestation and desertification with examples. Explain their causes and consequences. Propose preventive and corrective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of Deforestation; Causes and Consequences of Desertification;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changes in trees and grass in your area over the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cut forests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causes in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follow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tree planting.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2026-09-27T10:08:18Z</dcterms:created>
  <dcterms:modified xsi:type="dcterms:W3CDTF">2026-09-27T10:08:18Z</dcterms:modified>
</cp:coreProperties>
</file>