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11: International Trade.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the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calculate an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cocoa prices.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exports 2. deficit 3. OPEC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ENVIRONMENT AND DEVELOPMENT  —  LESSON 11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Trade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7: Understanding and managing contemporary environmental and development issues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Development Issues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 and Cooperation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11: International Trade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Trade, export, import, comparative advantage, balance of trade, balance of payments, TRIAD, OPEC.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Brief history; comparative advantage; balance of trade and payments; main directions and components; trade links between MEDCs, LEDCs and OPEC; major trade routes (the TRIAD).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international trade and analyse the trade of Cameroon.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comparative advantage.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balance of trade and balance of payments.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main directions of world trade.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Cameroon exports cocoa and oil.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Cameroon imports cars and rice.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 sells cocoa, oil and timber but buys rice, cars and medicines. In some years it spends more on imports than it earns from exports.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 imports more than it exports.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difference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balance of trade (a deficit).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exports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Cocoa and oil.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world trade and Cameroon's place in it.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COMPARATIVE ADVANTAGE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comp_adv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Comparative advantage (hypothetical).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COMPARATIVE ADVANTAGE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should Cameroon specialise in cocoa here?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COMPARATIVE ADVANTAGE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relatively better at cocoa, so both countries gain by trading.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BALANCES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balanc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Balance of trade and payments.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BALANCES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balance of trade and balance of payments.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BALANCES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Trade: exports minus imports of goods. Payments: all money in and out.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cmr_trad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Exports of Cameroon (approximate).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type of goods does Cameroon mainly export?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Raw materials: oil, cocoa and timber.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sac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Sacks of cocoa beans for export.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exporting raw materials a problem?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Prices are low and change a lot, while manufactured imports are costly.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DIRECTIONS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triad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TRIAD and main flows.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DIRECTIONS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TRIAD?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DIRECTIONS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North America, Europe and East Asia, which control most world trade.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International Trade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Current Development Issues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Trade and Cooperation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11: International Trade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International trade: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exchange of goods and services between countries.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Comparative advantage: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when a country produces something relatively more cheaply than others.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Balance of trade: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difference between the value of exports and imports of goods.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Principles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History: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Trade grew from colonial trade to today's world market. GATT and the WTO reduced barriers.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Comparative advantage: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Countries specialise in what they do relatively best and trade. All partners can gain.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Principles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Balances: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surplus means more money in; a deficit means more money out. The balance of payments includes services, loans, aid and remittances.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Principles (3/3)</a:t>
            </a:r>
            <a:endParaRPr lang="en-US" sz="3600" dirty="0"/>
          </a:p>
        </p:txBody>
      </p:sp>
      <p:pic>
        <p:nvPicPr>
          <p:cNvPr id="13" name="Image 0" descr="/home/claude/f4/img/v2/balanc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table.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Patterns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Components: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LEDCs export raw materials and import manufactured goods. MEDCs export machines, cars and services.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Directions: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TRIAD dominates world trade. OPEC countries export oil to MEDCs and NICs.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Exports 800, imports 1,000. Find the balance of trade.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800 − 1,000 = −200 (a deficit).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parts of the TRIAD.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North America, Europe and East Asia.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Goods sold abroad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More imports than exports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oil exporters' group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 the main trading partners of Cameroon and draw a flow map.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12: Trade Associations.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commerce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L'exportation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L'importation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 of trade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balance commerciale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déficit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Surplus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L'excédent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Development Issues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11: International Trade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comparative advantage. Distinguish balance of trade and balance of payments. Describe the main directions of world trade.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international trade and analyse the trade of Cameroon.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International trade, Comparative advantage, Balance of trade; II. Principles: History, Comparative advantage, Balances; III. Patterns: Components, Directions.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the main trading partners of Cameroon and draw a flow map.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7 (Environment and Development).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“Sacks of Cocoa Beans” by D-Stanley, CC BY 2.0, via Flickr (https://www.flickr.com/photos/79721788@N00/20795057229)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2026-09-26T20:44:34Z</dcterms:created>
  <dcterms:modified xsi:type="dcterms:W3CDTF">2026-09-26T20:44:34Z</dcterms:modified>
</cp:coreProperties>
</file>