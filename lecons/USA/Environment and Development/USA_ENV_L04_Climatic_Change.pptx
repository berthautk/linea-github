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Climatic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Contemporary Environmental Issues, and the sub-topic is Climate Change. The key notions we shall use today are: climate change, greenhouse gases, ice core, El Niño, Milankovitch cycles. At the end, you should be able to do this: learners are able to explain the evidence and causes of climate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Soil Erosion. The question was: Observe a slope near your home and suggest two ways to protect its soil.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plant grass or trees on the slope; build stone lines or terraces across it; plough along the contours; mulch the bare soil.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climatic change. Number 2: describe the evidence of climate change. Number 3: explain its natural and human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Climate is the average weather over a long time. Burning fuels releases carbon dioxide.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Old farmers in the North say the rains now start later and stop earlier than when they were young. Scientists also show that glaciers are melting on mountains around the world.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climate is changing.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one piece of evidence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Melting glaciers (or changing 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Is climate change natural or human?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Both, but today it is mainly caused by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reduce greenhouse gas emissions in daily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changes in our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cO₂ and world temperature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happened to CO₂ and temperature since 1960?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Both rose steadily: CO₂ from about 317 to 414 ppm and temperature by about 1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evidence of climate change.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three pieces of evidence of climate change.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Weather records, melting glaciers and rising sea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melting ice.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melting ice show climate change?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Ice melts because the air and sea are warmer.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natural and human causes.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natural causes of climate change.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Changes in the Earth's orbit and volcanic eruptions (also the sun and El Niño).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coal power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power stations change the climate?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Burning coal releases CO₂, a greenhouse gas that traps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Climatic Change. Climatic change can be defined as follows. On this slide we have Climatic change.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Climatic Change. On this slide we have Greenhouse gases.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cO₂ and world temperature (approximate).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Evidence of Climatic Change. Climatic change is shown by the following evidence. On this slide we have Instrumental records.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of Climatic Change. On this slide we have Ice and sea evidence.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of Climatic Change. On this slide we have Biological and historical evidence.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evidence of climate change.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Climatic Change. Climatic change has natural and human causes. On this slide we have Natural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Climatic Change. On this slide we have Human causes.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natural and human causes.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pieces of evidence of climate change.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rising temperatures and melting glaciers.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natural and two human causes.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natural: volcanoes, orbit changes. Human: burning fuels, deforestation.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greenhouse; number 2, cores; number 3, number 1,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two elders how the seasons have changed and write their answers.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Global Warming.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 CLIMATIC CHANGE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 Climatic Change</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Climatic Change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Contemporary Environmental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 Change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Climatic Change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 change, greenhouse gases, ice core, El Niño, Milankovitch cycles.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evidence; natural and human causes.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evidence and causes of climate change.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Soil Erosion):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a slope near your home and suggest two ways to protect its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plant grass or trees on the slope; build stone lines or terraces across it; plough along the contours; mulch the bare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climatic change.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evidence of climate change.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natural and human causes.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Climate is the average weather over a long time.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Burning fuels releases carbon dioxide.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farmers in the North say the rains now start later and stop earlier than when they were young. Scientists also show that glaciers are melting on mountains around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climate is changing.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piece of evidence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Melting glaciers (or changing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climate change natural or human?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Both, but today it is mainly caused by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Reduce greenhouse gas emissions in daily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changes in our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CLIMATIC CHANGE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o2_tem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CO₂ and world temperature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CLIMATIC CHANGE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to CO₂ and temperature since 1960?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CLIMATIC CHANGE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Both rose steadily: CO₂ from about 317 to 414 ppm and temperature by about 1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limate_evidenc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Evidence of climate change.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pieces of evidence of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 records, melting glaciers and rising sea level.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glacier.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Melting ice.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melting ice show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Ice melts because the air and sea are warmer.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NATURAL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limate_cau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Natural and human causes.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NATURAL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natural causes of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NATURAL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Changes in the Earth's orbit and volcanic eruptions (also the sun and El Niño).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powerplan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coal power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power stations change the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Burning coal releases CO₂, a greenhouse gas that traps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Contemporary Environmental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Climate Change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Climatic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Climatic Change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Climatic change can be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Climatic change: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long-term change in the average climate of a place or of the world. It concerns temperature, rainfall and winds over decades or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Climatic Change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Greenhouse 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gases such as carbon dioxide, methane and water vapour that trap heat in the atmosphere. Their amount has risen sharply since 1850.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Climatic Change</a:t>
            </a:r>
            <a:endParaRPr lang="en-US" sz="3600" dirty="0"/>
          </a:p>
        </p:txBody>
      </p:sp>
      <p:pic>
        <p:nvPicPr>
          <p:cNvPr id="4" name="Image 0" descr="/home/claude/f4/img/v2/co2_tem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CO₂ and world temperature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Evidence of Climatic Change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Climatic change is shown by the following evidence: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Instrumental records: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Thermometer records show about 1.1 °C of warming since 1850. Rainfall patterns and the length of seasons are changing.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Evidence of Climatic Change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Ice and sea evidence: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Glaciers and polar ice are melting and the sea level is rising. Ice cores show past levels of carbon dioxide and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Evidence of Climatic Change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Biological and historical evidence: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 rings, pollen and fossils show past climates. Old writings and paintings record past droughts, floods and cold periods.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Evidence of Climatic Change</a:t>
            </a:r>
            <a:endParaRPr lang="en-US" sz="3600" dirty="0"/>
          </a:p>
        </p:txBody>
      </p:sp>
      <p:pic>
        <p:nvPicPr>
          <p:cNvPr id="4" name="Image 0" descr="/home/claude/f4/img/v2/climate_evidenc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evidence of climate change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Causes of Climatic Change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Climatic change has natural and human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Changes in the Earth's orbit (Milankovitch cycles) and in solar energy change climate over long periods. Volcanic dust and El Niño change it over shorter periods.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Causes of Climatic Change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Burning coal, oil and gas and cutting forests release carbon dioxide. Farming releases methane, which adds to the greenhouse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Causes of Climatic Change</a:t>
            </a:r>
            <a:endParaRPr lang="en-US" sz="3600" dirty="0"/>
          </a:p>
        </p:txBody>
      </p:sp>
      <p:pic>
        <p:nvPicPr>
          <p:cNvPr id="4" name="Image 0" descr="/home/claude/f4/img/v2/climate_cau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natural and human causes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pieces of evidence of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Rising temperatures and melting glaciers.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natural and two human causes.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volcanoes, orbit changes. Human: burning fuels,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CO₂ and methane are ______ gases.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Ice ______ show past climates.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Warming since 1850 is about ______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two elders how the seasons have changed and write their answers.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 change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changement climatique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Glacier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glacier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Greenhouse 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 à effet de serre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 level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niveau de la 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Contemporary Environmental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Climatic Change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climatic change. Describe the evidence of climate change. Explain its natural and human causes.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evidence and causes of climate change.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Climatic Change; Evidence of Climatic Change; Causes of Climatic Change.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two elders how the seasons have changed and write their answers.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read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evidence.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melting ice.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read the left column.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fuels we burn.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“Glaciers and Sea Level Rise” by NASA Goddard Photo and Video, CC BY 2.0, via nasa (https://www.flickr.com/photos/24662369@N07/8742463970)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“Loy Yang coal power station” by John Englart (Takver), CC BY-SA 2.0, via Flickr (https://www.flickr.com/photos/81043308@N00/18269071871)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2026-09-27T09:54:43Z</dcterms:created>
  <dcterms:modified xsi:type="dcterms:W3CDTF">2026-09-27T09:54:43Z</dcterms:modified>
</cp:coreProperties>
</file>