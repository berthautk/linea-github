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4: Climatic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read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melting 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read the left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fuels we burn.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greenhouse 2. cores 3.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UPPER SIXTH ARTS  —  ENVIRONMENT AND DEVELOPMENT  —  LESSON 4</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Climatic Change</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Upper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Climate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4: Climatic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Climate change, greenhouse gases, ice core, El Niño, Milankovitch cycles.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Meaning; evidence; natural and human causes.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explain the evidence and causes of climate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climatic change.</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evidence of climate change.</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its natural and human causes.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Climate is the average weather over a long time.</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Burning fuels releases carbon dioxide.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farmers in the North say the rains now start later and stop earlier than when they were young. Scientists also show that glaciers are melting on mountains around the world.</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is changing.</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piece of evidence in the situation.</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Melting glaciers (or changing rains).</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climate change natural or human?</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but today it is mainly caused by people.</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changes in our climate.</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co2_temp_big.png">    </p:cNvPr>
          <p:cNvPicPr>
            <a:picLocks noChangeAspect="1"/>
          </p:cNvPicPr>
          <p:nvPr/>
        </p:nvPicPr>
        <p:blipFill>
          <a:blip r:embed="rId1"/>
          <a:stretch>
            <a:fillRect/>
          </a:stretch>
        </p:blipFill>
        <p:spPr>
          <a:xfrm>
            <a:off x="921585" y="1691640"/>
            <a:ext cx="10345783"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CO₂ and world temperature (approximate).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to CO₂ and temperature since 1960?</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rose steadily: CO₂ from about 317 to 414 ppm and temperature by about 1 °C.</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EVIDENCE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climate_evidence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Evidence of climate change.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EVIDENCE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pieces of evidence of climate change.</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EVIDENCE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records, melting glaciers and rising sea level.</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EVIDENCE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usa_glacier.jpg">    </p:cNvPr>
          <p:cNvPicPr>
            <a:picLocks noChangeAspect="1"/>
          </p:cNvPicPr>
          <p:nvPr/>
        </p:nvPicPr>
        <p:blipFill>
          <a:blip r:embed="rId1"/>
          <a:stretch>
            <a:fillRect/>
          </a:stretch>
        </p:blipFill>
        <p:spPr>
          <a:xfrm>
            <a:off x="2016746" y="1691640"/>
            <a:ext cx="8155459"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Melting ice.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EVIDENCE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melting ice show climate change?</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EVIDENCE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Ice melts because the air and sea are warmer.</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NATURAL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climate_cause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Natural and human causes.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NATURAL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causes of climate change.</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NATURAL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Changes in the Earth's orbit and volcanic eruptions (also the sun and El Niño).</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HUMAN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usa_powerplant.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coal power station.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HUMAN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power stations change the climate?</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HUMAN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coal releases CO₂, a greenhouse gas that traps heat.</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Climatic Change</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Climate Change</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 Climatic Change</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Climatic change: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long-term change in the average climate of a place or of the world.</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Greenhouse gases: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gases like CO₂ and methane that trap heat in the atmosphere.</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Evidence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Records: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Thermometer records show about 1.1 °C of warming since 1850. Rainfall patterns are changing.</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Ice and sea: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Glaciers and ice sheets are melting and sea level is rising. Ice cores show past climates.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Nature: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Tree rings, pollen and fossils show past changes. Plants and animals now move to cooler places.</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Evidence (2/2)</a:t>
            </a:r>
            <a:endParaRPr lang="en-US" sz="3600" dirty="0"/>
          </a:p>
        </p:txBody>
      </p:sp>
      <p:pic>
        <p:nvPicPr>
          <p:cNvPr id="13" name="Image 0" descr="/home/claude/f4/img/v2/climate_evidence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evidence.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Causes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Natural causes: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Changes in the Earth's orbit and the sun's energy change climate over long periods. Volcanic dust and El Niño cause short changes.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Human causes: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Burning coal, oil and gas and deforestation add greenhouse gases. Cattle, rice fields and fertilisers add methane and nitrous oxide.</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evidence of climate change.</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temperatures and melting glaciers.</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and two human causes.</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volcanoes, orbit changes. Human: burning fuels, deforestation.</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CO₂ and methane are ______ gases.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Ice ______ show past climates.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Warming since 1850 is about ______ °C.</a:t>
            </a:r>
            <a:endParaRPr lang="en-US" sz="3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elders how the seasons have changed and write their answers.</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5: Global Warming.</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Climate change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changement climatique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Evidence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preuve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Glacier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glacier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Greenhouse gas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gaz à effet de serre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Volcano</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volcan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Sea level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niveau de la mer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Contemporary Environmental Issues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4: Climatic Change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climatic change. Describe the evidence of climate change. Explain its natural and human causes.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explain the evidence and causes of climate change.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Climatic change, Greenhouse gases; II. Evidence: Records, Ice and sea, Nature; III. Causes: Natural causes, Human causes.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Ask two elders how the seasons have changed and write their answers.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7 (Environment and Development).</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“Glaciers and Sea Level Rise” by NASA Goddard Photo and Video, CC BY 2.0, via nasa (https://www.flickr.com/photos/24662369@N07/8742463970)</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“Loy Yang coal power station” by John Englart (Takver), CC BY-SA 2.0, via Flickr (https://www.flickr.com/photos/81043308@N00/18269071871)</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2026-09-26T20:42:34Z</dcterms:created>
  <dcterms:modified xsi:type="dcterms:W3CDTF">2026-09-26T20:42:34Z</dcterms:modified>
</cp:coreProperties>
</file>