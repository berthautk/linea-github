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Climatic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Contemporary Environmental Issues, and the sub-topic is Climate Change. The key notions we shall use today are: climate change, greenhouse gases, ice core, El Niño, Milankovitch cycles. At the end, you should be able to do this: learners are able to explain the evidence and causes of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Soil Erosion. The question was: Observe a slope near your home and suggest two ways to protect its soil.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Examples: plant grass or trees on the slope; build stone lines or terraces across it; plough along the contours; mulch the bare soil.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climatic change. Number 2: describe the evidence of climate change. Number 3: explain its natural and human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Climate is the average weather over a long time. Burning fuels releases carbon dioxide.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Old farmers in the North say the rains now start later and stop earlier than when they were young. Scientists also show that glaciers are melting on mountains around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climate is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piece of evidence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Melting glaciers (or changing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Is climate change natural or human?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Both, but today it is mainly caused by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reduce greenhouse gas emissions in daily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changes in our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cO₂ and world temperature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happened to CO₂ and temperature since 1960?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Both rose steadily: CO₂ from about 317 to 414 ppm and temperature by about 1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evidence of climate change.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three pieces of evidence of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Weather records, melting glaciers and rising sea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melting ice.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melting ice show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Ice melts because the air and sea are warmer.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natural and human causes.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natural causes of climate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Changes in the Earth's orbit and volcanic eruptions (also the sun and El Niño).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coal power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power stations change the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Burning coal releases CO₂, a greenhouse gas that traps heat.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Climatic Change. Climatic change can be defined as follows. On this slide we have Climatic change.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Climatic Change. On this slide we have Greenhouse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cO₂ and world temperature (approximate).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Evidence of Climatic Change. Climatic change is shown by the following evidence. On this slide we have Instrumental records.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Climatic Change. On this slide we have Ice and sea evidence.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Evidence of Climatic Change. On this slide we have Biological and historical evidence.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evidence of climate change.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Climatic Change. Climatic change has natural and human causes. On this slide we have Natural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Climatic Change. On this slide we have Human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natural and human causes.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pieces of evidence of climate change.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rising temperatures and melting glaciers.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natural and two human causes.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natural: volcanoes, orbit changes. Human: burning fuels, deforestation.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greenhouse; number 2, cores; number 3, number 1,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Ask two elders how the seasons have changed and write their answers.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Global Warming.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 CLIMATIC CHANGE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Climatic Change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Contemporary Environmental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Climatic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 change, greenhouse gases, ice core, El Niño, Milankovitch cycles.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evidence; natural and human causes.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evidence and causes of climate change.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Soil Erosion):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a slope near your home and suggest two ways to protect its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Examples: plant grass or trees on the slope; build stone lines or terraces across it; plough along the contours; mulch the bare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climatic change.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evidence of climate change.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its natural and human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the average weather over a long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Burning fuels releases carbon dioxide.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farmers in the North say the rains now start later and stop earlier than when they were young. Scientists also show that glaciers are melting on mountains around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is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piece of evidence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Melting glaciers (or changing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climate change natural or human?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but today it is mainly caused by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Reduce greenhouse gas emissions in daily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changes in our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CLIMATIC CHANGE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o2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CO₂ and world temperature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CLIMATIC CHANGE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to CO₂ and temperature since 1960?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CLIMATIC CHANGE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Both rose steadily: CO₂ from about 317 to 414 ppm and temperature by about 1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limate_eviden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Evidence of climate 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pieces of evidence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records, melting glaciers and rising sea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glacier.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Melting ice.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melting ice show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EVIDENCE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Ice melts because the air and sea are warmer.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limate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Natural and human causes.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causes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NATURAL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Changes in the Earth's orbit and volcanic eruptions (also the sun and El Niño).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powerplan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coal power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power stations change the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HUMAN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coal releases CO₂, a greenhouse gas that traps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Contemporary Environmental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Climate Change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Climatic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Climatic Change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Climatic change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Climatic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long-term change in the average climate of a place or of the world. It concerns temperature, rainfall and winds over decades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Climatic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gases such as carbon dioxide, methane and water vapour that trap heat in the atmosphere. Their amount has risen sharply since 1850.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Climatic Change</a:t>
            </a:r>
            <a:endParaRPr lang="en-US" sz="3600" dirty="0"/>
          </a:p>
        </p:txBody>
      </p:sp>
      <p:pic>
        <p:nvPicPr>
          <p:cNvPr id="4" name="Image 0" descr="/home/claude/f4/img/v2/co2_tem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CO₂ and world temperature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Climatic Change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Climatic change is shown by the following evidence: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Instrumental records: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Thermometer records show about 1.1 °C of warming since 1850. Rainfall patterns and the length of seasons are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Climatic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Ice and sea 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Glaciers and polar ice are melting and the sea level is rising. Ice cores show past levels of carbon dioxide and temperature.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Climatic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Biological and historical evidence: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 rings, pollen and fossils show past climates. Old writings and paintings record past droughts, floods and cold periods.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Evidence of Climatic Change</a:t>
            </a:r>
            <a:endParaRPr lang="en-US" sz="3600" dirty="0"/>
          </a:p>
        </p:txBody>
      </p:sp>
      <p:pic>
        <p:nvPicPr>
          <p:cNvPr id="4" name="Image 0" descr="/home/claude/f4/img/v2/climate_evidenc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evidence of climate change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Climatic Change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Climatic change has natural and human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Changes in the Earth's orbit (Milankovitch cycles) and in solar energy change climate over long periods. Volcanic dust and El Niño change it over shorter periods.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Climatic Change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Human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coal, oil and gas and cutting forests release carbon dioxide. Farming releases methane, which adds to the greenhouse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Causes of Climatic Change</a:t>
            </a:r>
            <a:endParaRPr lang="en-US" sz="3600" dirty="0"/>
          </a:p>
        </p:txBody>
      </p:sp>
      <p:pic>
        <p:nvPicPr>
          <p:cNvPr id="4" name="Image 0" descr="/home/claude/f4/img/v2/climate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natural and human causes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pieces of evidence of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Rising temperatures and melting glaciers.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and two human causes.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volcanoes, orbit changes. Human: burning fuels,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CO₂ and methane are ______ gases.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Ice ______ show past climates.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Warming since 1850 is about ______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Ask two elders how the seasons have changed and write their answers.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Global Warming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 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changement climatique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Evidence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preuve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Glacier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glacier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Greenhouse 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 à effet de serre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Sea level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niveau de la mer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Contemporary Environmental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Climatic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climatic change. Describe the evidence of climate change. Explain its natural and human causes.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evidence and causes of climate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Climatic Change; Evidence of Climatic Change; Causes of Climatic Change.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Ask two elders how the seasons have changed and write their answers.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graph.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evidence.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melting ice.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left column.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fuels we burn.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“Glaciers and Sea Level Rise” by NASA Goddard Photo and Video, CC BY 2.0, via nasa (https://www.flickr.com/photos/24662369@N07/8742463970)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“Loy Yang coal power station” by John Englart (Takver), CC BY-SA 2.0, via Flickr (https://www.flickr.com/photos/81043308@N00/18269071871)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2026-09-27T10:08:18Z</dcterms:created>
  <dcterms:modified xsi:type="dcterms:W3CDTF">2026-09-27T10:08:18Z</dcterms:modified>
</cp:coreProperties>
</file>