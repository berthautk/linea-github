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Lst>
  <p:notesMasterIdLst>
    <p:notesMasterId r:id="rId5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International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trade, export, import, comparative advantage, balance of trade, balance of payments, TRIAD, OPEC. At the end, you should be able to do this: learners are able to explain international trade and analyse the trade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Globalisation. The question was: List ten objects in your home and the country where each was made.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phone (China), television (South Korea), rice (Thailand or Vietnam), car (Japan), shoes (China), fabric (Netherlands or China), soap (Cameroon). Most objects come from Asia, showing globalisation.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comparative advantage. Number 2: distinguish balance of trade and balance of payments. Number 3: describe the main directions of world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exports cocoa and oil. Cameroon imports cars and rice.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sells cocoa, oil and timber but buys rice, cars and medicines. In some years it spends more on imports than it earns from exports.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imports more than it exports.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difference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balance of trade (a deficit).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exports of Cameroon.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Cocoa and 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buy local products and support processing before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world trade and Cameroon's place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comparative advantage (hypothetical).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should Cameroon specialise in cocoa here?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relatively better at cocoa, so both countries gain by trading.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balance of trade and payments.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balance of trade and balance of payments.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Trade: exports minus imports of goods. Payments: all money in and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exports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type of goods does Cameroon mainly export?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Raw materials: oil, cocoa and timber.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sacks of cocoa beans for export.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is exporting raw materials a problem?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Prices are low and change a lot, while manufactured imports are costly.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TRIAD and main flows.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the TRIAD?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North America, Europe and East Asia, which control most world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Principles of Trade. International trade can be explained as follows. On this slide we have International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Principles of Trade. On this slide we have Brief history.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Principles of Trade. On this slide we have Comparative advantage.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comparative advantage (hypothetical).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Balance of Trade and Balance of Payments. A country's trade is measured as follows. On this slide we have Balance of trade.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Balance of Trade and Balance of Payments. On this slide we have Balance of payments.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balance of trade and payments.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and Directions of Trade. World trade has the following components and directions. On this slide we have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Directions of Trade. On this slide we have Links between MEDCs, LEDCs and OPEC.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Components and Directions of Trade. On this slide we have The TRIAD.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TRIAD and main flows.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Exports 800, imports 1,000. Find the balance of trade.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800 − 1,000 = −200 (a deficit).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Name the three parts of the TRIAD.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north America, Europe and East Asia.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exports; number 2, deficit; number 3, OPEC.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the main trading partners of Cameroon and draw a flow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Trade Associations (Trade Blocs).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INTERNATIONAL TRADE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International Trade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International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export, import, comparative advantage, balance of trade, balance of payments, TRIAD, OPEC.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Brief history; comparative advantage; balance of trade and payments; main directions and components; trade links between MEDCs, LEDCs and OPEC; major trade routes (the TRIAD).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international trade and analyse the trade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Globalisation):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ten objects in your home and the country where each was made.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phone (China), television (South Korea), rice (Thailand or Vietnam), car (Japan), shoes (China), fabric (Netherlands or China), soap (Cameroon). Most objects come from Asia, showing globalisation.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comparative advantage.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Distinguish balance of trade and balance of payments.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main directions of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exports cocoa and oil.</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imports cars and 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sells cocoa, oil and timber but buys rice, cars and medicines. In some years it spends more on imports than it earns from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imports more than it exports.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balance of trade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exports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Cocoa and 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Buy local products and support processing before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world trade and Cameroon's place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COMPARATIVE ADVANTAGE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omp_ad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Comparative advantage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COMPARATIVE ADVANTAGE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should Cameroon specialise in cocoa 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COMPARATIVE ADVANTAGE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relatively better at cocoa, so both countries gain by trading.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BALANCES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bala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Balance of trade and payments.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BALANCES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balance of trade and balance of payments.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BALANCES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exports minus imports of goods. Payments: all money in and out.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Exports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goods does Cameroon mainly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Raw materials: oil, cocoa and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ack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Sacks of cocoa beans for export.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exporting raw materials a problem?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Prices are low and change a lot, while manufactured imports are costly.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DIRECTIONS AND ROUTES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TRIAD and main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DIRECTIONS AND ROUTES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TRIAD?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DIRECTIONS AND ROUTES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America, Europe and East Asia, which control most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International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International trade can be explained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International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exchange of goods and services between countries. Exports are sold abroad and imports are bought from abroad.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Brief history: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grew from the colonial trade in raw materials to today's world market. GATT (1947) and the WTO (1995) reduced trade barriers.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Comparative advantage: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country gains by specialising in what it produces at the lowest relative cost. It then trades for the other goods it needs.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Principles of Trade</a:t>
            </a:r>
            <a:endParaRPr lang="en-US" sz="3600" dirty="0"/>
          </a:p>
        </p:txBody>
      </p:sp>
      <p:pic>
        <p:nvPicPr>
          <p:cNvPr id="4" name="Image 0" descr="/home/claude/f4/img/v2/comp_adv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comparative advantage (hypothetical)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Balance of Trade and Balance of Payments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 country's trade is measured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Balance of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value of exports of goods minus the value of imports. It is positive (a surplus) when exports are greater.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Balance of Trade and Balance of Payments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Balance of payments: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record of all money flows with other countries. It includes goods, services, loans, aid and money sent home by migrants.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Balance of Trade and Balance of Payments</a:t>
            </a:r>
            <a:endParaRPr lang="en-US" sz="3600" dirty="0"/>
          </a:p>
        </p:txBody>
      </p:sp>
      <p:pic>
        <p:nvPicPr>
          <p:cNvPr id="4" name="Image 0" descr="/home/claude/f4/img/v2/balanc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balance of trade and payments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World trade has the following components and directions: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LEDCs export raw materials and import manufactured goods. MEDCs export machines, cars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Links between MEDCs, LEDCs and OPEC: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OPEC countries export oil to all regions and import goods and food. LEDCs trade mostly with MEDCs and China, and little among themselves.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TRIAD: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America, Europe and East Asia form the TRIAD and control most world trade. The main routes cross the North Atlantic and the Pacific.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Components and Directions of Trade</a:t>
            </a:r>
            <a:endParaRPr lang="en-US" sz="3600" dirty="0"/>
          </a:p>
        </p:txBody>
      </p:sp>
      <p:pic>
        <p:nvPicPr>
          <p:cNvPr id="4" name="Image 0" descr="/home/claude/f4/img/v2/triad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TRIAD and main flows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Exports 800, imports 1,000. Find the balance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800 − 1,000 = −200 (a deficit).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parts of the TRIAD.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North America, Europe and 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Goods sold abroad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More imports than exports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oil exporters' group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main trading partners of Cameroon and draw a flow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Trade Associations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commerce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L'importation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 of trade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balance commerciale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déficit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Surplus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L'excédent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International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comparative advantage. Distinguish balance of trade and balance of payments. Describe the main directions of world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international trade and analyse the trade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Principles of Trade; Balance of Trade and Balance of Payments; Components and Directions of Trade.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the main trading partners of Cameroon and draw a flow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the figures.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calculate an example.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bars.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cocoa prices.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read the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“Sacks of Cocoa Beans” by D-Stanley, CC BY 2.0, via Flickr (https://www.flickr.com/photos/79721788@N00/20795057229)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57</Slides>
  <Notes>57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57</vt:i4>
      </vt:variant>
    </vt:vector>
  </HeadingPairs>
  <TitlesOfParts>
    <vt:vector size="6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2026-09-27T10:31:54Z</dcterms:created>
  <dcterms:modified xsi:type="dcterms:W3CDTF">2026-09-27T10:31:54Z</dcterms:modified>
</cp:coreProperties>
</file>