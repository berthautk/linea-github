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International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export, import, comparative advantage, balance of trade, balance of payments, TRIAD, OPEC. At the end, you should be able to do this: learners are able to explain international trade and analyse the trade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Globalisation. The question was: List ten objects in your home and the country where each was made.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television (South Korea), rice (Thailand or Vietnam), car (Japan), shoes (China), fabric (Netherlands or China), soap (Cameroon). Most objects come from Asia, showing globalisation.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comparative advantage. Number 2: distinguish balance of trade and balance of payments. Number 3: describe the main directions of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and oil. Cameroon imports cars and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cocoa, oil and timber but buys rice, cars and medicines. In some years it spends more on imports than it earns from exports.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imports more than it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balance of trade (a deficit).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exports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local products and support processing before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Cameroon's place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comparative advantage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should Cameroon specialise in cocoa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relatively better at cocoa, so both countries gain by trading.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balance of trade and payments.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balance of trade and balance of payments.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exports minus imports of goods. Payments: all money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goods does Cameroon mainly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oil, cocoa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sacks of cocoa beans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exporting raw materials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Prices are low and change a lot, while manufactured imports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TRIAD and main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TRIAD?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America, Europe and East Asia, which control most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Principles of Trade. International trade can be explained as follows. On this slide we have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Comparative advantage.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comparative advantage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Balance of Trade and Balance of Payments. A country's trade is measured as follows. On this slide we have Balance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Balance of Trade and Balance of Payments. On this slide we have Balance of payments.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balance of trade and payments.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and Directions of Trade. World trade has the following components and directions.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Links between MEDCs, LEDCs and OPEC.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The TRIAD.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TRIAD and main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Exports 800, imports 1,000. Find the balance of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800 − 1,000 = −200 (a deficit).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parts of the TRIAD.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north America, Europe and East Asia.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deficit; number 3, OPEC.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main trading partners of Cameroon and draw a flow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Trade Associations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INTERNATIONAL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International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International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export, import, comparative advantage, balance of trade, balance of payments, TRIAD, OPEC.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Brief history; comparative advantage; balance of trade and payments; main directions and components; trade links between MEDCs, LEDCs and OPEC; major trade routes (the TRIAD).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television (South Korea), rice (Thailand or Vietnam), car (Japan), shoes (China), fabric (Netherlands or China), soap (Cameroon). Most objects come from Asia, showing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comparative advantage.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directions of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imports cars and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cocoa, oil and timber but buys rice, cars and medicines. In some years it spends more on imports than it earns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imports more than it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of trade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exports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local products and support processing before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Cameroon's place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should Cameroon specialise in cocoa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relatively better at cocoa, so both countries gain by trading.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exports minus imports of goods. Payments: all money in and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goods does Cameroon mainly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oil, cocoa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beans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exporting raw materials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are low and change a lot, while manufactured imports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which control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International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exchange of goods and services between countries. Exports are sold abroad and imports are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grew from the colonial trade in raw materials to today's world market. GATT (1947) and the WTO (1995) reduced trade barriers.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Comparative advantage: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gains by specialising in what it produces at the lowest relative cost. It then trades for the other goods it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country's trade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exports of goods minus the value of imports. It is positive (a surplus) when exports are greater.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payments: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all money flows with other countries. It includes goods, services, loans, aid and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has the following components and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LEDCs export raw materials and import manufactured goods. MEDCs export machines, cars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between MEDCs, LEDCs and OPEC: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OPEC countries export oil to all regions and import goods and food. LEDCs trade mostly with MEDCs and China, and little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TRIAD: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form the TRIAD and control most world trade. The main routes cross the North Atlantic and the Pacific.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800, imports 1,000. Find the balance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800 − 1,000 = −200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parts of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More imports than exports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exporters' group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International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comparative advantage. Distinguish balance of trade and balance of payments. Describe the main directions of world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Principles of Trade; Balance of Trade and Balance of Payments; Components and Directions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main trading partners of Cameroon and draw a flow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cocoa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2026-09-29T03:13:16Z</dcterms:created>
  <dcterms:modified xsi:type="dcterms:W3CDTF">2026-09-29T03:13:16Z</dcterms:modified>
</cp:coreProperties>
</file>