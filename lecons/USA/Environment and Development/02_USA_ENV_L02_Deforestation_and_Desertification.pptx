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Deforestation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Environmental Degradation. The key notions we shall use today are: deforestation, desertification, overgrazing, afforestation, reforestation, Green Wall. At the end, you should be able to do this: learners are able to explain the causes and consequences of deforestation and desertification and propose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Pollution. The question was: List the sources of pollution around your home and suggest one solution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burning rubbish (solution: collect and compost or recycle it); smoke from old cars (service engines); plastic bags in gutters (reuse or collect them); latrines near wells (build them far from and below the well).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deforestation and desertification with examples. Number 2: explain their causes and consequences. Number 3: propose preventive and corrective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Trees protect the soil. The Far North of Cameroon is close to the Sahara.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East Region, large areas of forest are cut for timber and farms. In the Far North, trees are cut for firewood, cattle eat all the grass and sand begins to cover fields.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Forests are destroyed and land is becoming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loss of forest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spread of desert conditions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use improved stoves to save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forests and fight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cleared by logging.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deforestation?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removal of forests for timber, farming 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causes of deforestation.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causes of deforestation.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logging and fuelwood (also mining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Sahel, at risk of desertification.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desertification most serious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Sahel, south of the Sahara, including the Far North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desertification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overgrazing lead to desertification?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remove plants, the soil is bare and is eroded by wind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measures against desertification.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 planting (Green Wall, Sahel Vert) and controlled grazing (also improved stoves).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of Deforestation. Deforestation has the following causes and consequences.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of Deforestation.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causes of deforestation.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of Desertification. Desertification has the following causes and consequences. On this slide we have Physical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of Desertification. On this slide we have Human causes and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desertification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The following measures fight deforestation and desertification. On this slide we have Preventive measures.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On this slide we have Corrective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desertification and give two causes.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spread of desert conditions; overgrazing and cutting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preventive and two corrective measures.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preventive: controlled grazing, improved stoves. Corrective: reforestation, stone lines.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overgrazing; number 3,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an elder about changes in trees and grass in your area over the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Soil Erosion.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DEFORESTATION AND DESERTIFICATION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Deforestation and Desertification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Deforestation and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desertification, overgrazing, afforestation, reforestation, Green Wall.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examples; causes; consequences; preventive and corrective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consequences of deforestation and desertification and propose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Pollution):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pollution around your home and suggest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burning rubbish (solution: collect and compost or recycle it); smoke from old cars (service engines); plastic bags in gutters (reuse or collect them); latrines near wells (build them far from and below the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deforestation and desertification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preventive and corrective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protect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Far North of Cameroon is close to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 large areas of forest are cut for timber and farms. In the Far North, trees are cut for firewood, cattle eat all the grass and sand begins to cover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destroyed and land is becoming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loss of forest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spread of desert conditions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use improved stoves to save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forests and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DEFORESTATION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cleared by logging.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removal of forests for timber, farming 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DEFORESTATION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forest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of deforestation.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causes of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logging and fuelwood (also mining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DESERTIFICATION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ahel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Sahel, at risk of desertification.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desertification most serious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Sahel, south of the Sahara, including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DESERTIFICATION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esert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desertification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overgrazing lead to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remove plants, the soil is bare and is eroded by wind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planting (Green Wall, Sahel Vert) and controlled grazing (also improved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Deforestation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removal of forest cover by people. It is fast in the Amazon, the Congo Basin and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spread of desert conditions into semi-arid lands. It is serious in the Sahel, including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of Deforestation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has the following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commercial logging, fuelwood, mining and road building remove forests. Rapid population growth increases the demand for land and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of Deforestation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causes soil erosion, loss of biodiversity and changes in local rainfall. It also releases carbon dioxide and so adds to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of Deforestation</a:t>
            </a:r>
            <a:endParaRPr lang="en-US" sz="3600" dirty="0"/>
          </a:p>
        </p:txBody>
      </p:sp>
      <p:pic>
        <p:nvPicPr>
          <p:cNvPr id="4" name="Image 0" descr="/home/claude/f4/img/v2/deforest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causes of deforestation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of Desertification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Desertification has the following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droughts and high temperatures dry out the vegetation. Strong winds then remove the loose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of Desertification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overcultivation and cutting trees for fuel leave the soil bare. Bush fires and population pressure make the problem worse.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 reduces crops and pasture and causes famine. People migrate to towns or to wetter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of Desertification</a:t>
            </a:r>
            <a:endParaRPr lang="en-US" sz="3600" dirty="0"/>
          </a:p>
        </p:txBody>
      </p:sp>
      <p:pic>
        <p:nvPicPr>
          <p:cNvPr id="4" name="Image 0" descr="/home/claude/f4/img/v2/desert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desertification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measures fight deforestation and desertification: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Preventive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Controlled logging, protected areas and improved stoves reduce tree cutting. Controlled grazing protects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Corrective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afforestation replace lost trees. The Great Green Wall project and the Sahel Vert operation plant trees across 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desertification and give two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spread of desert conditions; overgrazing and cutting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preventive and two corrective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Preventive: controlled grazing, improved stoves. Corrective: reforestation, stone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Removing forests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animals on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again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changes in trees and grass in your area over the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 planting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Deforestation and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deforestation and desertification with examples. Explain their causes and consequences. Propose preventive and corrective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consequences of deforestation and desertification and propose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and Consequences of Deforestation; Causes and Consequences of Desertification;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an elder about changes in trees and grass in your area over the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cut forests you know.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causes in your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follow the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tree planting.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2026-09-29T03:13:15Z</dcterms:created>
  <dcterms:modified xsi:type="dcterms:W3CDTF">2026-09-29T03:13:15Z</dcterms:modified>
</cp:coreProperties>
</file>