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Globalisation.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Globalisation. The key notions we shall use today are: globalisation, transnational corporation (TNC), containerisation, ICT, shrinking world. At the end, you should be able to do this: learners are able to explain globalisation, its factors and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New Industrial Strategy for Development. The question was: Compare South Korea and Cameroon in 1960 and today using two indicators.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in 1960 both were poor farming countries with GNI per person below 200 US$. Today South Korea has over 30,000 US$ and exports cars and electronics, while Cameroon has about 1,600 US$ and exports raw materials.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globalisation and its components. Number 2: explain the factors of globalisation. Number 3: evaluate its positive and negative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goods in our markets come from abroad. Phones connect people across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in Garoua wears clothes made in China, uses a phone designed in the USA and watches European football. Her uncle grows cotton that is sold to Asia.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Our lives are linked to the whole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process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thing that makes it possible.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Phones and internet (or ships and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globalisation to learn and trade while protecting local culture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the world is becoming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components of globalisation.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components of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 capital, people and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containers carrying goods worldwide.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transnational corporation?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company that operates in many countries, like Total or Nestlé.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faster transport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did transport make the world "shrink"?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Faster ships and jets reduced travel time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internet café.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ICT help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Internet and phones send information and money instantly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positive and negative impacts.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positive and two negative impacts of globalisation.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jobs, cheap goods. Negative: loss of culture, dependence on TNCs.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Components. Globalisation can be defined as follows. On this slide we have Globalisation.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Components. On this slide we have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Components. On this slide we have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globalisation.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Globalisation. Globalisation is driven by the following factors. On this slide we have TNCs.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Globalisation. On this slide we have Shipping and air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Globalisation. On this slide we have ICT.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faster transport has shrunk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Globalisation. Globalisation has the following impacts. On this slide we have Positive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Globalisation. On this slide we have Negative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positive and negative impacts.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factors of globalisation.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tNCs, container shipping and ICT.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TNCs for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jobs. Disadvantage: profits go abroad.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TNC; number 2, containers; number 3,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ten objects in your home and the country where each was made.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International Trade.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GLOBALISATION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Globalisation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Globalisation, transnational corporation (TNC), containerisation, ICT, shrinking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components; evidence; factors (TNCs, shipping and containerisation, air transport, ICT); positive and negative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globalisation, its factors and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New Industrial Strategy for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South Korea and Cameroon in 1960 and today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in 1960 both were poor farming countries with GNI per person below 200 US$. Today South Korea has over 30,000 US$ and exports cars and electronics, while Cameroon has about 1,600 US$ and exports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globalisation and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globalisation.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its positive and negative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goods in our markets come from abroad.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Phones connect people across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in Garoua wears clothes made in China, uses a phone designed in the USA and watches European football. Her uncle grows cotton that is sold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Our lives are linked to the whole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process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thing that makes it possible.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Phones and internet (or ships and planes).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globalisation to learn and trade while protecting local culture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the world is becoming one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lob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Components of globalisation.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capital, people and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TNCs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Containers carrying goods worldwide.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TNCs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transnational corporation?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TNCs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that operates in many countries, like Total or Nestlé.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rinking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Faster transport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transport make the world "shrink"?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Faster ships and jets reduced travel time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ICT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interne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internet café.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ICT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ICT help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ICT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Internet and phones send information and money instantly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lob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Positive and negative impacts.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impacts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jobs, cheap goods. Negative: loss of culture, dependence on TNCs.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Globalisation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Components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Globalisation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growing links between countries through trade, money, people and information. The world behaves more and more like one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Components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globalisation concerns trade and investment, and cultural globalisation concerns music, food and fashion. Political and technological globalisation also link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Components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from many countries are sold everywhere and TNCs operate worldwide. The same brands, films and ideas spread across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Components</a:t>
            </a:r>
            <a:endParaRPr lang="en-US" sz="3600" dirty="0"/>
          </a:p>
        </p:txBody>
      </p:sp>
      <p:pic>
        <p:nvPicPr>
          <p:cNvPr id="4" name="Image 0" descr="/home/claude/f4/img/v2/glob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globalisation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Globalisation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Globalisation is driven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TNCs: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transnational corporation has its headquarters in one country and branches in many others. Firms like Total or Nestlé move money, jobs and technology across borders.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Globalisation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Shipping and 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Containerisation and giant ships have made sea transport cheap. Jet aircraft carry people and valuable goods quickly, so the world has "shrunk".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Globalisation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internet and mobile phones share information instantly. They allow online banking, trade and communication worldwide.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Globalisation</a:t>
            </a:r>
            <a:endParaRPr lang="en-US" sz="3600" dirty="0"/>
          </a:p>
        </p:txBody>
      </p:sp>
      <p:pic>
        <p:nvPicPr>
          <p:cNvPr id="4" name="Image 0" descr="/home/claude/f4/img/v2/shrinking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faster transport has shrunk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Globalisation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Globalisation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Globalisation brings investment, jobs, cheap goods and new ideas. Poor countries can export more and receive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Globalisation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industries may die from competition and profits often go to rich countries. It can also spread diseases, pollution and loss of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Globalisation</a:t>
            </a:r>
            <a:endParaRPr lang="en-US" sz="3600" dirty="0"/>
          </a:p>
        </p:txBody>
      </p:sp>
      <p:pic>
        <p:nvPicPr>
          <p:cNvPr id="4" name="Image 0" descr="/home/claude/f4/img/v2/glob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positive and negative impacts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TNCs, container shipping and 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TNCs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jobs. Disadvantage: profits go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company in many countries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Metal boxes for goods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Internet and phones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ten objects in your home and the country where each was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International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mondialisation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Company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L'entreprise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Container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conteneur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Globalisation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globalisation and its components. Explain the factors of globalisation. Evaluate its positive and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globalisation, its factors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Components; Factors of Globalisation; Impacts of Globalisation.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ten objects in your home and the country where each was made.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an example of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TNCs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phone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sort the impacts.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“Woman uses a computer in an internet cafe” by World Bank Photo Collection, CC BY-NC-ND 2.0, via Flickr (https://www.flickr.com/photos/10816734@N03/7556691396)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2026-09-29T03:13:16Z</dcterms:created>
  <dcterms:modified xsi:type="dcterms:W3CDTF">2026-09-29T03:13:16Z</dcterms:modified>
</cp:coreProperties>
</file>