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5: Global Warming.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local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clean energy.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sort the measures.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mitigation 2. adaptation 3. Paris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Warming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 Change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Global Warming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warming, greenhouse effect, mitigation, adaptation, Paris Agreement.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trends; causes and consequences; adaptation and mitigation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global warming and propose adaptation and mitigation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global warming and describe its trend.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its causes and consequences.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and propose mitigation and adaptation measures.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 gases trap heat.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is getting warmer.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Sahel, droughts are more frequent; on the coast, the sea eats into the beaches of Limbe and Kribi. The government of Cameroon has signed the Paris Agreement to reduce emissions.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Global warming affects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effects in the situation.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Droughts and coastal erosion.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did the government sign?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Paris Agreement.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global warming and how to respond to it.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greenhous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greenhouse effect.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the greenhouse effect.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Sunlight warms the Earth and greenhouse gases trap part of the heat.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o2_tem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CO₂ and temperature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warming called "enhanced" today?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add extra greenhouse gases, so more heat is trapped.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CONSEQUENCES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warming_impac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Impacts of global warming.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CONSEQUENCES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consequences of global warming.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CONSEQUENCES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Sea-level rise, droughts and more malaria.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sol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Solar panels.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solar energy mitigate global warming?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produces electricity without greenhouse gases.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ADAPTATION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mit_adap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Mitigation and adaptation.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ADAPTATION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mitigation and adaptation.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ADAPTATION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Mitigation reduces the causes; adaptation helps people live with the effects.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Global Warming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Contemporary Environmental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Climate Change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Global Warming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Global warming: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rise in the average temperature of the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Mitigation: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reducing the causes of global warming.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Adaptation: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adjusting our lives to the effects of global warming.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Causes and Consequences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Extra greenhouse gases from fuels, deforestation and farming enhance the greenhouse effect. More heat is trapped.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Consequences: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 level rises, ice melts and storms, floods and droughts become stronger. Crops fail and diseases spread.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Causes and Consequences (2/2)</a:t>
            </a:r>
            <a:endParaRPr lang="en-US" sz="3600" dirty="0"/>
          </a:p>
        </p:txBody>
      </p:sp>
      <p:pic>
        <p:nvPicPr>
          <p:cNvPr id="13" name="Image 0" descr="/home/claude/f4/img/v2/greenhous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greenhouse effect.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Measures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Mitigation: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Renewable energy, energy saving and tree planting reduce emissions. The Paris Agreement (2015) aims to keep warming well below 2 °C.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Adaptation: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Drought-resistant crops, water harvesting and sea walls reduce damage. Early warnings protect people.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causes and two consequences of global warming.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Causes: burning fuels, deforestation. Consequences: sea-level rise, droughts.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mitigation and one adaptation measure.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Mitigation: solar power. Adaptation: drought-resistant crops.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Reducing the causes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Living with the effects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2015 climate treaty is the ______ Agreement.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 three actions your school can take to reduce greenhouse gases.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Flooding.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warming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réchauffement climatique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chaleur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L'atténuation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Renewable energy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L'énergie renouvelable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Emissions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émissions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Global Warming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global warming and describe its trend. Explain its causes and consequences. Distinguish and propose mitigation and adaptation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global warming and propose adaptation and mitigation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Global warming, Mitigation, Adaptation; II. Causes and Consequences: Causes, Consequences; III. Measures: Mitigation, Adaptation.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 three actions your school can take to reduce greenhouse gases.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“Noor Ouarzazate III Solar Plant” by Richard Allaway, CC BY 2.0, via Flickr (https://www.flickr.com/photos/16287002@N00/52769922684)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2026-09-26T20:42:34Z</dcterms:created>
  <dcterms:modified xsi:type="dcterms:W3CDTF">2026-09-26T20:42:34Z</dcterms:modified>
</cp:coreProperties>
</file>