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9: New Industrial Strategy for Development.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name NICs.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strategies.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cheap labour.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tigers 2. export 3. free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ENVIRONMENT AND DEVELOPMENT  —  LESSON 9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Industrial Strategy for Development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7: Understanding and managing contemporary environmental and development issues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Development Issues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Strategies to Redress Underdevelopment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9: New Industrial Strategy for Development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Newly industrialised country (NIC), Asian tigers, export-led growth, enabling environment, free zone.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NICs; classification (generations); strategies used by NICs (enabling environment).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NICs developed and what Cameroon can learn from them.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an NIC and give examples.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NICs into generations.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strategies of NICs.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creates jobs and wealth.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electronics come from Asia.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1960, South Korea was as poor as many African countries. Today it makes phones, cars and ships sold in Cameroon. Students wonder how it developed so fast.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some poor countries developed fast.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such countries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Newly industrialised countries (NICs).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product they export.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Phones (or cars, ships).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learn from countries that industrialised quickly.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sa_singap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Singapore, an Asian tiger.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an NIC?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country that has industrialised quickly since the 1960s, like South Korea or Singapore.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nic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Generations of NICs.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first-generation Asian tigers.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South Korea, Taiwan, Singapore and Hong Kong.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WORLD PATTERN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industry_worl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Old and new industrial regions.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WORLD PATTERN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are most NICs located?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WORLD PATTERN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East and South-East Asia (also Brazil and Mexico).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STRATEGIES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nic_strategi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Strategies of NICs.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STRATEGIES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strategies used by NICs.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STRATEGIES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Strong state support, export-led growth and education (also foreign investment).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EXPORT INDUSTRIES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usa_electron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Workers in an electronics factory.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EXPORT INDUSTRIES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NICs start with labour-intensive industries?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EXPORT INDUSTRIES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had cheap, hard-working labour but little capital.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New Industrial Strategy for Development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Current Development Issues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Global Strategies to Redress Underdevelopment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9: New Industrial Strategy for Development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NIC: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country that has changed quickly from farming to industry since the 1960s.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Export-led growth: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development based on producing goods for sale abroad.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Classification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First generation: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South Korea, Taiwan, Singapore and Hong Kong grew from the 1960s. They are called the Asian tigers.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Later generations: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Malaysia, Thailand and Indonesia followed in the 1980s. China, India, Vietnam, Brazil and Mexico are recent NICs.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Classification (2/2)</a:t>
            </a:r>
            <a:endParaRPr lang="en-US" sz="3600" dirty="0"/>
          </a:p>
        </p:txBody>
      </p:sp>
      <p:pic>
        <p:nvPicPr>
          <p:cNvPr id="13" name="Image 0" descr="/home/claude/f4/img/v2/nic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table.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Strategies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Enabling environment: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Strong and stable governments planned industry and built ports and roads. Education gave skilled workers.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Economic policies: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Free zones, low taxes and cheap labour attracted foreign firms. Profits were reinvested in high-tech industries.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Strategies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Lessons for Cameroon: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Good governance, education and processing local raw materials can speed industrialisation. Stability attracts investors.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characteristics of NICs.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 industrial growth, exports and rising incomes.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strategies of NICs that Cameroon could copy.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Education of workers and free zones for export industries.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first NICs are called the Asian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Growth based on exports is ______-led growth.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Zones with low taxes are ______ zones.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South Korea and Cameroon in 1960 and today using two indicators.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10: Globalisation.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Newly industrialised country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nouveau pays industrialisé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L'exportation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L'investissement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Skilled worker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L'ouvrier qualifié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L'usine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stratégie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Development Issues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9: New Industrial Strategy for Development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an NIC and give examples. Classify NICs into generations. Explain the strategies of NICs.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NICs developed and what Cameroon can learn from them.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NIC, Export-led growth; II. Classification: First generation, Later generations; III. Strategies: Enabling environment, Economic policies, Lessons for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South Korea and Cameroon in 1960 and today using two indicators.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7 (Environment and Development).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“Singapore” by Christopher Chan, CC BY-NC-ND 2.0, via Flickr (https://www.flickr.com/photos/17751217@N00/8909326546)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“electronics factory” by ILO in Asia and the Pacific, CC BY-NC-ND 2.0, via Flickr (https://www.flickr.com/photos/77173826@N08/8096445212)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2026-09-26T20:44:33Z</dcterms:created>
  <dcterms:modified xsi:type="dcterms:W3CDTF">2026-09-26T20:44:33Z</dcterms:modified>
</cp:coreProperties>
</file>