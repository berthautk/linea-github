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New Industrial Strategy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Global Strategies to Redress Underdevelopment. The key notions we shall use today are: newly industrialised country (NIC), Asian tigers, export-led growth, enabling environment, free zone. At the end, you should be able to do this: learners are able to explain how NICs developed and what Cameroon can learn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Strategies of Development. The question was: Choose one SDG and describe what your community does to achieve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SDG 6 (clean water). The community has dug wells and a borehole with help from the council, a water committee collects small fees for repairs, and people are taught to treat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NIC and give examples. Number 2: classify NICs into generations. Number 3: explain the strategies of 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Industry creates jobs and wealth. Many electronics come from Asia.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1960, South Korea was as poor as many African countries. Today it makes phones, cars and ships sold in Cameroon. Students wonder how it developed so fast.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Why some poor countries developed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such countries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Newly industrialised countries (NICs).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product they export.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Phones (or cars,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technical skills that help industry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learn from countries that industrialised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singapore, an Asian tiger.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NIC?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country that has industrialised quickly since the 1960s, like South Korea or Singapore.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generations of 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first-generation Asian tigers.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South Korea, Taiwan, Singapore and Hong Kong.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old and new industrial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most NICs located?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East and South-East Asia (also Brazil and Mexico).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strategies of 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strategies used by NICs.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 state support, export-led growth and education (also foreign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workers in an electronics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did NICs start with labour-intensive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had cheap, hard-working labour but little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NICs. Newly industrialised countries can be defined as follows. On this slide we have NIC.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NICs. On this slide we have Export-led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NICs. NICs are classified into generations. On this slide we have First generation.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NICs. On this slide we have Second and third generations.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generations of NICs.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Strategies of NICs (Enabling Environment). NICs developed through the following strategies. On this slide we have Government and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Strategies of NICs (Enabling Environment). On this slide we have Human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Strategies of NICs (Enabling Environment). On this slide we have Investment and exports.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strategies of NICs.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characteristics of NICs.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fast industrial growth, exports and rising incomes.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strategies of NICs that Cameroon could copy.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education of workers and free zones for export industries.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tigers; number 2, export; number 3,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South Korea and Cameroon in 1960 and today using two indicators.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Globalisation.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9: NEW INDUSTRIAL STRATEGY FOR DEVELOPMENT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New Industrial Strategy for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Strategies to Redress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New Industrial Strategy for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Newly industrialised country (NIC), Asian tigers, export-led growth, enabling environment, free zone.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NICs; classification (generations); strategies used by NICs (enabling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NICs developed and what Cameroon can learn from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Strategies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one SDG and describe what your community does to achieve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SDG 6 (clean water). The community has dug wells and a borehole with help from the council, a water committee collects small fees for repairs, and people are taught to treat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NIC and 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NICs into generations.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strategies of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Industry creates jobs and wealth.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electronics come from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South Korea was as poor as many African countries. Today it makes phones, cars and ships sold in Cameroon. Students wonder how it developed so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some poor countries developed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such countries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Newly industrialised countries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product they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Phones (or cars,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technical skills that help industry to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learn from countries that industrialised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ingap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Singapore, an Asian tiger.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that has industrialised quickly since the 1960s, like South Korea or Singapore.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OF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nic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Generations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first-generation Asian tigers.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Korea, Taiwan, Singapore and Hong Kong.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WORLD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and new industrial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WORLD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NICs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WORLD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East and South-East Asia (also Brazil and Mexico).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STRATEGIES OF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nic_strateg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Strategies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STRATEGIES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strategies used by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STRATEGIES OF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state support, export-led growth and education (also foreign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EXPORT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electronic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an electronics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EXPORT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NICs start with labour-intensive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EXPORT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had cheap, hard-working labour but little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Strategies to Redress Underdevelopment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New Industrial Strategy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Newly industrialised countries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country that has changed quickly from farming to industry since the 1960s. Its exports are mainly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Export-led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growth based on producing goods for sale abroad. NICs used it instead of producing only for the home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NICs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NICs are classified into generations: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generation: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Korea, Taiwan, Singapore and Hong Kong grew from the 1960s. They are called the Asian tigers.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NICs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 and third generations: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Malaysia, Thailand and Indonesia followed in the 1980s, then China, India and Vietnam. Brazil, Mexico and South Africa are also classed as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NICs</a:t>
            </a:r>
            <a:endParaRPr lang="en-US" sz="3600" dirty="0"/>
          </a:p>
        </p:txBody>
      </p:sp>
      <p:pic>
        <p:nvPicPr>
          <p:cNvPr id="4" name="Image 0" descr="/home/claude/f4/img/v2/nic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generations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NICs developed through the following strategies: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and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and stable governments planned industry and built ports, roads and power stations. They protected young industries at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and training gave a skilled and disciplined workforce. Wages were low at first, which attracted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Investment and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zones and low taxes attracted foreign firms. Industries moved from textiles to electronics, cars and ships as skills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Strategies of NICs (Enabling Environment)</a:t>
            </a:r>
            <a:endParaRPr lang="en-US" sz="3600" dirty="0"/>
          </a:p>
        </p:txBody>
      </p:sp>
      <p:pic>
        <p:nvPicPr>
          <p:cNvPr id="4" name="Image 0" descr="/home/claude/f4/img/v2/nic_strateg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strategies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industrial growth, exports and rising incomes.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strategies of NICs that Cameroon could copy.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of workers and free zones for export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first NICs are called the Asian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Growth based on exports is ______-led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Zones with low taxes are ______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South Korea and Cameroon in 1960 and today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Newly industrialised country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nouveau pays industrialisé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 worker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L'ouvrier qualifié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Strategy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stratégie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New Industrial Strategy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NIC and give examples. Classify NICs into generations. Explain the strategies of 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NICs developed and what Cameroon can learn from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NICs; Classification of NICs; Strategies of NICs (Enabling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South Korea and Cameroon in 1960 and today using two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NICs.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strategies.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cheap labour.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“Singapore” by Christopher Chan, CC BY-NC-ND 2.0, via Flickr (https://www.flickr.com/photos/17751217@N00/8909326546)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“electronics factory” by ILO in Asia and the Pacific, CC BY-NC-ND 2.0, via Flickr (https://www.flickr.com/photos/77173826@N08/8096445212)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2026-09-27T10:08:19Z</dcterms:created>
  <dcterms:modified xsi:type="dcterms:W3CDTF">2026-09-27T10:08:19Z</dcterms:modified>
</cp:coreProperties>
</file>