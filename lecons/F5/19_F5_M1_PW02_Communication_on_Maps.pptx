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Communication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transport forms, telecommunication, map symbols, distribution pattern. At the end, you should be able to do this: learners are able to identify, describe and explain communication networks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Transport Development in Cameroon. The question was: Draw a sketch map of Cameroon showing the main roads, railways, ports and airports.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framed sketch with Douala, Kribi and Limbe ports, the Transcam to Ngaoundéré, the main roads to Garoua, Bamenda and Bertoua, and the airports, with a key and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transport and telecommunication forms on a map. Number 2: describe their distribution. Number 3: explain their distribution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Maps use symbols and a key. Roads follow valleys and gentle slopes. A sketch map needs a frame, title and key.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the class sees a main road, a railway, a footpath, a telephone line and an airstrip. They must describe and explain their distribution.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interpret communication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transport forms on the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main road and a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telecommunication form.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telephone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support map descriptions with evidence from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read communication networks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transport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transport forms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Main road, railway and footpath (also airstrip and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conventional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forms of telecommunication shown on maps.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Telephone lines and telecommunication masts (also post offices).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describing distribution.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distribution of roads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Roads are dense near the town and in the lowland, and few on the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relief forms.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roads and railways follow valleys?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Valleys have gentle slopes that make building and travel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transport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routes meet at the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town is a market and service centre (a route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Identification. Communication forms are identified on a map as follows. On this slide we have Transport forms and Telecommunication 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Identification. On this slide we have Evidence.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transport on a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Description and Explanation of Distribution. The distribution of communication is described and explained as follows. On this slide we have Description and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Description and Explanation of Distribution. On this slide we have Drainage and Settlements.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transport forms and one telecommunication form on maps.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road and railway; telephone line.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why routes avoid steep slopes.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building and travel are difficult and costly.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centre; number 2, valleys; number 3, swampy (steep).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communication network of a map extract.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Volume of Trade.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2: COMMUNICATION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Communication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Communication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forms, telecommunication, map symbols, distribution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of types of transport forms on the map; identify forms of telecommunication; description of distribution; explanation for distribution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describe and explain communication networks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Transport Development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showing the main roads, railways, ports and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framed sketch with Douala, Kribi and Limbe ports, the Transcam to Ngaoundéré, the main roads to Garoua, Bamenda and Bertoua, and the airports, with a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transport and telecommunication forms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distribution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use symbols and a key.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follow valleys and gentle slopes.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sketch map needs a frame, title and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the class sees a main road, a railway, a footpath, a telephone line and an airstrip. They must describe and explain their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interpret communication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transport forms on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main road and a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telecommunication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telephone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support map descriptions with evidence from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read communication networks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transport forms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 road, railway and footpath (also airstrip and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TELECOMMUNICATION 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Conventional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TELECOMMUNICATION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forms of telecommunication shown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TELECOMMUNICATION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Telephone lines and telecommunication masts (also post offices).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DESCRIPTION OF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Describing distribution.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DESCRIPTION OF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distribution of roads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DESCRIPTION OF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are dense near the town and in the lowland, and few on the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tour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Relief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roads and railways follow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Valleys have gentle slopes that make building and travel easier.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EXPLANATION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transport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routes meet at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EXPLANATION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is a market and service centre (a route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Interpretation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Communication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Communication forms are identified on a map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tracks, footpaths, railways, airstrips and navigable rivers are shown by symbols.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Telecommunication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Telephone lines, masts and post offices are shown by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use the key, names and grid references.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Identification</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transport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Description and Explanation of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distribution of communication is described and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Description: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may be dense, sparse, radial or linear along valleys.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follow valleys, gentle slopes and gaps and avoid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Description and Explanation of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avoid swamps and cross rivers at bridges.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Routes meet at towns, which become route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transport forms and one telecommunication form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and railway; telephone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routes avoid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and travel are difficult and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where many routes meet is a route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Roads usually follow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Routes avoid ______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communication network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Volume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Footpath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sentier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voie ferrée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Airstrip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piste d'atterrissage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Telephone 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téléphonique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Route 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 de routes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Communication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transport and telecommunication forms on a map. Describe their distribution. Explain their distribution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describe and explain communication networks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Identification; Description and Explanation of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communication network of a map extract.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key.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2026-10-02T05:13:40Z</dcterms:created>
  <dcterms:modified xsi:type="dcterms:W3CDTF">2026-10-02T05:13:40Z</dcterms:modified>
</cp:coreProperties>
</file>