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Communication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transport forms, telecommunication, map symbols, distribution pattern. At the end, you should be able to do this: learners are able to identify, describe and explain communication networks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Transport Development in Cameroon. The question was: Draw a sketch map of Cameroon showing the main roads, railways, ports and airports.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Douala, Kribi and Limbe ports, the Transcam to Ngaoundéré, the main roads to Garoua, Bamenda and Bertoua, and the airports, with a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transport and telecommunication forms on a map. Number 2: describe their distribution. Number 3: explain their distribution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use symbols and a key. Roads follow valleys and gentle slopes. A sketch map needs a frame, title and key.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a main road, a railway, a footpath, a telephone line and an airstrip. They must describe and explain their distribution.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communication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transport forms on the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main road and a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telecommunication form.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telephone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map descriptions with evidence from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communication networks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transport forms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Main road, railway and footpath (also airstrip and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forms of telecommunication shown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Telephone lines and telecommunication masts (also post offices).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describing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distribution of roads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are dense near the town and in the lowland, and few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relief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roads and railways follow valleys?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Valleys have gentle slopes that make building and travel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routes meet at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is a market and service centre (a route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Communication forms are identified on a map as follows. On this slide we have Transport forms and Telecommunication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Description and Explanation of Distribution. The distribution of communication is described and explained as follows. On this slide we have Description and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Description and Explanation of Distribution. On this slide we have Drainage and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transport forms and one telecommunication form on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road and railway; telephone 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routes avoid steep slopes.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building and travel are difficult and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centre; number 2, valleys; number 3, swampy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communication network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Volume of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COMMUNICATION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Communication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Communication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forms, telecommunication, map symbols, distribution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types of transport forms on the map; identify forms of telecommunication; description of distribution; explanation for distribution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communication networks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Transport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the main roads, railways,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Douala, Kribi and Limbe ports, the Transcam to Ngaoundéré, the main roads to Garoua, Bamenda and Bertoua, and the airports, with a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transport and telecommunication forms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distribution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use symbols and a key.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follow valleys and gentle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needs a frame,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a main road, a railway, a footpath, a telephone line and an airstrip. They must describe and explain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communication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transport forms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main road and a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telecommunication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telephone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map descriptions with evidence from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communication networks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transport forms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 road, railway and footpath (also airstrip and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telecommunication shown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Telephone lines and telecommunication masts (also post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roads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dense near the town and in the lowland, and few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roads and railways follow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Valleys have gentle slopes that make building and travel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routes meet at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is a market and service centre (a route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Communication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Communication forms are identified on a map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tracks, footpaths, railways, airstrips and navigable rivers are shown by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Telecommunication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Telephone lines, masts and post offices are shown by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the key, names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of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communication is described and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may be dense, sparse, radial or linear along valleys.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valleys, gentle slopes and gaps and avoid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of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avoid swamps and cross rivers at bridges.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meet at towns, which become route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transport forms and one telecommunication form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and railway; telephone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routes avoid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and travel are difficult and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where many routes meet is a route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Roads usually follow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Routes avoid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communication network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Volume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Footpath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sentier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voie ferrée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Airstrip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piste d'atterrissage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Telephone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téléphonique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Route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 de routes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Communication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transport and telecommunication forms on a map. Describe their distribution. Explain their distribution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communication networks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Description and Explanation of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communication network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key.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2026-09-27T14:32:58Z</dcterms:created>
  <dcterms:modified xsi:type="dcterms:W3CDTF">2026-09-27T14:32:58Z</dcterms:modified>
</cp:coreProperties>
</file>