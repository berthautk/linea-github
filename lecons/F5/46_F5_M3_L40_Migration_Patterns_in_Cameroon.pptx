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40: Migration Patterns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of Cameroon. The key notions we shall use today are: migration, rural exodus, push and pull factors. At the end, you should be able to do this: learners are able to describe migration patterns in Cameroon and explain rural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39: Population in Cameroon. The question was: Explain why the Mandara Mountains are densely populated.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They served as refuges during wars and raids; the people farm the slopes with terraces; and the climate is healthier than the plains.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main migration zones and destinations in Cameroon. Number 2: explain the push and pull factors of rural exodus.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Migration is the movement of people. Many youths leave villages. Douala and Yaoundé are big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Many young people from the West and the North go to Douala, Yaoundé and the plantations of the South-West. Villages are left with old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Many people migrate within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they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 Yaoundé and the plantations.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effect on villages?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Only old people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farms and cooperatives in rural areas and support rural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population movements in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migration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pull zones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Yaoundé and the plantations of the South-West (also Garoua and the East mining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migration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source regions of migrants.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West and the Far North (also the North-West).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drought.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push factors of rural exodus.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Poverty, lack of jobs and amenities, and land shortage (also insecurity and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pull factors of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schools and hospitals, and modern life (electricity,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solutions to rural exodus.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Create amenities in villages and support modern farming and cooperatives.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Migration Zones and Destinations. Inter-regional migration in Cameroon follows these patterns. On this slide we have Source regions and Urban destinations.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Migration Zones and Destinations. On this slide we have Rural destinations.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migration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Push Factors. People are pushed out of villages by the following factors. On this slide we have Poverty and Land shortage.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Push Factors. On this slide we have Lack of amenities and Drought and insecurity.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Pull Factors. People are attracted to towns by the following factors. On this slide we have Jobs and Schools and hospitals.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Pull Factors. On this slide we have Modern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Rural exodus can be reduced by the following solutions. On this slide we have Rural development and Amenities.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Cultural festivals.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destinations of migrants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push and two pull factors.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poverty and land shortage; jobs and schools.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exodus; number 2, Douala; number 3,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actions to reduce rural exodus in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Calculation of the Determinants of Population Growth (Indices).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40: MIGRATION PATTERNS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Migration Patterns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40: Migration Patterns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rural exodus, push and pull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Pull migration zones and destinations (inter-regional migration); factors of rural exodus (push and pull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migration patterns in Cameroon and explain rural exodus.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39: Population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Mandara Mountains are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served as refuges during wars and raids; the people farm the slopes with terraces; and the climate is healthier than the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migration zones and destinations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push and pull factors of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is the movement of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youths leave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big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young people from the West and the North go to Douala, Yaoundé and the plantations of the South-West. Villages are left with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migrate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they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Yaoundé and the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effect on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old people remain.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farms and cooperatives in rural areas and support rural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population movements in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DESTINATIONS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Migration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pull zones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Yaoundé and the plantations of the South-West (also Garoua and the East mining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Migration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source regions of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 and the Far North (also the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PUSH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Drought.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PUSH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push factors of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PUSH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lack of jobs and amenities, and land shortage (also insecurity and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PULL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PULL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pull factors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PULL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schools and hospitals, and modern life (electricity,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rural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amenities in villages and support modern farming and cooperatives.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Migration Patterns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Migration Zones and Destinations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Inter-regional migration in Cameroon follows these patterns: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 North-West and Far North send many migrants.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 attract most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Migration Zones and Destinations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in the South-West and Littoral, and farmlands of the Benue valley attract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Migration Zones and Destinations</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migration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Push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are pushed out of villages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brings little money.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shortage: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land for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Push Factors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lack water, electricity and hospitals.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and 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harvests and attacks force people to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Pull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are attracted to towns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offer paid work.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Schools and hospitals: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Services are better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Pull Factors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entertainment and shops attract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Solutions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exodus can be reduced by the following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projects create jobs in villages.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electricity, schools and health centres are built in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Rural Exodus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Solutions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festivals: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young people attached to their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destinations of migrants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push and two pull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and land shortage; jobs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from villages to towns is rural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biggest pull town of Cameroon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Lack of land in villages is a ______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to reduce rural exodus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Calculation of the Determinants of Population Growth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Push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répulsif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Pull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attractif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Amenity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40: Migration Patterns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main migration zones and destinations in Cameroon. Explain the push and pull factors of rural exodus.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migration patterns in Cameroon and explain rural exodus.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Migration Zones and Destinations; Push Factors; Pull Factors;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actions to reduce rural exodus in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2026-10-02T05:13:46Z</dcterms:created>
  <dcterms:modified xsi:type="dcterms:W3CDTF">2026-10-02T05:13:46Z</dcterms:modified>
</cp:coreProperties>
</file>