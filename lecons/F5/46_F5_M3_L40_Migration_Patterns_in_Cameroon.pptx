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Migration Patterns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migration, rural exodus, push and pull factors. At the end, you should be able to do this: learners are able to describe migration patterns in Cameroon and explain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Population in Cameroon. The question was: Explain why the Mandara Mountains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served as refuges during wars and raids; the people farm the slopes with terraces; and the climate is healthier than the plains.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migration zones and destinations in Cameroon. Number 2: explain the push and pull factors of rural exodus.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the movement of people. Many youths leave villages. Douala and Yaoundé are big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Many young people from the West and the North go to Douala, Yaoundé and the plantations of the South-West. Villages are left with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people migrate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Yaoundé and the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effect on villages?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old people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farms and cooperatives in rural areas and support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movements in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pull zones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the plantations of the South-West (also Garoua and the East mining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migration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source regions of migrants.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West and the Far North (also the North-West).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drought.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push factors of rural exodus.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Poverty, lack of jobs and amenities, and land shortage (also insecurity and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pull factors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and hospitals, and modern life (electricity,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rural exodus.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Create amenities in villages and support modern farming and cooperatives.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Zones and Destinations. Inter-regional migration in Cameroon follows these patterns. On this slide we have Source regions and Urban destinations.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Zones and Destinations. On this slide we have Rural destinations.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Rural Exodus. Rural exodus is explained by push and pull factors. On this slide we have Push factors and Pull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Rural Exodus.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destinations of migrants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push and two pull factors.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poverty and land shortage; jobs and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Douala;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to reduce rural exodus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Calculation of the Determinants of Population Growth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MIGRATION PATTERNS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Patterns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Migration Patterns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rural exodus,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Pull migration zones and destinations (inter-regional migration); factors of rural exodus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migration patterns in Cameroon and explain rural exodus.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Population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Mandara Mountains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served as refuges during wars and raids; the people farm the slopes with terraces; and the climate is healthier than the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migration zones and destinations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push and pull factors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the movement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youths leave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from the West and the North go to Douala, Yaoundé and the plantations of the South-West. Villages are left with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migrate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the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farms and cooperatives in rural areas and support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movements in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pull zones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the plantations of the South-West (also Garoua and the East mining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 regions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and the Far North (also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push factors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PUSH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lack of jobs and amenities, and land shortage (also insecurity and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pull factors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PULL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and hospitals, and modern life (electricity,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amenities in villages and support modern farming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Migration Patterns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Inter-regional migration in Cameroon follows these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North-West and Far North send many 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attract most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in the South-West and Littoral, and farmlands of the Benue valley attract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Migration Zones and Destinations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Rural Exodus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is explained by push and pull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land shortage, lack of amenities, drought and insecurity push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and modern life in towns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Rural Exodus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development, amenities and cultural festivals keep people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destinations of migrants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land shortage;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biggest pull town of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land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to reduce rural exodus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Calculation of the Determinants of Population Growth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Amenity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Migration Patterns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migration zones and destinations in Cameroon. Explain the push and pull factors of rural exodus.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migration patterns in Cameroon and explain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Migration Zones and Destinations; Factors of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to reduce rural exodus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2026-09-29T03:12:04Z</dcterms:created>
  <dcterms:modified xsi:type="dcterms:W3CDTF">2026-09-29T03:12:04Z</dcterms:modified>
</cp:coreProperties>
</file>