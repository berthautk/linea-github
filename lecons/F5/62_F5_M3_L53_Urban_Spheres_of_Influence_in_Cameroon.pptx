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53: Urban Spheres of Influence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Human Characteristics of Cameroon, and the sub-topic is Development of Settlements in Cameroon. The key notions we shall use today are: urban fields, sphere of influence. At the end, you should be able to do this: learners are able to identify the urban spheres of influence of Cameroon and explain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52: Settlements in Cameroon. The question was: Rank six towns of Cameroon by size and give one function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Douala (port, industry), Yaoundé (administration), Garoua (regional capital, trade), Bamenda (commerce), Maroua (administration, trade), Bafoussam (commerce, agriculture).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major urban spheres of influence in Cameroon. Number 2: describe their extent. Number 3: explain why they serve as spheres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urban field is the area a town serves. Douala has the main port. Garoua serves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Traders from Chad and the Central African Republic buy goods in Douala, students from all regions study in Yaoundé, and herders of the North sell cattle in Garoua and Ngaoundéré.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of Cameroon influence large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town attracts traders from Chad?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town attracts students?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the services of regional towns to reduce pressure on big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our towns in the country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major spheres of influence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Yaoundé and Garoua (also Bamenda, Bafoussam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sphere of influence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covers all Cameroon and reaches Chad and the Central African Republic through its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sphere of influence of Yaoundé.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covers the whole country for administration, universities and embassies.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urban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sphere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serves the North Region and parts of Chad and Nigeria through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sphere of influence.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reasons why towns serve as spheres of influence.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Administrative functions, markets and services, and transport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Urban Spheres of Influence. The major spheres of influence in Cameroon are the following. On this slide we have Douala and Yaoundé.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Urban Spheres of Influence. On this slide we have Regional towns.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towns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Reasons. Towns serve as spheres of influence for the following reasons. On this slide we have Administration and Commerce and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Reasons. On this slide we have Transport and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national spheres of influence.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and Yaoundé.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reasons why Douala has a wide 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port and industries.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Chad; number 2, administration (universities); number 3,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showing the spheres of influence of Douala, Yaoundé and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6: Site and Situation of Douala.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53: URBAN SPHERES OF INFLUENCE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Spheres of Influence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Characteristics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of Settlements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53: Urban Spheres of Influence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fields, sphere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Identification and description of major urban spheres of influence; reasons why they serve as spheres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urban spheres of influence of Cameroon and explain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52: Settlements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six towns of Cameroon by size and give one function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(port, industry), Yaoundé (administration), Garoua (regional capital, trade), Bamenda (commerce), Maroua (administration, trade), Bafoussam (commerce,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major urban spheres of influence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extent.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they serve as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urban field is the area a town serves.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has the main 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serves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Traders from Chad and the Central African Republic buy goods in Douala, students from all regions study in Yaoundé, and herders of the North sell cattle in Garoua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of Cameroon influence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attracts traders from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 attracts students?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services of regional towns to reduce pressure on big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our towns in the country and beyond.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major spheres of influence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IDENTIFICATION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Yaoundé and Garoua (also Bamenda, Bafoussam and Ngaoundéré).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DOUALA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sphere of influence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DOUALA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all Cameroon and reaches Chad and the Central African Republic through its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YAOUNDÉ</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sphere of influence of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YAOUNDÉ</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whole country for administration, universities and embassies.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TOWNS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Urban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sphere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REGIONAL TOWNS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serves the North Region and parts of Chad and Nigeria through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Sphere of influence.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towns serve as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Administrative functions, markets and services, and transport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Human Characteristics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Development of Settlements in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53: Urban Spheres of Influence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Urban Spheres of Influence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spheres of influence in Cameroon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Douala: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serves all Cameroon, Chad and the Central African Republic through its port and trade.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Yaoundé: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serves the whole country through administration, universities and embassies.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Urban Spheres of Influence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Garoua, Bamenda, Bafoussam and Ngaoundéré serve their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Major Urban Spheres of Influence</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Towns serve as spheres of influence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Administration: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host ministries, regional offices and courts.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Commerce and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have markets, banks, hospitals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ports, railway stations and road junctions.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factories employ and supply people of the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national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Douala has a wide 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port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sphere of Douala reaches ______ and CAR.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Yaoundé attracts people for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serves the ______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showing the spheres of influence of Douala, Yaoundé and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Site and Situation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 of 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sphère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Neighbouring country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pays voisin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Embassy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L'ambassade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University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L'université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Human Characteristics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53: Urban Spheres of Influence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major urban spheres of influence in Cameroon. Describe their extent. Explain why they serve as spheres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urban spheres of influence of Cameroon and explain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Major Urban Spheres of Influence; Reasons.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showing the spheres of influence of Douala, Yaoundé and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2026-09-28T21:15:24Z</dcterms:created>
  <dcterms:modified xsi:type="dcterms:W3CDTF">2026-09-28T21:15:24Z</dcterms:modified>
</cp:coreProperties>
</file>