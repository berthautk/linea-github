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53: Urban Spheres of Influence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urban fields, sphere of influence. At the end, you should be able to do this: learners are able to identify the urban spheres of influence of Cameroon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52: Settlements in Cameroon. The question was: Rank six towns of Cameroon by size and give one function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industry), Yaoundé (administration), Garoua (regional capital, trade), Bamenda (commerce), Maroua (administration, trade), Bafoussam (commerce, agriculture).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major urban spheres of influence in Cameroon. Number 2: describe their extent. Number 3: explain why they serve as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urban field is the area a town serves. Douala has the main port. Garoua serves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Traders from Chad and the Central African Republic buy goods in Douala, students from all regions study in Yaoundé, and herders of the North sell cattle in Garoua and Ngaoundéré.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of Cameroon influence large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attracts traders from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attracts students?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services of regional towns to reduce pressure on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our towns in the country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major spheres of influence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Garoua (also Bamenda,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sphere of influence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all Cameroon and reaches Chad and the Central African Republic through its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sphere of influence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the whole country for administration, universities and embassies.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sphere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serves the North Region and parts of Chad and Nigeria through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sphere of influence.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reasons why towns serve as spheres of influence.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functions, markets and services, and transport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Urban Spheres of Influence. The major spheres of influence in Cameroon are the following. On this slide we have Douala and Yaoundé.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Urban Spheres of Influence. On this slide we have Regional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Towns serve as spheres of influence for the following reasons. On this slide we have Administration and Commerce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Transport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national spheres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has a wide 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Chad; number 2, administration (universities); number 3,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spheres of influence of Douala, Yaoundé and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Site and Situation of Douala.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53: URBAN SPHERES OF INFLUENCE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Spheres of Influence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53: Urban Spheres of Influence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fields,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major urban spheres of influence; reasons why they serve as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52: Settlements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industry), Yaoundé (administration), Garoua (regional capital, trade), Bamenda (commerce), Maroua (administration, trade), Bafoussam (commerce,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urban spheres of influence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extent.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they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urban field is the area a town serves.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serves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from Chad and the Central African Republic buy goods in Douala, students from all regions study in Yaoundé, and herders of the North sell cattle in Garoua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 Cameroon influence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traders from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students?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services of regional towns to reduce pressure on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our towns in the country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Garoua (also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all Cameroon and reaches Chad and the Central African Republic through its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whole country for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North Region and parts of Chad and Nigeria through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towns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functions, markets and services, and transport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spheres of influence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all Cameroon, Chad and the Central African Republic through its port and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whole country through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Bamenda, Bafoussam and Ngaoundéré serve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serve as spheres of influence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host ministries, regional offices and courts.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Commerce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markets, banks, hospitals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ports, railway stations and road junctions.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factories employ and supply people of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has a wide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sphere of Douala reaches ______ and CAR.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attracts people for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serves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Neighbouring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Embassy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L'ambassade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53: Urban Spheres of Influence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major urban spheres of influence in Cameroon. Describe their extent. Explain why they serve as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Major Urban Spheres of Influence;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spheres of influence of Douala, Yaoundé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2026-09-27T14:33:04Z</dcterms:created>
  <dcterms:modified xsi:type="dcterms:W3CDTF">2026-09-27T14:33:04Z</dcterms:modified>
</cp:coreProperties>
</file>