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Age Composition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Structure and Composition. The key notions we shall use today are: population composition, age groups, dependency ratio. At the end, you should be able to do this: learners are able to explain the age groups of a population and their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Spatial Distribution of the World's Population. The question was: Draw a sketch map of the world showing three dense and three sparse areas.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Dense: East Asia, South Asia, Western Europe; sparse: Sahara, Siberia (or Arctic), Amazon forest, with a title and key.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composition. Number 2: identify the main age groups. Number 3: explain their demographic and economic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many children. Europe has many old people. Adults work to feed families.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about 42 percent of the people are under 15, while in Japan about 29 percent are over 65. Both countries face different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age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has many young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has many old people?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an education and skills to be productive.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needs of the different age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age-sex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composition?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characteristics of a population by age, sex, occupation and other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ageing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main age groups.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(0–14), adults (15–64) and old people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implications of many young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 for many schools and health centres, and future rapid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adult group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active population that works and pays taxes.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age-sex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implications of many old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pension and health costs and a shortage of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composition.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 Groups. The population is divided into the following age groups. On this slide we have Young people and Adults.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 Groups. On this slide we have Old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young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and Economic Implications. Each age group has the following implications. On this slide we have Many young people and Many adults.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and Economic Implications. On this slide we have Many old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age groups.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young (0–14), adults (15–64), old (65+).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implication of a youthful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need for many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active; number 2, dependants; number 3, ageing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needs of the young population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Basic Types of Age-Sex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AGE COMPOSITION OF POPULATION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Composition of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Age Composition of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composition, age groups,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population composition; main age-groups and their demographic and economic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age groups of a population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Spatial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three dense and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East Asia, South Asia, Western Europe; sparse: Sahara, Siberia (or Arctic), Amazon forest, with a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age groups.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demographic and economic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Europe has many old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Adults work to feed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about 42 percent of the people are under 15, while in Japan about 29 percent are over 65. Both countries face different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age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has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has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an education and skills to be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needs of the different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Age-sex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characteristics of a population by age, sex, occupation and other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AGE GROUPS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(0–14), adults (15–64) and old people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YOUNG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 for many schools and health centres, and future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adult group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ADULTS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active population that works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Age-sex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 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pension and health costs and a shortage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Structure and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Age Composition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structure of a population by age, sex and other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is divided into the following age groups: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Young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0 to 14 years old and are dependants.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15 to 64 years old and form the active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65 years and above and are also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Age Groups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Demographic and Economic Implications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age group has the following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young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need more schools, health care and future jobs.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adults: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workforce can boost production if jobs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Demographic and Economic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Many old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Pensions and health costs rise and workers become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age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(0–14), adults (15–64), old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implication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 for many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aged 15 to 64 form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Young and old people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needs of the young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Basic Types of Age-Sex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 group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groupe d'âge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jeunesse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L'adulte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Old 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vieillesse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à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pension de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Age Composition of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composition. Identify the main age groups. Explain their demographic and economic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age groups of a population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Age Groups; Demographic and Economic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needs of the young population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2026-09-27T14:33:00Z</dcterms:created>
  <dcterms:modified xsi:type="dcterms:W3CDTF">2026-09-27T14:33:00Z</dcterms:modified>
</cp:coreProperties>
</file>