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31: Age Composition of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Dynamics of Population and Implications, and the sub-topic is Population Structure and Composition. The key notions we shall use today are: population composition, age groups, dependency ratio. At the end, you should be able to do this: learners are able to explain the age groups of a population and their implications.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30: Spatial Distribution of the World's Population. The question was: Draw a sketch map of the world showing three dense and three sparse areas.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Dense: East Asia, South Asia, Western Europe; sparse: Sahara, Siberia (or Arctic), Amazon forest, with a title and key.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population composition. Number 2: identify the main age groups. Number 3: explain their demographic and economic implications.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has many children. Europe has many old people. Adults work to feed families.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Cameroon, about 42 percent of the people are under 15, while in Japan about 29 percent are over 65. Both countries face different problems.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Countries have different age structures.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country has many young people?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has many old people?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Japan.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acquire an education and skills to be productive.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needs of the different age groups.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age-sex pyramid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population composition?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characteristics of a population by age, sex, occupation and other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young and ageing populations.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three main age groups.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Young people (0–14), adults (15–64) and old people (65 and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children.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implications of many young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Need for many schools and health centres, and future rapid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workers.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the adult group important?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the active population that works and pays taxes.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age-sex pyramid of Japan.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implications of many old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High pension and health costs and a shortage of workers.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Population composition.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Age Groups. The population is divided into the following age groups. On this slide we have Young people and Adults.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Age Groups. On this slide we have Old people.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young and ageing populations.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Demographic and Economic Implications. Each age group has the following implications. On this slide we have Many young people and Many adults.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Demographic and Economic Implications. On this slide we have Many old people.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three age groups.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young (0–14), adults (15–64), old (65+).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implication of a youthful population.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need for many schools.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active; number 2, dependants; number 3, ageing (old).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three needs of the young population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32: Basic Types of Age-Sex Pyramids.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31: AGE COMPOSITION OF POPULATION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Age Composition of Population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Dynamics of Population and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Structure and Composition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31: Age Composition of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composition, age groups, dependency ratio.</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of population composition; main age-groups and their demographic and economic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age groups of a population and their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30: Spatial Distribution of the World's Population):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world showing three dense and three sparse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Dense: East Asia, South Asia, Western Europe; sparse: Sahara, Siberia (or Arctic), Amazon forest, with a title and key.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population composition.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main age groups.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demographic and economic implications.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many children.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Europe has many old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Adults work to feed families.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Cameroon, about 42 percent of the people are under 15, while in Japan about 29 percent are over 65. Both countries face different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Countries have different age structures.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country has many young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has many old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Japan.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Acquire an education and skills to be productive.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needs of the different age groups.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yramid_cameroon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Age-sex pyramid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population composition?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characteristics of a population by age, sex, occupation and other criteria.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MAIN AGE GROUPS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youth_ageing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Young and ageing populations.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MAIN AGE GROUPS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main age groups.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MAIN AGE GROUPS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Young people (0–14), adults (15–64) and old people (65 and over).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IMPLICATIONS: YOUNG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childre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Children.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IMPLICATIONS: YOUNG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implications of many young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IMPLICATIONS: YOUNG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Need for many schools and health centres, and future rapid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IMPLICATIONS: ADULTS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factory_workers.jpg">    </p:cNvPr>
          <p:cNvPicPr>
            <a:picLocks noChangeAspect="1"/>
          </p:cNvPicPr>
          <p:nvPr/>
        </p:nvPicPr>
        <p:blipFill>
          <a:blip r:embed="rId1"/>
          <a:stretch>
            <a:fillRect/>
          </a:stretch>
        </p:blipFill>
        <p:spPr>
          <a:xfrm>
            <a:off x="2251442" y="1783080"/>
            <a:ext cx="76888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Workers.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IMPLICATIONS: ADULTS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adult group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IMPLICATIONS: ADULTS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active population that works and pays taxes.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IMPLICATIONS: OLD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pyramid_japan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Age-sex pyramid of Japan.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IMPLICATIONS: OLD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implications of many old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IMPLICATIONS: OLD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pension and health costs and a shortage of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Dynamics of Population and Implications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Structure and Composition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31: Age Composition of Population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composition: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structure of a population by age, sex and other characteristics.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Age Groups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population is divided into the following age groups: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Young people: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0 to 14 years old and are dependants.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Adults: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15 to 64 years old and form the active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Age Groups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Old people: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65 years and above and are also dependants.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Age Groups</a:t>
            </a:r>
            <a:endParaRPr lang="en-US" sz="3600" dirty="0"/>
          </a:p>
        </p:txBody>
      </p:sp>
      <p:pic>
        <p:nvPicPr>
          <p:cNvPr id="4" name="Image 0" descr="/home/claude/f4/img/v2/youth_ageing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young and ageing populations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Demographic and Economic Implications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Each age group has the following implications: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Many young people: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Countries need more schools, health care and future jobs.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Many adults: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large workforce can boost production if jobs exist.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Demographic and Economic Implications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Many old people: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Pensions and health costs rise and workers become scarce.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age groups.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Young (0–14), adults (15–64), old (65+).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implication of a youthful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Need for many schools.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People aged 15 to 64 form the ______ population.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Young and old people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Japan has an ______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needs of the young population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32: Basic Types of Age-Sex Pyramids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Age group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groupe d'âge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Youth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jeunesse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Adult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L'adulte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Old 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vieillesse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Dependant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personne à charge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Pension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pension de retraite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Dynamics of Population and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31: Age Composition of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population composition. Identify the main age groups. Explain their demographic and economic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age groups of a population and their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Main Age Groups; Demographic and Economic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three needs of the young population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“African school children” by World Resources, CC BY-NC-SA 2.0, via Flickr (https://www.flickr.com/photos/26107309@N05/2658469563)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“Photo by USAID East Africa” by U.S. Agency for International Development, CC0 1.0, via rawpixel (https://www.rawpixel.com/image/4051097/image-public-domain-person-building)</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2026-09-29T03:12:02Z</dcterms:created>
  <dcterms:modified xsi:type="dcterms:W3CDTF">2026-09-29T03:12:02Z</dcterms:modified>
</cp:coreProperties>
</file>