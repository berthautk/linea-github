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20: General Effects of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Global Tourism. The key notions we shall use today are: positive effects, negative effects, sustainable tourism. At the end, you should be able to do this: learners are able to assess the effects of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19: Tourism. The question was: List five tourist attractions in Cameroon and classify them as natural or cultural.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Natural: Mount Cameroon, Waza Park, Kribi beaches (Lobé Falls); cultural: Foumban palace, Rhumsiki landscape and villages (Ngondo festival).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effects of tourism on the people. Number 2: explain the effects on the economy. Number 3: explain the effects on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Tourism is travel for leisure. Tourists spend money. Many tourists visit beaches and parks.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coastal town, new hotels create jobs and bring money, but the beach is full of waste and local traditions are changing.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Tourism has both good and bad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one positive effect.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Jobs and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negative effect.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Waste on the beach (also loss of traditions).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clean up tourist sites and respect local cultures.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manage tourism for sustainable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local culture.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one positive and one negative effect of tourism on the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Jobs and cultural exchange; loss of traditions and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hotel.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positive effects on the economy.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Foreign currency and jobs (also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Butler model.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one negative effect on the economy.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Profits leave the country and jobs are seasonal (also rising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litter.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negative effects on the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Pollution and destruction of habitats.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impacts of tourism.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positive effect on the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Tourism money is used to protect parks and wildlife.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on the People. Tourism affects the people as follows. On this slide we have Positive and Negative.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on the Economy. Tourism affects the economy as follows. On this slide we have Positive and Negative.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on the Environment. Tourism affects the environment as follows. On this slide we have Positive and Negative.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impacts of tourism.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positive effect of tourism on the economy.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brings foreign currency.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negative effect on the environment.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pollution of beaches.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currency; number 2, seasonal; number 3, sustainable (eco-).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two positive and two negative effects of tourism at Kribi.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21: Development of Tourism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20: GENERAL EFFECTS OF TOURISM</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General Effects of Tourism</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20: General Effects of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Positive effects, negative effects, sustainable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Positive and negative effects of tourism on the people, the economy and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assess the effects of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19: Tourism):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tourist attractions in Cameroon and classify them as natural or cultural.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Mount Cameroon, Waza Park, Kribi beaches (Lobé Falls); cultural: Foumban palace, Rhumsiki landscape and villages (Ngondo festival).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tourism on the people.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on the economy.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Tourism is travel for leisure.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Tourists spend money.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tourists visit beaches and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coastal town, new hotels create jobs and bring money, but the beach is full of waste and local traditions are changing.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has both good and bad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and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negative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Waste on the beach (also loss of traditions).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Clean up tourist sites and respect local cultures.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manage tourism for sustainable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EFFECTS ON THE PEOPLE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aasa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Local culture.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EFFECTS ON THE PEOPLE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and one negative effect of tourism on the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EFFECTS ON THE PEOPLE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and cultural exchange; loss of traditions and crime.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ON THE ECONOMY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hote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hotel.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ON THE ECONOMY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effects on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ON THE ECONOMY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Foreign currency and jobs (also infrastructure).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ON THE ECONOMY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butle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Butler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ON THE ECONOMY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negative effect on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ON THE ECONOMY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Profits leave the country and jobs are seasonal (also rising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THE ENVIRONMENT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Litter.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THE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negative effects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THE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Pollution and destruction of habitats.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THE ENVIRONMENT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ourism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Impacts of tourism.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THE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effect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THE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money is used to protect parks and wildlife.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Global Tourism</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20: General Effects of Tourism</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Effects on the People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affects the people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creates jobs and promotes cultural exchange.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can bring crime, drugs and the loss of local traditions.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on the Economy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affects the economy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brings foreign currency, jobs and new infrastructure.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Profits often go to foreign companies and jobs are seasonal.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on the Environment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affects the environment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Money from tourism helps to protect parks and monuments.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causes pollution, erosion and the destruction of habitats.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on the Environment</a:t>
            </a:r>
            <a:endParaRPr lang="en-US" sz="3600" dirty="0"/>
          </a:p>
        </p:txBody>
      </p:sp>
      <p:pic>
        <p:nvPicPr>
          <p:cNvPr id="4" name="Image 0" descr="/home/claude/f4/img/v2/tourism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impacts of tourism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effect of tourism on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brings foreign currency.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negative effect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Pollution of beaches.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Tourism brings foreign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Jobs that exist only during holidays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Tourism that protects nature is ______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and two negative effects of tourism at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Development of Tourism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Effect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L'effet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Foreign currency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devises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Hotel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L'hôtel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Habitat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L'habitat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tradition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Sustainable tourism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tourisme durable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20: General Effects of Tourism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effects of tourism on the people. Explain the effects on the economy. Explain the effects on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assess the effects of tourism.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Effects on the People; Effects on the Economy; Effects on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two positive and two negative effects of tourism at Kribi.</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“Young Maasai herder, Kenya, 1979” by gbaku, CC BY-SA 2.0, via Flickr (https://www.flickr.com/photos/72105154@N00/482990998)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“Laguna Pool” by Prayitno / Thank you for (12 millions +) view, CC BY 2.0, via Flickr (https://www.flickr.com/photos/34128007@N04/14216582552)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 the evolution” by Marco Bellucci, CC BY 2.0, via Flickr (https://www.flickr.com/photos/50451886@N00/3382099741)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2026-09-29T03:11:58Z</dcterms:created>
  <dcterms:modified xsi:type="dcterms:W3CDTF">2026-09-29T03:11:58Z</dcterms:modified>
</cp:coreProperties>
</file>