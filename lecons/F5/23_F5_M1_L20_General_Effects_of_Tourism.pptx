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General Effects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Tourism. The key notions we shall use today are: positive effects, negative effects, sustainable tourism. At the end, you should be able to do this: learners are able to assess the effects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Tourism. The question was: List five tourist attractions in Cameroon and classify them as natural or cultural.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Natural: Mount Cameroon, Waza Park, Kribi beaches (Lobé Falls); cultural: Foumban palace, Rhumsiki landscape and villages (Ngondo festival).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effects of tourism on the people. Number 2: explain the effects on the economy. Number 3: explain the effects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Tourism is travel for leisure. Tourists spend money. Many tourists visit beaches and parks.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coastal town, new hotels create jobs and bring money, but the beach is full of waste and local traditions are changing.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Tourism has both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Jobs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negative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Waste on the beach (also loss of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clean up tourist sites and respect local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manage tourism for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local 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positive and one negative effect of tourism on the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cultural exchange; loss of traditions and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hotel.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positive effects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Foreign currency and jobs (also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Butler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negative effect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leave the country and jobs are seasonal (also rising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negative effects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Pollution and destruction of habitats.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tourism.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money is used to protect parks and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People. Tourism affects the people as follows. On this slide we have Positive and Negative.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Economy. Tourism affects the economy as follows. On this slide we have Positive and Negative.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Environment. Tourism affects the environment as follows. On this slide we have Positive and Negative.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tourism.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effect of tourism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brings foreign currency.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effect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pollution of beaches.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currency; number 2, seasonal; number 3, sustainable (eco-).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positive and two negative effects of tourism at Kribi.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Development of Tourism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GENERAL EFFECTS OF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General Effects of 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General Effects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effects, negative effects, sustainable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and negative effects of tourism on the people, the economy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the effects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tourist attractions in Cameroon and classify them as natural or cultural.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Mount Cameroon, Waza Park, Kribi beaches (Lobé Falls); cultural: Foumban palace, Rhumsiki landscape and villages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tourism on the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is travel for leisure.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Tourists spend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tourists visit beaches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coastal town, new hotels create jobs and bring money, but the beach is full of waste and local traditions are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has both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on the beach (also loss of traditions).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up tourist sites and respect local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manage tourism for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Local 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effect of tourism on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cultural exchange; loss of traditions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currency and jobs (also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utl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Butler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leave the country and jobs are seasonal (also rising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and destruction of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money is used to protect parks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Tourism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General Effects of Tourism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on the People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affects the people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jobs and promotes cultural exchange.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bring crime, drugs and the loss of local traditions.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on the Economy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affects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foreign currency, jobs and new infrastructure.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often go to foreign companies and jobs are seasonal.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affects the environment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from tourism helps to protect parks and monuments.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pollution, erosion and the destruction of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tourism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of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brings foreign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that exist only during holidays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that protects nature is ______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effects of tourism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Development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Foreign currency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devises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 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 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General Effects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tourism on the people. Explain the effects on the economy. Explain the effects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the effects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Effects on the People; Effects on the Economy; Effects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positive and two negative effects of tourism at Kribi.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2026-09-28T21:15:16Z</dcterms:created>
  <dcterms:modified xsi:type="dcterms:W3CDTF">2026-09-28T21:15:16Z</dcterms:modified>
</cp:coreProperties>
</file>