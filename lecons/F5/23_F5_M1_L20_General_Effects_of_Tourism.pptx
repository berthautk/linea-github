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General Effects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Tourism. The key notions we shall use today are: positive effects, negative effects, sustainable tourism. At the end, you should be able to do this: learners are able to assess the effects of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Tourism. The question was: List five tourist attractions in Cameroon and classify them as natural or cultural.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Natural: Mount Cameroon, Waza Park, Kribi beaches (Lobé Falls); cultural: Foumban palace, Rhumsiki landscape and villages (Ngondo festival).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effects of tourism on the people. Number 2: explain the effects on the economy. Number 3: explain the effects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Tourism is travel for leisure. Tourists spend money. Many tourists visit beaches and parks.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coastal town, new hotels create jobs and bring money, but the beach is full of waste and local traditions are changing.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Tourism has both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Jobs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negative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Waste on the beach (also loss of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clean up tourist sites and respect local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manage tourism for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local 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positive and one negative effect of tourism on the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cultural exchange; loss of traditions and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hotel.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positive effects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Foreign currency and jobs (also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Butler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negative effect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Profits leave the country and jobs are seasonal (also rising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litter.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negative effects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Pollution and destruction of habitats.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tourism.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money is used to protect parks and wildlife.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Effects. Tourism has the following positive effects on the people. On this slide we have Jobs and Cultural exchange.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Effects. Tourism has the following negative effects on the people. On this slide we have Crime and drugs and Loss of traditions.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Effects. Tourism has the following positive effects on the economy. On this slide we have Foreign currency and Jobs.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Effects. On this slide we have New infrastructure.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Effects. Tourism has the following negative effects on the economy. On this slide we have Profits leave the country and Seasonal jobs.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Effects. Tourism has the following positive effects on the environment. On this slide we have Protection of parks and Protection of monuments.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Effects. Tourism has the following negative effects on the environment. On this slide we have Pollution and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Effects. On this slide we have Destruction of habitats.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tourism.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effect of tourism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brings foreign currency.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effect on the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pollution of beaches.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currency; number 2, seasonal; number 3, sustainable (eco-).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positive and two negative effects of tourism at Kribi.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Development of Tourism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GENERAL EFFECTS OF TOURISM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General Effects of Tourism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General Effects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effects, negative effects, sustainable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and negative effects of tourism on the people, the economy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the effects of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tourist attractions in Cameroon and classify them as natural or cultural.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Mount Cameroon, Waza Park, Kribi beaches (Lobé Falls); cultural: Foumban palace, Rhumsiki landscape and villages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tourism on the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on the economy.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is travel for leisure.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Tourists spend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tourists visit beaches and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coastal town, new hotels create jobs and bring money, but the beach is full of waste and local traditions are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has both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on the beach (also loss of traditions).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up tourist sites and respect local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manage tourism for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as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Local 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effect of tourism on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EFFECTS ON THE PEOPLE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cultural exchange; loss of traditions and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ot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hotel.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currency and jobs (also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utl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Butler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leave the country and jobs are seasonal (also rising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and destruction of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tourism.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money is used to protect parks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Tourism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General Effects of Tourism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on the People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positive effects on the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work as guides, cooks and drivers.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exchange: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about other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on the People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negative effects on the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Crime and drugs: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may increase in tourist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traditions: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customs may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on the Economy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positive effects on the economy: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currency: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spend money from abroad.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restaurants and transport employ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on the Economy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Effects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airports and hotels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on the Economy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negative effects on the economy: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Profits leave the country: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companies take much of the money.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jobs last only during the tourist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the Environment</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positive effects on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parks: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from tourists pays for park guards.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monuments: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buildings are repaired.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the Environment</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negative effects on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leave waste on beaches and sites.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visitors wear down paths and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the Environment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Effects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habitats: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are built where animals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the Environment</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tourism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tourism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of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brings foreign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that exist only during holidays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Tourism that protects nature is ______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effects of tourism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Development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Foreign currency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devises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L'hôtel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tradition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 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 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General Effects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tourism on the people. Explain the effects on the economy. Explain the effects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the effects of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Positive Effects; Negative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positive and two negative effects of tourism at Kribi.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“Young Maasai herder, Kenya, 1979” by gbaku, CC BY-SA 2.0, via Flickr (https://www.flickr.com/photos/72105154@N00/482990998)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“Laguna Pool” by Prayitno / Thank you for (12 millions +) view, CC BY 2.0, via Flickr (https://www.flickr.com/photos/34128007@N04/14216582552)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2026-10-02T05:13:41Z</dcterms:created>
  <dcterms:modified xsi:type="dcterms:W3CDTF">2026-10-02T05:13:41Z</dcterms:modified>
</cp:coreProperties>
</file>