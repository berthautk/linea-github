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 of Road and Railway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viaducts, flyovers, electric cars, tramways, hyperloops. At the end, you should be able to do this: learners are able to explain the economic impact of land transport and describe recent developments.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Development of Rail Transport. The question was: Name the main railway lines of Cameroon and two goods each carries.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Douala–Yaoundé–Ngaoundéré (Transcam): timber, fuel, cattle and goods for Chad; Douala–Kumba: palm oil and passengers; Douala–Nkongsamba (partly closed).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 of road and rail transport. Number 2: explain the negative impact. Number 3: describe recent developments in road and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give door-to-door service. Railways carry heavy goods. Bad roads raise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tarring of the road between two towns, the price of food in town falls and new shops open along the road. However, accidents increase.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effects of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positive effects are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food prices and new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accidents.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maintenance of roads and railways in your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why transport is the backbone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effects of roads and railways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trade easier and open up remote areas (also create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transport create jobs?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drivers, mechanics, traders and railway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negative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pollution (also high maintenance costs and land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motorway interchange with flyovers.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recent developments in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flyovers and electric cars (also autonomous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recent developments in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High-speed trains and tramways (also hyperloops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of Road and Rail Transport on the Economy. Road and rail transport affect the economy as follows. On this slide we have Trade and Opening up of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of Road and Rail Transport on the Economy. On this slide we have Employment and Negative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Developments in Road and Rail Transport. Recent developments include the following. On this slide we have Motorways and flyovers and Viaducts.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Developments in Road and Rail Transport. On this slide we have Electric and autonomous vehicles and Tramways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transport network.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effects of transport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trade easier and creates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recent developments in road or rail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 cars and tramways.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flyover; number 2, viaduct; number 3, autonomous.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tarring of a road in your region changed the life of the people.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Air and Water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IMPACT OF ROAD AND RAILWAY TRANSPORT ON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Road and Railway Transport on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viaducts, flyovers, electric cars, tramways, hyperloops.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recent developments in road and rail transport modes.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Development of Rail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Douala–Yaoundé–Ngaoundéré (Transcam): timber, fuel, cattle and goods for Chad; Douala–Kumba: palm oil and passengers; Douala–Nkongsamba (partly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 of road and rail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recent developments in road and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give door-to-door service.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Bad roads raise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tarring of the road between two towns, the price of food in town falls and new shops open along the road. However,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positive effects are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food prices and new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maintenance of roads and railways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why transport is the backbone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roads and railways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trade easier and open up remote areas (also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transport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drivers, mechanics, traders and railway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pollution (also high maintenance costs and land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 with flyovers.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recent developments in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flyovers and electric cars (also autonomous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High-speed trains and tramways (also hyperloops under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and rail transport affect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raw materials to factories and products to 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Opening up of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remote farming and mining areas to towns and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for drivers, mechanics and railway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accidents, pollution and high maintenance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and flyovers: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roads and bridges over roads make traffic faster.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Viaducts: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bridges carry roads and railways over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 and autonomous vehicles: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cars run on electricity or drive themselves.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Tramways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many passengers quickly in and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easier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road or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 cars and tramways.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bridge over another road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bridge over a valley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Cars that drive themselves are ______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Flyover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 d'échangeur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Viaduct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 car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voiture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 of road and rail transport. Explain the negative impact. Describe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of Road and Rail Transport on the Economy;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tarring of a road in your region changed the life of the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transport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2026-09-28T21:15:12Z</dcterms:created>
  <dcterms:modified xsi:type="dcterms:W3CDTF">2026-09-28T21:15:12Z</dcterms:modified>
</cp:coreProperties>
</file>