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Impact of Road and Railway Transport on the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World Communication. The key notions we shall use today are: motorways, viaducts, flyovers, electric cars, tramways, hyperloops. At the end, you should be able to do this: learners are able to explain the economic impact of land transport and describe recent developments.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Development of Rail Transport. The question was: Name the main railway lines of Cameroon and two goods each carries.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Douala–Yaoundé–Ngaoundéré (Transcam): timber, fuel, cattle and goods for Chad; Douala–Kumba: palm oil and passengers; Douala–Nkongsamba (partly closed).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positive impact of road and rail transport. Number 2: explain the negative impact. Number 3: describe recent developments in road and rail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Roads give door-to-door service. Railways carry heavy goods. Bad roads raise transport costs.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the tarring of the road between two towns, the price of food in town falls and new shops open along the road. However, accidents increase.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the effects of transport on the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positive effects are seen?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Lower food prices and new shops.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negative effect is seen?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More accidents.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the maintenance of roads and railways in your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see why transport is the backbone of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positive effects of roads and railways on the economy.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make trade easier and open up remote areas (also create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bus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transport create jobs?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employs drivers, mechanics, traders and railway workers.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traffic jam.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negative effects.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Accidents and pollution (also high maintenance costs and land loss).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motorway interchange with flyovers.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three recent developments in road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Motorways, flyovers and electric cars (also autonomous vehicles).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modern train.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two recent developments in rail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High-speed trains and tramways (also hyperloops under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 of Road and Rail Transport on the Economy. Road and rail transport affect the economy as follows. On this slide we have Trade and Opening up of areas.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 of Road and Rail Transport on the Economy. On this slide we have Employment and Negative effects.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Recent Developments in Road and Rail Transport. Recent developments include the following. On this slide we have Motorways and flyovers and Viaducts.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Recent Developments in Road and Rail Transport. On this slide we have Electric and autonomous vehicles and Tramways and high-speed trains.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transport network.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positive effects of transport on the economy.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makes trade easier and creates jobs.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recent developments in road or rail transport.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electric cars and tramways.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flyover; number 2, viaduct; number 3, autonomous.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how the tarring of a road in your region changed the life of the people.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Air and Water Transport.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10: IMPACT OF ROAD AND RAILWAY TRANSPORT ON THE ECONOMY</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Impact of Road and Railway Transport on the Economy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World Communication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Impact of Road and Railway Transport on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Motorways, viaducts, flyovers, electric cars, tramways, hyperloops.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Impact on the economy; recent developments in road and rail transport modes.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economic impact of land transport and describe recent developments.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Development of Rail Transport):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main railway lines of Cameroon and two goods each carries.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Douala–Yaoundé–Ngaoundéré (Transcam): timber, fuel, cattle and goods for Chad; Douala–Kumba: palm oil and passengers; Douala–Nkongsamba (partly closed).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positive impact of road and rail transport.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negative impact.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recent developments in road and rail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Roads give door-to-door service.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Railways carry heavy goods.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Bad roads raise transport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the tarring of the road between two towns, the price of food in town falls and new shops open along the road. However, accidents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the effects of transport on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positive effects are seen?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Lower food prices and new shops.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negative effect is seen?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accidents.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the maintenance of roads and railways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see why transport is the backbone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IMPACT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IMPACT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positive effects of roads and railways on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IMPACT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make trade easier and open up remote areas (also create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IMPACT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busst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IMPACT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transport create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IMPACT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employs drivers, mechanics, traders and railway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IMPACT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traffic jam.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IMPACT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negative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IMPACT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Accidents and pollution (also high maintenance costs and land loss).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RECENT DEVELOPMENTS: ROAD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5_motorwa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motorway interchange with flyovers.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RECENT DEVELOPMENTS: ROAD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recent developments in road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RECENT DEVELOPMENTS: ROAD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Motorways, flyovers and electric cars (also autonomous vehicles).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RECENT DEVELOPMENTS: RAIL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modern train.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RECENT DEVELOPMENTS: RAIL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recent developments in rail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RECENT DEVELOPMENTS: RAIL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High-speed trains and tramways (also hyperloops under study).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World Communication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Impact of Road and Railway Transport on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Impact of Road and Rail Transport on the Economy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Road and rail transport affect the economy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move raw materials to factories and products to markets.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Opening up of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link remote farming and mining areas to towns and 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Impact of Road and Rail Transport on the Economy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create jobs for drivers, mechanics and railway workers.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cause accidents, pollution and high maintenance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Recent Developments in Road and Rail Transport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Recent developments include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Motorways and flyovers: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Wide roads and bridges over roads make traffic faster.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Viaducts: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 bridges carry roads and railways over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Recent Developments in Road and Rail Transport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Electric and autonomous vehicles: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cars run on electricity or drive themselves.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Tramways and high-speed trains: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carry many passengers quickly in and between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Recent Developments in Road and Rail Transport</a:t>
            </a:r>
            <a:endParaRPr lang="en-US" sz="3600" dirty="0"/>
          </a:p>
        </p:txBody>
      </p:sp>
      <p:pic>
        <p:nvPicPr>
          <p:cNvPr id="4" name="Image 0" descr="/home/claude/f4/img/v2/network_te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transport network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positive effects of transport on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makes trade easier and creates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recent developments in road or rail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Electric cars and tramways.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bridge over another road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long bridge over a valley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Cars that drive themselves are ______ vehicles.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the tarring of a road in your region changed the life of the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Air and Water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Motorway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L'autoroute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Flyover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pont d'échangeur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Viaduct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viaduc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Electric car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voiture électrique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Tramway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tramway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Maintenance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L'entretien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Impact of Road and Railway Transport on the Economy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positive impact of road and rail transport. Explain the negative impact. Describe recent developments in road and rail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economic impact of land transport and describe recent developments.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Impact of Road and Rail Transport on the Economy; Recent Developments in Road and Rail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how the tarring of a road in your region changed the life of the people.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transport jobs.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“Wadi Halfa Bus Station” by D-Stanley, CC BY 2.0, via Flickr (https://www.flickr.com/photos/79721788@N00/8651154444)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“'Mini Stack' Interchange of Interstate 10, Loop 202, and State Route 5” by squeaks2569, CC BY-SA 2.0, via Flickr (https://www.flickr.com/photos/38478466@N06/5180259860)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“Train de nuit” by Huard, CC BY-NC-ND 2.0, via Flickr (https://www.flickr.com/photos/41569561@N07/5499545979)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2026-09-27T14:32:57Z</dcterms:created>
  <dcterms:modified xsi:type="dcterms:W3CDTF">2026-09-27T14:32:57Z</dcterms:modified>
</cp:coreProperties>
</file>