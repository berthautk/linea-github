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51: Settlement Size-Functional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threshold, range of goods, hierarchy. At the end, you should be able to do this: learners are able to explain the relationship between settlement size and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50: Urban Fields or Spheres of Influence. The question was: Ask ten people at your market where they come from and draw the sphere of influence.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map with the market at the centre, lines to each place of origin and a boundary line around the furthest points.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relationship between size and functions. Number 2: give examples. Number 3: explain the reasons for the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have few services. Big cities have universities. Threshold is the minimum number of customers.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village has a kiosk and a primary school, Garoua has banks and a regional hospital, and Yaoundé has universities, embassies and ministries.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Larger settlements have more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village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kiosk and a primary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Yaoundé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Universities, embassies and ministries.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services according to the size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hierarchy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size and functions.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relationship between size and functions?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larger the settlement, the more functions it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examples at three levels.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Village (kiosk, primary school), town (bank, hospital), city (university, ministries).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range and threshold.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threshold explain the relationship?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High-order services need many customers, found only in large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range explain the relationship?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travel far for rare goods, so these are found in big central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exceptions.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exception to the relationship.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Mining or resort towns may be large but have few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Relationship and Examples. Size and functions are related as follows. On this slide we have Relationship and Village.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Relationship and Examples. On this slide we have Town and City.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size and functions.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The relationship is explained by the following reasons. On this slide we have Threshold and Range.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On this slide we have Exceptions.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size-function relationship.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larger the settlement, the more functions it has.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it with threshold.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high-order services need many customers.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threshold; number 2, range; number 3,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services of your village or quarter with those of your regional capital.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Settlements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51: SETTLEMENT SIZE-FUNCTIONAL RELATIONSHIP</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Size-Functional Relationship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51: Settlement Size-Functional Relationship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Threshold, range of goods,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relationship and examples; reasons.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relationship between settlement size and functions.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50: Urban Fields or Spheres of Influence):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ten people at your market where they come from and draw the sphere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map with the market at the centre, lines to each place of origin and a boundary line around the furthest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relationship between size and functions.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have few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cities have universities.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Threshold is the minimum number of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has a kiosk and a primary school, Garoua has banks and a regional hospital, and Yaoundé has universities, embassies and ministries.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settlements have more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village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kiosk and a primary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Yaoundé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Universities, embassies and ministries.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services according to the size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hierarchy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RELATIONSHIP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Size and functions.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relationship between size and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RELATIONSHIP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larger the settlement, the more functions it has.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examples at three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(kiosk, primary school), town (bank, hospital), city (university, ministries).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THRESHOLD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threshold explain the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High-order services need many customers, found only in large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range explain the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RANGE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far for rare goods, so these are found in big central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Exceptions.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exception to the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or resort towns may be large but have few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51: Settlement Size-Functional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Relationship and Examples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Size and functions are related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Relationship: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larger a settlement, the more and higher-order functions it has.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Village: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low-order services such as a kiosk and a primary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Relationship and Examples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banks, secondary schools and a hospital.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universities, ministries and embassies.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Relationship and Examples</a:t>
            </a:r>
            <a:endParaRPr lang="en-US" sz="3600" dirty="0"/>
          </a:p>
        </p:txBody>
      </p:sp>
      <p:pic>
        <p:nvPicPr>
          <p:cNvPr id="4" name="Image 0" descr="/home/claude/f4/img/v2/size_fun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size and functions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relationship is explained by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Threshold: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High-order services need a large number of customers.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long distances for rare goods, so these locate in big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Exceptions: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resort and administrative towns may break the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size-function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larger the settlement, the more functions it has.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it with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High-order services need many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minimum number of customers for a service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distance people travel for a service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university is a ______-order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services of your village or quarter with those of your regional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Hierarchy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hiérarchie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D'ordre inférieur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D'ordre supérieur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Relationship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51: Settlement Size-Functional Relationship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relationship between size and functions. Give examples. Explain the reasons for the relationship.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relationship between settlement size and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Relationship and Examples;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services of your village or quarter with those of your regional capital.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2026-09-27T14:33:03Z</dcterms:created>
  <dcterms:modified xsi:type="dcterms:W3CDTF">2026-09-27T14:33:03Z</dcterms:modified>
</cp:coreProperties>
</file>