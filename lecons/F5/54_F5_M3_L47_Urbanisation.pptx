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47: 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Settlements and their Implications, and the sub-topic is Urban Settlements and their Spheres of Influence. The key notions we shall use today are: urbanisation, urban growth, rural-urban migration. At the end, you should be able to do this: learners are able to explain urbanisation and its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46: The Concept of Urban Settlement. The question was: Classify five settlements of Cameroon into village, town and city.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Village: a local village; towns: Garoua, Bertoua, Ebolowa; cities: Douala and Yaoundé.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urbanisation. Number 2: describe the trend of urbanisation in the world. Number 3: explain the factors influencing 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Many people leave villages for towns. Towns grow fast in Africa. Towns offer jobs.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1960, less than 15 percent of Cameroonians lived in towns, but today more than half do. Douala and Yaoundé have each passed 3 million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grow very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percentage lived in towns in 1960?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Less than 15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this growth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towns and develop rural areas to balance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growth of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urban population percentage.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urbanisation?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increase in the proportion of people living in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megacities.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world trend of urbanisation.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than half of the world lives in towns, and growth is fastest in 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arrivals at a bus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migration cause urbanisation?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Rural people move to towns for jobs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children in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natural increase cause urbanisation?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Young migrants have many children in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economic factors of urbanisation.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Industrialisation and administrative and commercial jobs in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Urbanisation.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Trend of Urbanisation. Urbanisation evolves as follows. On this slide we have World, LICs and Cameroon.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urban population percentage.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Influencing Urbanisation. Urbanisation is caused by the following factors. On this slide we have Rural-urban migration and Natural increase.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Influencing Urbanisation. On this slide we have Economic factors and Social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urbanisation.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increase in the proportion of people living in towns.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of urbanisation.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rural-urban migration and industrialisation.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urbanisation; number 2, migration; number 3,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three reasons for the rapid growth of Garoua.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48: Consequences of the Urbanisation Process.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47: URBANISATION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Urbanisation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Settlements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Settlements and their Spheres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47: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Urbanisation, urban growth, rural-urban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factors influencing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urbanisation and its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46: The Concept of Urban Settlement):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five settlements of Cameroon into village, town and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 a local village; towns: Garoua, Bertoua, Ebolowa; cities: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urbanisation.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trend of urbanisation in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influencing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people leave villages for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grow fast in Africa.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offer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1960, less than 15 percent of Cameroonians lived in towns, but today more than half do. Douala and Yaoundé have each passed 3 million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grow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percentage lived in towns in 1960?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than 15 percent.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growth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towns and develop rural areas to balance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growth of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pc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Urban population percentage.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increase in the proportion of people living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WORLD TREND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egacitie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Megacities.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WORLD TREND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world trend of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WORLD TREND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than half of the world lives in towns, and growth is fastest in LICs.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busst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Arrivals at a bus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migration cause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people move to towns for jobs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NATURAL INCREASE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childre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Children in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NATURAL INCREASE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natural increase cause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NATURAL INCREASE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migrants have many children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ECONOMIC</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ECONOMIC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economic factors of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ECONOMIC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Industrialisation and administrative and commercial jobs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Settlements and their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Urban Settlements and their Spheres of Influence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47: Urbanisation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increase in the proportion of people living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Trend of Urbanisation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Urbanisation evolves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World: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than half of the world population lives in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grow fastest in Africa and Asia.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than half of Cameroonians now live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Trend of Urbanisation</a:t>
            </a:r>
            <a:endParaRPr lang="en-US" sz="3600" dirty="0"/>
          </a:p>
        </p:txBody>
      </p:sp>
      <p:pic>
        <p:nvPicPr>
          <p:cNvPr id="4" name="Image 0" descr="/home/claude/f4/img/v2/urban_pc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urban population percentage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Influencing Urbanisation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Urbanisation is caused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Rural-urban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move from villages to towns for jobs and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increase: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urban populations have many births.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Influencing Urbanisation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trade and administration create jobs in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Schools, hospitals and modern life attract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increase in the proportion of people living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and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growth of the urban share of population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from village to town is rural-urban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largest city of Cameroon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three reasons for the rapid growth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48: Consequences of the Urbanisation Process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 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 urbaine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Migrant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migrant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Job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L'emploi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Proportion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proportion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Settlements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47: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urbanisation. Describe the trend of urbanisation in the world. Explain the factors influencing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urbanisation and its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Trend of Urbanisation; Factors Influencing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three reasons for the rapid growth of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“Wadi Halfa Bus Station” by D-Stanley, CC BY 2.0, via Flickr (https://www.flickr.com/photos/79721788@N00/8651154444)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“African school children” by World Resources, CC BY-NC-SA 2.0, via Flickr (https://www.flickr.com/photos/26107309@N05/2658469563)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2026-09-28T21:15:23Z</dcterms:created>
  <dcterms:modified xsi:type="dcterms:W3CDTF">2026-09-28T21:15:23Z</dcterms:modified>
</cp:coreProperties>
</file>