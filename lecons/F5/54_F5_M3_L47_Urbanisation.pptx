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47: Urbanisation.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5. It belongs to Module III: Management of Population Growth and Space Colonisation.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Development of Settlements and their Implications, and the sub-topic is Urban Settlements and their Spheres of Influence. The key notions we shall use today are: urbanisation, urban growth, rural-urban migration. At the end, you should be able to do this: learners are able to explain urbanisation and its factors.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46: The Concept of Urban Settlement. The question was: Classify five settlements of Cameroon into village, town and city.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Village: a local village; towns: Garoua, Bertoua, Ebolowa; cities: Douala and Yaoundé.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urbanisation. Number 2: describe the trend of urbanisation in the world. Number 3: explain the factors influencing urbanisation.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Many people leave villages for towns. Towns grow fast in Africa. Towns offer jobs.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1960, less than 15 percent of Cameroonians lived in towns, but today more than half do. Douala and Yaoundé have each passed 3 million people.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Towns grow very fast.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percentage lived in towns in 1960?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Less than 15 percent.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is this growth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Urbanisation.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plan towns and develop rural areas to balance growth.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growth of towns.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urban population percentage.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urbanisation?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increase in the proportion of people living in towns.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megacities.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Describe the world trend of urbanisation.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More than half of the world lives in towns, and growth is fastest in LICs.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arrivals at a bus station.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How does migration cause urbanisation?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Rural people move to towns for jobs and services.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children in town.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does natural increase cause urbanisation?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Young migrants have many children in towns.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yaoundé.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two economic factors of urbanisation.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Industrialisation and administrative and commercial jobs in towns.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Urbanisation.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Trend of Urbanisation. Urbanisation evolves as follows. On this slide we have World, LICs and Cameroon.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urban population percentage.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Factors Influencing Urbanisation. Urbanisation is caused by the following factors. On this slide we have Rural-urban migration and Natural increase.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Influencing Urbanisation. On this slide we have Economic factors and Social factors.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Define urbanisation.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increase in the proportion of people living in towns.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factors of urbanisation.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rural-urban migration and industrialisation.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urbanisation; number 2, migration; number 3, Douala.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Explain three reasons for the rapid growth of Garoua.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48: Consequences of the Urbanisation Process.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5</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47: URBANISATION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5</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47</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Urbanisation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5</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III: Management of Population Growth and Space Colonisation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Development of Settlements and their Implications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Urban Settlements and their Spheres of Influence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47: Urbanisation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Urbanisation, urban growth, rural-urban migration.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factors influencing urbanisation.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urbanisation and its factors.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46: The Concept of Urban Settlement):</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Classify five settlements of Cameroon into village, town and 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Village: a local village; towns: Garoua, Bertoua, Ebolowa; cities: Douala and Yaoundé.</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urbanisation.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trend of urbanisation in the world.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factors influencing urbanisation.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Many people leave villages for towns.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Towns grow fast in Africa.</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Towns offer jobs.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1960, less than 15 percent of Cameroonians lived in towns, but today more than half do. Douala and Yaoundé have each passed 3 million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Towns grow very fast.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percentage lived in towns in 1960?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Less than 15 percent.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this growth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Urbanisation.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 towns and develop rural areas to balance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growth of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urban_pct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Urban population percentage.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urbanisation?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increase in the proportion of people living in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WORLD TREND</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megacities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Megacities.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WORLD TREND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world trend of urbanisation.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WORLD TREND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More than half of the world lives in towns, and growth is fastest in LICs.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 MIGRATION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sa_busstatio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Arrivals at a bus station.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 MIGRATION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migration cause urbanisation?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 MIGRATION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Rural people move to towns for jobs and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 NATURAL INCREASE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childre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Children in town.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 NATURAL INCREASE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natural increase cause urbanisation?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 NATURAL INCREASE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Young migrants have many children in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 ECONOMIC</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lsa_yaound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Yaoundé.</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 ECONOMIC</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economic factors of urbanisation.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 ECONOMIC</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Industrialisation and administrative and commercial jobs in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The Development of Settlements and their Implications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Urban Settlements and their Spheres of Influence</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47: Urbanisation</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Urbanisation: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increase in the proportion of people living in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Trend of Urbanisation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Urbanisation evolves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World: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More than half of the world population lives in towns.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LICs: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Towns grow fastest in Africa and Asia.</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Cameroon: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More than half of Cameroonians now live in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Trend of Urbanisation</a:t>
            </a:r>
            <a:endParaRPr lang="en-US" sz="3600" dirty="0"/>
          </a:p>
        </p:txBody>
      </p:sp>
      <p:pic>
        <p:nvPicPr>
          <p:cNvPr id="4" name="Image 0" descr="/home/claude/f4/img/v2/urban_pct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urban population percentage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Influencing Urbanisation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Urbanisation is caused by the following factors: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Rural-urban migration: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move from villages to towns for jobs and services.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Natural increase: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Young urban populations have many births.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Influencing Urbanisation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Economic 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Industries, trade and administration create jobs in towns.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Social 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Schools, hospitals and modern life attract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urbanisation.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increase in the proportion of people living in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factors of urbanisation.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Rural-urban migration and industrialisation.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growth of the urban share of population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Movement from village to town is rural-urban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largest city of Cameroon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three reasons for the rapid growth of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48: Consequences of the Urbanisation Process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Urbanisation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L'urbanisation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Urban growth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croissance urbaine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Migrant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migrant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Job</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L'emploi</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Proportion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proportion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Service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service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Development of Settlements and their Implications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47: Urbanisation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urbanisation. Describe the trend of urbanisation in the world. Explain the factors influencing urbanisation.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urbanisation and its factors.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Trend of Urbanisation; Factors Influencing Urbanisation.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three reasons for the rapid growth of Garoua.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define.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5, Module III: Management of Population Growth and Space Colonisation.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“Wadi Halfa Bus Station” by D-Stanley, CC BY 2.0, via Flickr (https://www.flickr.com/photos/79721788@N00/8651154444)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“African school children” by World Resources, CC BY-NC-SA 2.0, via Flickr (https://www.flickr.com/photos/26107309@N05/2658469563)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“Yaoundé” by wili_hybrid, CC BY-NC 2.0, via Flickr (https://www.flickr.com/photos/62223880@N00/5677034246)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2026-09-29T03:12:05Z</dcterms:created>
  <dcterms:modified xsi:type="dcterms:W3CDTF">2026-09-29T03:12:05Z</dcterms:modified>
</cp:coreProperties>
</file>