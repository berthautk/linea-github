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28: Basic Notions on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Population Distribution. The key notions we shall use today are: population, demography, census, world population. At the end, you should be able to do this: learners are able to define population and describe the evolution of the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27: Pollution. The question was: Identify two types of pollution in your town, their sources and one solution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air pollution from old cars and burning waste (inspect vehicles, stop burning); water pollution from waste in the river (bins and sanitation).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population and demography. Number 2: describe the evolution of the world population. Number 3: explain the causes of rapid growth since 1950.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about 28 million people. Many children are born in Africa. Some regions are crowded.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1950 the world had about 2.5 billion people, but today it has more than 8 billion. A pupil wonders why the population grew so fast.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the growth of the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was the world population in 1950?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About 2.5 billion.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it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More than 8 billion.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take part in census operations and give correct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the study of population and its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crowd.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total number of people living in an area at a given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sources of data.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demography?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scientific study of human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growth of the world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world population growth before 1800.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was very slow because of high death rates from famine, disease and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world population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world population growth since 1950.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very rapid, from 2.5 billion in 1950 to more than 8 billion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vaccination.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did the population grow fast after 1950?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Death rates fell with medicine and food, while birth rates stayed high in LICs.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and Demography.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of Growth. The world population evolved in the following stages. On this slide we have Before 1800 and 1800 to 1950.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of Growth. On this slide we have Since 1950.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Rapid Growth. Death rates fell, and the population grew fast, for the following reasons. On this slide we have Medicine and Vaccines.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Rapid Growth. On this slide we have More food.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growth of the world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total number of people in an area at a given time.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cause of rapid growth since 1950.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falling death rates due to medicine.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demography; number 2, eight (8); number 3, death.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population of Cameroon in the censuses of 1976, 1987 and 2005.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Sources of Population Data.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28: BASIC NOTIONS ON POPULATION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Basic Notions on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28: Basic Notions on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demography, census,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evolution of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population and describe the evolution of the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27: Pollution):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two types of pollution in your town, their sources and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air pollution from old cars and burning waste (inspect vehicles, stop burning); water pollution from waste in the river (bins and sanitation).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and demography.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evolution of the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rapid growth since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about 28 million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children are born in Africa.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regions are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1950 the world had about 2.5 billion people, but today it has more than 8 billion. A pupil wonders why the population grew so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the growth of the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world population in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2.5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it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8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 part in census operations and give correct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the study of population and its challenges.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total number of people living in an area at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Sources of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demography?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scientific study of human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SLOW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orld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of the world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SLOW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world population growth before 1800.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SLOW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very slow because of high death rates from famine, disease and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RAPID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RAPID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world population growth since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RAPID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rapid, from 2.5 billion in 1950 to more than 8 billion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Vaccination.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population grow fast after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fell with medicine and food, while birth rates stayed high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and Population Distribution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28: Basic Notions on Population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number of people living in an area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scientific study of human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 Population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Stages of Growth</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world population evolved in the following stages: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Before 1800: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was slow because of famine, diseases and wars.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1800 to 1950: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increased with the Industrial Revolution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 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Stages of Growth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Since 1950: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is very fast, reaching more than 8 billion people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 Population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 of Rapid Growth</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Death rates fell, and the population grew fast,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Medicine: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Hospitals and drugs cure more diseases.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Vaccines: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protect children against deadly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 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Causes of Rapid Growth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food: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farming feeds more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 Population</a:t>
            </a:r>
            <a:endParaRPr lang="en-US" sz="3600" dirty="0"/>
          </a:p>
        </p:txBody>
      </p:sp>
      <p:pic>
        <p:nvPicPr>
          <p:cNvPr id="4" name="Image 0" descr="/home/claude/f4/img/v2/world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growth of the world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total number of people in an area at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cause of rapid growth since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Falling death rates due to medicine.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population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world population passed ______ billion in 2022.</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Vaccines reduced the ______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population of Cameroon in the censuses of 1976, 1987 and 2005.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Sources of Population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Demography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démographie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Billion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milliard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28: Basic Notions on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and demography. Describe the evolution of the world population. Explain the causes of rapid growth since 1950.</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population and describe the evolution of the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Stages of Growth; Causes of Rapid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population of Cameroon in the censuses of 1976, 1987 and 2005.</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2026-10-02T05:13:44Z</dcterms:created>
  <dcterms:modified xsi:type="dcterms:W3CDTF">2026-10-02T05:13:44Z</dcterms:modified>
</cp:coreProperties>
</file>