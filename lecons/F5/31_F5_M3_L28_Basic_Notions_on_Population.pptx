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Basic Notions on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demography, census, world population. At the end, you should be able to do this: learners are able to define population and describe the evolution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Pollution. The question was: Identify two types of pollution in your town, their sources and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air pollution from old cars and burning waste (inspect vehicles, stop burning); water pollution from waste in the river (bins and sanitation).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and demography. Number 2: describe the evolution of the world population. Number 3: explain the causes of rapid growth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Many children are born in Africa. Some regions are crowded.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1950 the world had about 2.5 billion people, but today it has more than 8 billion. A pupil wonders why the population grew so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growth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the world population in 1950?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2.5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it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than 8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census operations and give correct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population and its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total number of people living in an area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sources of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demography?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scientific study of human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growth of the world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world population growth before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very slow because of high death rates from famine, disease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world population growth since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rapid, from 2.5 billion in 1950 to more than 8 billion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vaccination.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the population grow fast after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fell with medicine and food, while birth rates stayed high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Demography.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 Population. The world population evolved as follows. On this slide we have Before 1800 and 1800 to 1950.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of the World Population. On this slide we have Since 1950 and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the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total number of people in an area at a given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cause of rapid growth since 1950.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falling death rates due to medicine.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demography; number 2, eight (8);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of Cameroon in the censuses of 1976, 1987 and 2005.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Sources of Population Data.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BASIC NOTIONS ON POPULATION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Notions on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Basic Notions on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demography, census,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evolution of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population and describe the evolution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Pollution):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types of pollution in your town, their sources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air pollution from old cars and burning waste (inspect vehicles, stop burning); water pollution from waste in the river (bins and sanitation).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and demography.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rapid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children are born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regions are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1950 the world had about 2.5 billion people, but today it has more than 8 billion. A pupil wonders why the population grew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growth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world population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census operations and give correct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population and its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number of people living in an area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Sources of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demography?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scientific study of human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of the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world population growth before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very slow because of high death rates from famine, disease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world population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rapid, from 2.5 billion in 1950 to more than 8 billion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Vaccination.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population grow fast after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with medicine and food, while birth rates stayed high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Basic Notions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number of people living in an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human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Before 1800: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was slow because of famine, diseases and wars.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1800 to 1950: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increased with the Industrial Revolution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Since 1950: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very fast, reaching more than 8 billion people today.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vaccines and more food reduced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the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number of people in an area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rapid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death rates due to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reduced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of Cameroon in the censuses of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Basic Notions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and demography. Describe the evolution of the world population. Explain the causes of rapid growth since 1950.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population and describe the evolution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of Cameroon in the censuses of 1976, 1987 and 2005.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2026-09-27T14:33:00Z</dcterms:created>
  <dcterms:modified xsi:type="dcterms:W3CDTF">2026-09-27T14:33:00Z</dcterms:modified>
</cp:coreProperties>
</file>