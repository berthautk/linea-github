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1: Location of Economic Activities and Description of Land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 Management of Manufacturing and Tertiary Activities.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Initiation to Map Analysis, and the sub-topic is Map Interpretation. The key notions we shall use today are: land use, economic activity, map evidence, sketch map. At the end, you should be able to do this: learners are able to identify, describe and explain land uses on a map and draw a sketch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Secondary (Manufacturing) Industries in Cameroon. The question was: Draw a sketch map of the industrial regions of Cameroon and name two industries in each.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Coastal: ALUCAM (Edéa), SONARA (Limbe); Centre: breweries and printing (Yaoundé); West: coffee processing (Bafoussam); North: CICAM (Garoua), CIMENCAM (Figuil).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types of land use and economic activities on a map. Number 2: describe and explain their distribution. Number 3: draw a sketch map of land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Maps show roads, settlements and vegetation. Economic activities use land. A sketch map needs a frame, title and key.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map extract, the class sees plantations, a factory near a river, a quarry on a hill and a forest reserve. They must describe and explain these land uses.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describe land use on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land uses on the map.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Plantations and a factory (also quarry, forest reserve).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evidence do we need?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Symbols, names and grid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always support land use descriptions with map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read human activities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land use on a map (invented).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four land uses on the extract.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Plantation, forest reserve, quarry and factory (also grazing,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describing land use.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map evidence shows plantation agriculture?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Regular symbols over a large area and names such as "oil palm estate".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physical factors of land use.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Explain the location of the factory near the river and road.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river gives water and the road and railway give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slopes.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forest reserves often on hills?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Steep slopes are poor for farming and trees protect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elements of a sketch map.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must a land use sketch map include?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Frame, title, key, scale, north arrow and the land use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Land use.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Identification and Description. Land uses are identified and described as follows. On this slide we have Agriculture and Industry and mining.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Identification and Description. On this slide we have Other uses and Evidence.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land use on a map.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Explanation and Sketch Map. Land uses are explained and drawn as follows. On this slide we have Relief and Drainage and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Explanation and Sketch Map. On this slide we have Sketch map.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land uses and their map evidence.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plantation (regular symbols, name); quarry (quarry symbol).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Explain the location of a factory near a river.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river supplies water and transport.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use; number 2, soil; number 3, key (or title,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sketch map of the land uses of a map extract.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7: Communication.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PRACTICAL WORK 1: LOCATION OF ECONOMIC ACTIVITIES AND DESCRIPTION OF LAND USE</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Location of Economic Activities and Description of Land Use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Management of Manufacturing and Tertiary Activities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Initiation to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Interpretation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1: Location of Economic Activities and Description of Land Use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Land use, economic activity, map evidence, sketch map.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Identify, describe and explain types of land use and economic activities; draw a sketch map to illustrate the distribution of physical and human activities and land uses.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describe and explain land uses on a map and draw a sketch map.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Secondary (Manufacturing) Industries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industrial regions of Cameroon and name two industries in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Coastal: ALUCAM (Edéa), SONARA (Limbe); Centre: breweries and printing (Yaoundé); West: coffee processing (Bafoussam); North: CICAM (Garoua), CIMENCAM (Figuil).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types of land use and economic activities on a map.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and explain their distribution.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 sketch map of land 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Maps show roads, settlements and vegetation.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Economic activities use land.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sketch map needs a frame, title and key.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extract, the class sees plantations, a factory near a river, a quarry on a hill and a forest reserve. They must describe and explain these land 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describe land use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land uses on the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Plantations and a factory (also quarry, forest reserve).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evidence do we need?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Symbols, names and grid references.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Always support land use descriptions with map evidence.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read human activities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opo_landu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Land use on a map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IDENTIFICATION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land uses on the extract.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IDENTIFICATION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Plantation, forest reserve, quarry and factory (also grazing,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DESCRIPTION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opo_landu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Describing land use.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DESCRIPTION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map evidence shows plantation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DESCRIPTION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Regular symbols over a large area and names such as "oil palm estate".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ite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Physical factors of land use.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location of the factory near the river and 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gives water and the road and railway give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terrac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Slopes.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forest reserves often on hills?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Steep slopes are poor for farming and trees protect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SKETCH MAP</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map_margin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Elements of a sketch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SKETCH MAP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must a land use sketch map include?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SKETCH MAP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Frame, title, key, scale, north arrow and the land use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Initiation to Map Analysis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Map Interpretation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Practical Work 1: Location of Economic Activities and Description of Land Use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 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way people use an area of land, such as farming, industry or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Identification and Description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Land uses are identified and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Agriculture: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Plantations, farms and grazing land are shown by symbols and names.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Industry and mining: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Factories, quarries and mines are shown by symbols.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Identification and Description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Other 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 reserves, settlements and recreation areas are also shown.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Evidence: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use symbols, names, grid references and directions.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Identification and Description</a:t>
            </a:r>
            <a:endParaRPr lang="en-US" sz="3600" dirty="0"/>
          </a:p>
        </p:txBody>
      </p:sp>
      <p:pic>
        <p:nvPicPr>
          <p:cNvPr id="4" name="Image 0" descr="/home/claude/f4/img/v2/topo_landu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land use on a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Explanation and Sketch Map</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Land uses are explained and drawn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Flat land is farmed and built on, while steep slopes are left to forest.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Drainage and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roads and railways attract factories and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Explanation and Sketch Map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Sketch map: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draw the land use zones with a frame, title, key, scale and north 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land uses and their map evidence.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Plantation (regular symbols, name); quarry (quarry symbol).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location of a factory near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supplies water and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way people use land is land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Forests on hills protect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sketch map needs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land uses of a map extract.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Communication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 use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L'utilisation du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Quarry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carrière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Factory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L'usine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Sketch map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croquis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Evidence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preuve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Initiation to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1: Location of Economic Activities and Description of Land Use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types of land use and economic activities on a map. Describe and explain their distribution. Draw a sketch map of land uses.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describe and explain land uses on a map and draw a sketch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Identification and Description; Explanation and Sketch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sketch map of the land uses of a map extract.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a frame.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 Management of Manufacturing and Tertiary Activities.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“Terraced Hillside” by AdamCohn, CC BY-NC-ND 2.0, via Flickr (https://www.flickr.com/photos/96142515@N00/6311042523)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2026-09-29T03:11:54Z</dcterms:created>
  <dcterms:modified xsi:type="dcterms:W3CDTF">2026-09-29T03:11:54Z</dcterms:modified>
</cp:coreProperties>
</file>