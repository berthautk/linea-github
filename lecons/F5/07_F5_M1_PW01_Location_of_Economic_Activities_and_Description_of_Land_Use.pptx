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notesMasterIdLst>
    <p:notesMasterId r:id="rId5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notesMaster" Target="notesMasters/notesMaster1.xml"/><Relationship Id="rId54" Type="http://schemas.openxmlformats.org/officeDocument/2006/relationships/presProps" Target="presProps.xml"/><Relationship Id="rId55" Type="http://schemas.openxmlformats.org/officeDocument/2006/relationships/viewProps" Target="viewProps.xml"/><Relationship Id="rId56" Type="http://schemas.openxmlformats.org/officeDocument/2006/relationships/theme" Target="theme/theme1.xml"/><Relationship Id="rId5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Practical Work 1: Location of Economic Activities and Description of Land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5. It belongs to Module I: Management of Manufacturing and Tertiary Activities.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Initiation to Map Analysis, and the sub-topic is Map Interpretation. The key notions we shall use today are: land use, economic activity, map evidence, sketch map. At the end, you should be able to do this: learners are able to identify, describe and explain land uses on a map and draw a sketch 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6: Secondary (Manufacturing) Industries in Cameroon. The question was: Draw a sketch map of the industrial regions of Cameroon and name two industries in each.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Coastal: ALUCAM (Edéa), SONARA (Limbe); Centre: breweries and printing (Yaoundé); West: coffee processing (Bafoussam); North: CICAM (Garoua), CIMENCAM (Figuil).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identify types of land use and economic activities on a map. Number 2: describe and explain their distribution. Number 3: draw a sketch map of land uses.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Maps show roads, settlements and vegetation. Economic activities use land. A sketch map needs a frame, title and key.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On a map extract, the class sees plantations, a factory near a river, a quarry on a hill and a forest reserve. They must describe and explain these land uses.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class must describe land use on a 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Name two land uses on the map.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Plantations and a factory (also quarry, forest reserve).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evidence do we need?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Symbols, names and grid references.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always support land use descriptions with map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practical work helps us to read human activities on maps.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land use on a map (invented).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Name four land uses on the extract.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Plantation, forest reserve, quarry and factory (also grazing, settlements).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describing land use.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map evidence shows plantation agriculture?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Regular symbols over a large area and names such as "oil palm estate".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physical factors of land use.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Explain the location of the factory near the river and road.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river gives water and the road and railway give transport.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slopes.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are forest reserves often on hills?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Steep slopes are poor for farming and trees protect the soil.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elements of a sketch map.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What must a land use sketch map include?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Frame, title, key, scale, north arrow and the land use zones.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Land use.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Identification and Description. Land uses are identified and described as follows. On this slide we have Agriculture and Industry and mining.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Identification and Description. On this slide we have Other uses and Evidence.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land use on a map.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Explanation and Sketch Map. Land uses are explained and drawn as follows. On this slide we have Relief and Drainage and transport.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Explanation and Sketch Map. On this slide we have Sketch map.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two land uses and their map evidence.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plantation (regular symbols, name); quarry (quarry symbol).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Explain the location of a factory near a river.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river supplies water and transport.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use; number 2, soil; number 3, key (or title, frame).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Draw a sketch map of the land uses of a map extract.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7: Communication.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5</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PRACTICAL WORK 1: LOCATION OF ECONOMIC ACTIVITIES AND DESCRIPTION OF LAND USE</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5</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Practical Work 1</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Location of Economic Activities and Description of Land Use</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5</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 Management of Manufacturing and Tertiary Activities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Initiation to Map Analysis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Map Interpretation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Practical Work 1: Location of Economic Activities and Description of Land Use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Land use, economic activity, map evidence, sketch map.</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Identify, describe and explain types of land use and economic activities; draw a sketch map to illustrate the distribution of physical and human activities and land uses.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identify, describe and explain land uses on a map and draw a sketch map.</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6: Secondary (Manufacturing) Industries in Cameroon):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a sketch map of the industrial regions of Cameroon and name two industries in each.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Coastal: ALUCAM (Edéa), SONARA (Limbe); Centre: breweries and printing (Yaoundé); West: coffee processing (Bafoussam); North: CICAM (Garoua), CIMENCAM (Figuil).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Identify types of land use and economic activities on a map.</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and explain their distribution.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Draw a sketch map of land uses.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Maps show roads, settlements and vegetation.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Economic activities use land.</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 sketch map needs a frame, title and key.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a map extract, the class sees plantations, a factory near a river, a quarry on a hill and a forest reserve. They must describe and explain these land uses.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class must describe land use on a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land uses on the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Plantations and a factory (also quarry, forest reserve).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evidence do we need?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Symbols, names and grid references.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Always support land use descriptions with map evidence.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practical work helps us to read human activities on maps.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topo_landus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Land use on a map (invented).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IDENTIFICATION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four land uses on the extract.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IDENTIFICATION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Plantation, forest reserve, quarry and factory (also grazing, settlements).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DESCRIPTION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topo_landus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Describing land use.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DESCRIPTION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map evidence shows plantation agriculture?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DESCRIPTION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Regular symbols over a large area and names such as "oil palm estate".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EXPLANATION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site_factor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Physical factors of land use.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EXPLANATION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Explain the location of the factory near the river and road.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EXPLANATION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river gives water and the road and railway give transport.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EXPLANATION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4_terraces.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Slopes.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EXPLANATION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forest reserves often on hills?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EXPLANATION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Steep slopes are poor for farming and trees protect the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SKETCH MAP</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map_marginal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Elements of a sketch map.</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SKETCH MAP</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must a land use sketch map include?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SKETCH MAP</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Frame, title, key, scale, north arrow and the land use zones.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Initiation to Map Analysis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Map Interpretation</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Practical Work 1: Location of Economic Activities and Description of Land Use</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Land use: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way people use an area of land, such as farming, industry or settlement.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Identification and Description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Land uses are identified and described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Agriculture: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Plantations, farms and grazing land are shown by symbols and names.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Industry and mining: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Factories, quarries and mines are shown by symbols.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Identification and Description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Other uses: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Forest reserves, settlements and recreation areas are also shown.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Evidence: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use symbols, names, grid references and directions.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Identification and Description</a:t>
            </a:r>
            <a:endParaRPr lang="en-US" sz="3600" dirty="0"/>
          </a:p>
        </p:txBody>
      </p:sp>
      <p:pic>
        <p:nvPicPr>
          <p:cNvPr id="4" name="Image 0" descr="/home/claude/f4/img/v2/topo_landus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land use on a map</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Explanation and Sketch Map</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Land uses are explained and drawn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Relief: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Flat land is farmed and built on, while steep slopes are left to forest.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Drainage and transport: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Rivers, roads and railways attract factories and settlements.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Explanation and Sketch Map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Sketch map: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draw the land use zones with a frame, title, key, scale and north arrow.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land uses and their map evidence.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Plantation (regular symbols, name); quarry (quarry symbol).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Explain the location of a factory near a river.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river supplies water and transport.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way people use land is land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Forests on hills protect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sketch map needs a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a sketch map of the land uses of a map extract.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7: Communication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Land use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L'utilisation du sol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Quarry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carrière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Plantation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plantation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Factory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L'usine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Sketch map</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croquis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Evidence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preuve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Initiation to Map Analysis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Practical Work 1: Location of Economic Activities and Description of Land Use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Identify types of land use and economic activities on a map. Describe and explain their distribution. Draw a sketch map of land uses.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identify, describe and explain land uses on a map and draw a sketch map.</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Identification and Description; Explanation and Sketch Map.</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Draw a sketch map of the land uses of a map extract.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use a map.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describe.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discuss.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discuss.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draw a frame.</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5, Module I: Management of Manufacturing and Tertiary Activities.</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“Terraced Hillside” by AdamCohn, CC BY-NC-ND 2.0, via Flickr (https://www.flickr.com/photos/96142515@N00/6311042523)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51</Slides>
  <Notes>51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51</vt:i4>
      </vt:variant>
    </vt:vector>
  </HeadingPairs>
  <TitlesOfParts>
    <vt:vector size="5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2026-09-28T21:15:11Z</dcterms:created>
  <dcterms:modified xsi:type="dcterms:W3CDTF">2026-09-28T21:15:11Z</dcterms:modified>
</cp:coreProperties>
</file>