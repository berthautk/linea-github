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Location of Economic Activities and Description of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land use, economic activity, map evidence, sketch map. At the end, you should be able to do this: learners are able to identify, describe and explain land uses on a map and draw a sketch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Secondary (Manufacturing) Industries in Cameroon. The question was: Draw a sketch map of the industrial regions of Cameroon and name two industries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Coastal: ALUCAM (Edéa), SONARA (Limbe); Centre: breweries and printing (Yaoundé); West: coffee processing (Bafoussam); North: CICAM (Garoua), CIMENCAM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types of land use and economic activities on a map. Number 2: describe and explain their distribution. Number 3: draw a sketch map of land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show roads, settlements and vegetation. Economic activities use land. A sketch map needs a frame, title and key.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plantations, a factory near a river, a quarry on a hill and a forest reserve. They must describe and explain these land uses.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describe land use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land uses on the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Plantations and a factory (also quarry, forest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evidence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Symbols, names and grid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support land use descriptions with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human activities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 use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land uses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forest reserve, quarry and factory (also grazing,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describing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map evidence shows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symbols over a large area and names such as "oil palm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physical factors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the location of the factory near the river and road.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gives water and the road and railway give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forest reserves often on hills?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poor for farming and trees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sketch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land use sketch map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Frame, title, key, scale, north arrow and the land use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and Description. Land uses are identified and described as follows. On this slide we have Agriculture and Industry and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and Description. On this slide we have Other uses and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 use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and Sketch Map. Land uses are explained and drawn as follows. On this slide we have Relief and Drainage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and Sketch Map. On this slide we have Sketch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land uses and their map evidence.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plantation (regular symbols, name); quarry (quarry symbol).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location of a factory near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river supplies water and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use; number 2, soil; number 3, key (or title,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land uses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Communication.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LOCATION OF ECONOMIC ACTIVITIES AND DESCRIPTION OF LAND USE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Economic Activities and Description of Land Use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Location of Economic Activities and Description of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economic activity, map evidence,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Identify, describe and explain types of land use and economic activities; draw a sketch map to illustrate the distribution of physical and human activities and land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describe and explain land uses on a map and draw a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Secondary (Manufacturing) Industries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industrial regions of Cameroon and name two industries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ALUCAM (Edéa), SONARA (Limbe); Centre: breweries and printing (Yaoundé); West: coffee processing (Bafoussam); North: CICAM (Garoua), CIMENCAM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land use and economic activities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sketch map of land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roads, settlements and vegetation.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Economic activities use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needs a frame,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plantations, a factory near a river, a quarry on a hill and a forest reserve. They must describe and explain these land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describe land use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 uses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and a factory (also quarry, forest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Symbols, names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support land use descriptions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human activities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land uses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forest reserve, quarry and factory (also grazing,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Describing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evidence shows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symbols over a large area and names such as "oil palm estate".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the factory near the river and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gives water and the road and railway give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 reserves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poor for farming and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sketch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land use sketch map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Frame, title, key, scale, north arrow and the land use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Map Interpretation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Location of Economic Activities and Description of Land Use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use an area of land, such as farming, industry or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Description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are identified and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farms and grazing land are shown by symbols and names.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quarries and mines are shown by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Description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reserves, settlements and recreation areas are also shown.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symbols, names,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Description</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 use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and Sketch Map</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are explained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while steep slopes are left to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roads and railways attract factories and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and Sketch Map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Sketch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land use zones with a frame,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land uses and their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(regular symbols, name); quarry (quarry symbol).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a factory near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supplies water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way people use land is land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on hills protect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sketch map needs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land uses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Sketch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croquis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Location of Economic Activities and Description of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types of land use and economic activities on a map. Describe and explain their distribution. Draw a sketch map of land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describe and explain land uses on a map and draw a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and Description; Explanation and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land uses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frame.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2026-10-02T05:13:36Z</dcterms:created>
  <dcterms:modified xsi:type="dcterms:W3CDTF">2026-10-02T05:13:36Z</dcterms:modified>
</cp:coreProperties>
</file>