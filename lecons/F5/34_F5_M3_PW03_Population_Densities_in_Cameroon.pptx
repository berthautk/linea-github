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density, choropleth map, interpretation. At the end, you should be able to do this: learners are able to calculate densities, interpret them and draw a density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Population Distribution. The question was: Calculate the density of Cameroon if it has 28 million people on 475,000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28,000,000 ÷ 475,000 ≈ 59 people per km² (moderate).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population densities of the regions of Cameroon. Number 2: interpret the results. Number 3: draw a choropleth map of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A choropleth map uses shades.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a table of the population and area of the ten regions of Cameroon. The class must calculate the densities and map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and map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formula is used?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map will be drawn?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present calculations clearly and check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population of our country with real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densities of the Littoral, the West and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Littoral 3,850,000 ÷ 20,248 ≈ 190; West ≈ 150; Far North ≈ 130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densities of the East, the South and the Adamaoua.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 11; South ≈ 17; Adamaoua ≈ 20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regions are dense and which are sparse?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Explain why the West and the East differ.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has fertile volcanic soils and a mild climate; the East has dense forest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draw the density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Group densities into classes and shade each region darker for higher density, with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Population Densities. The densities of the regions of Cameroon are calculated as follows. On this slide we have Formula and Dense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Population Densities. On this slide we have Moderate regions and Sparse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Mapping. The results are interpreted and mapped as follows. On this slide we have Interpretation and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Mapping. On this slide we have Map elements.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density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density of a region with 2,160,000 people on 17,300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125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densest and the least dense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Littoral and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Littoral; number 2, East; number 3, choropleth.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choropleth map of population densities of Cameroon using four classes.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Spatial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choropleth 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population densities; interpretation of results; draw map of spatial distribution of the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28,000,000 ÷ 475,000 ≈ 59 people per km²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densities of the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choropleth map of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choropleth map uses shades.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a table of the population and area of the ten regions of Cameroon. The class must calculate the densities and map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and map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will be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Present calculations clearly and check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population of our country with real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Littoral, the West and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Littoral 3,850,000 ÷ 20,248 ≈ 190; West ≈ 150; Far North ≈ 130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East, the South and the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 11; South ≈ 17; Adamaoua ≈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dense and which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West and the East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has fertile volcanic soils and a mild climate; the East has dense forest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draw the density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densities into classes and shade each region darker for higher density,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equals population divided by area in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about 190, the West 150, the Far North 130 and the North-West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has about 70, the Centre 67 and the North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Adamaoua has about 20, the South 17 and the East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interpreted and mapped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are high in fertile highlands, the coast and cities, and low in the forest and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shaded according to its density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needs a title, key, frame,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density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region with 2,160,000 people on 17,300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densest and the least dense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by area is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tableau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population densities of the regions of Cameroon. Interpret the results. Draw a choropleth map of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Calculation of Population Densities; Interpretation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choropleth map of population densities of Cameroon using four classes.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