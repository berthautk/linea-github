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Population Densities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population density, choropleth map, interpretation. At the end, you should be able to do this: learners are able to calculate densities, interpret them and draw a density map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Population Distribution. The question was: Calculate the density of Cameroon if it has 28 million people on 475,000 km².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28,000,000 ÷ 475,000 ≈ 59 people per km² (moderate).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calculate the population densities of the regions of Cameroon. Number 2: interpret the results. Number 3: draw a choropleth map of densities.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 population ÷ area. Cameroon has ten regions. A choropleth map uses shades.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teacher gives a table of the population and area of the ten regions of Cameroon. The class must calculate the densities and map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calculate and map densities.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formula is used?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map will be drawn?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choropleth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present calculations clearly and check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understand the population of our country with real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densities of the Littoral, the West and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Littoral 3,850,000 ÷ 20,248 ≈ 190; West ≈ 150; Far North ≈ 130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densities of the East, the South and the Adamaoua.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 11; South ≈ 17; Adamaoua ≈ 20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density of Cameroon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regions are dense and which are sparse?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Littoral, West, Far North, North-West; sparse: East, South, Adamaoua.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Explain why the West and the East differ.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West has fertile volcanic soils and a mild climate; the East has dense forest and poor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choropleth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we draw the density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Group densities into classes and shade each region darker for higher density, with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of Population Densities. The densities of the regions of Cameroon are calculated as follows. On this slide we have Formula and Dense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of Population Densities. On this slide we have Moderate regions and Sparse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data table.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and Mapping. The results are interpreted and mapped as follows. On this slide we have Interpretation and Choropleth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and Mapping. On this slide we have Map elements.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density map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density of a region with 2,160,000 people on 17,300 km².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125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densest and the least dense regions.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Littoral and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Littoral; number 2, East; number 3, choropleth.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choropleth map of population densities of Cameroon using four classes.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Spatial Distribution of the World's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3: POPULATION DENSITIES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Densities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Population Densities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choropleth 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Calculation of population densities; interpretation of results; draw map of spatial distribution of the population densities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densities, interpret them and draw a density map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Population Distribution):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Cameroon if it has 28 million people on 475,000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28,000,000 ÷ 475,000 ≈ 59 people per km² (moderate).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population densities of the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choropleth map of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 population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choropleth map uses shades.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teacher gives a table of the population and area of the ten regions of Cameroon. The class must calculate the densities and map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calculate and map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formula is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map will be drawn?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Present calculations clearly and check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understand the population of our country with real figures.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densities of the Littoral, the West and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Littoral 3,850,000 ÷ 20,248 ≈ 190; West ≈ 150; Far North ≈ 130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densities of the East, the South and the Adamaoua.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 11; South ≈ 17; Adamaoua ≈ 20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of Cameroon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are dense and which are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Littoral, West, Far North, North-West; sparse: East, South, Adamaoua.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West and the East differ.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 has fertile volcanic soils and a mild climate; the East has dense forest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choropleth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draw the density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Group densities into classes and shade each region darker for higher density,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3: Population Densities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Population Densities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densities of the regions of Cameroon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equals population divided by area in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has about 190, the West 150, the Far North 130 and the North-West 125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Population Densities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has about 70, the Centre 67 and the North 42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Adamaoua has about 20, the South 17 and the East 11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Population Densities</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data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Interpretation and Mapping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are interpreted and mapped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Densities are high in fertile highlands, the coast and cities, and low in the forest and plateau.</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region is shaded according to its density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Interpretation and Mapping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elements: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needs a title, key, frame,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Interpretation and Mapping</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density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a region with 2,160,000 people on 17,300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125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densest and the least dense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and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densest region of Cameroon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least dense region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map with shades by area is a ______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choropleth map of population densities of Cameroon using four classes.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Spatial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tableau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teinte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Population Densities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population densities of the regions of Cameroon. Interpret the results. Draw a choropleth map of densities.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densities, interpret them and draw a density map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Calculation of Population Densities; Interpretation and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choropleth map of population densities of Cameroon using four classes.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classify.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2026-09-29T03:12:02Z</dcterms:created>
  <dcterms:modified xsi:type="dcterms:W3CDTF">2026-09-29T03:12:02Z</dcterms:modified>
</cp:coreProperties>
</file>