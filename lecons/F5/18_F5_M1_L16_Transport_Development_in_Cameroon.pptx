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16: Transport Development in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5. It belongs to Module I: Management of Manufacturing and Tertiary Activities.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Economic Development Potentials of Cameroon, and the sub-topic is World Communication. The key notions we shall use today are: transport network, Transcam, seaports, airports. At the end, you should be able to do this: learners are able to describe the transport network of Cameroon and propose solutions to its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15: Telecommunication (Internet Communication). The question was: Give three ways telecommunication helps farmers and traders in your area.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They get market prices, receive and send money by mobile money, and receive weather and farming advice by radio or phone.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identify the types and distribution of transport networks in Cameroon. Number 2: explain the problems of transport development. Number 3: describe government efforts to improve transport.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Cameroon has roads, railways, ports and airports. Many roads are bad in the rainy season. Kribi has a deep-water port.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Goods for Chad and the Central African Republic pass through Douala port and by road and rail across Cameroon. Bad roads and road checks slow the lorries.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Transport in Cameroon has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Which countries use Cameroon for transit?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Chad and the Central African Republic.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slows the lorries?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Bad roads and many road checks.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denounce clandestine transport, overloading and corruption on the roads.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transport in our country and its role in 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transport network of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Where are most tarred roads and railways of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In the south and west, around Douala and Yaoundé, with the main axis to Ngaoundéré.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seaport.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Name the main ports and airports of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Ports: Douala, Kribi and Limbe; airports: Douala, Nsimalen and Garoua.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bad road.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Give three problems of transport in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Bad roads, overloading and highway robbery (also corruption and old railways).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motorbike taxis.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What is clandestine transport?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Transport of passengers by unlicensed vehicles or motorbikes.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modern road.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three government efforts to improve transport.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Building the Kribi port and motorways, and tarring roads (also renovating the railway).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Types and Distribution of Transport Networks. The transport networks of Cameroon are distributed as follows. On this slide we have Roads and Railways.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Types and Distribution of Transport Networks. On this slide we have Seaports and Airports and waterways.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transport network of Cameroon.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Problems of Transport Development. Transport in Cameroon faces the following problems. On this slide we have Physical problems and Poor infrastructure.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Problems of Transport Development. On this slide we have Human problems.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Government Efforts. The government improves transport in the following ways. On this slide we have New infrastructure and Road programmes.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Government Efforts. On this slide we have Regulation.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Name the main railway of Cameroon.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Transcam (Douala–Yaoundé–Ngaoundéré).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problems and two solutions.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bad roads and overloading; tarring roads and enforcing transport norms.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Douala; number 2, Ngaoundéré; number 3, clandestine.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Draw a sketch map of Cameroon showing the main roads, railways, ports and airports.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Practical Work 2: Communication on Maps.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5</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16: TRANSPORT DEVELOPMENT IN CAMEROON</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5</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16</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Transport Development in Cameroon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5</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I: Management of Manufacturing and Tertiary Activities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Economic Development Potentials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World Communication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16: Transport Development in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Transport network, Transcam, seaports, airports.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Types of transport networks; distribution of the various transport networks; problems of transport development; government efforts to improve transport network development.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the transport network of Cameroon and propose solutions to its problems.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15: Telecommunication (Internet Communication)):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ways telecommunication helps farmers and traders in your area.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get market prices, receive and send money by mobile money, and receive weather and farming advice by radio or phone.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the types and distribution of transport networks in Cameroon.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problems of transport development.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government efforts to improve transport.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Cameroon has roads, railways, ports and airports.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Many roads are bad in the rainy season.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Kribi has a deep-water 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Goods for Chad and the Central African Republic pass through Douala port and by road and rail across Cameroon. Bad roads and road checks slow the lorries.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Transport in Cameroon has problems.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countries use Cameroon for transit?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Chad and the Central African Republic.</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slows the lorries?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Bad roads and many road checks.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Denounce clandestine transport, overloading and corruption on the roads.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transport in our country and its role in development.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 AND DISTRIBUTION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cmr_transport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Transport network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 AND DISTRIBUTION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are most tarred roads and railways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 AND DISTRIBUTION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south and west, around Douala and Yaoundé, with the main axis to Ngaoundéré.</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 AND DISTRIBUTION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4_por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seaport.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 AND DISTRIBUTION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main ports and airports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 AND DISTRIBUTION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Ports: Douala, Kribi and Limbe; airports: Douala, Nsimalen and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PROBLEMS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muddy_roa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bad road.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PROBLEMS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problems of transport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PROBLEMS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Bad roads, overloading and highway robbery (also corruption and old railways).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PROBLEMS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moto_taxi.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Motorbike taxis.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PROBLEMS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clandestine transport?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PROBLEMS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Transport of passengers by unlicensed vehicles or motorbikes.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GOVERNMENT EFFORTS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5_motorway.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modern road.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GOVERNMENT EFFORTS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government efforts to improve transport.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GOVERNMENT EFFORTS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Building the Kribi port and motorways, and tarring roads (also renovating the railway).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Economic Development Potentials of Cameroon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World Communication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16: Transport Development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Types and Distribution of Transport Networks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transport networks of Cameroon are distributed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Roads: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Tarred roads are concentrated in the south and west, and earth roads dominate elsewhere.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Railways: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Transcam links Douala, Yaoundé and Ngaoundéré.</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Types and Distribution of Transport Networks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Seaports: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Douala, Kribi and Limbe handle most foreign trade.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Airports and waterways: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Douala, Nsimalen and Garoua are international airports, and the Benue serves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Types and Distribution of Transport Networks</a:t>
            </a:r>
            <a:endParaRPr lang="en-US" sz="3600" dirty="0"/>
          </a:p>
        </p:txBody>
      </p:sp>
      <p:pic>
        <p:nvPicPr>
          <p:cNvPr id="4" name="Image 0" descr="/home/claude/f4/img/v2/cmr_transport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transport network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Problems of Transport Development</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Transport in Cameroon faces the following problems: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Physical problems: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Heavy rains, swamps and mountains damage and block roads.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Poor infrastructure: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Many roads are earth roads and the railway is old.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Problems of Transport Development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Human problems: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Overloading, clandestine transport, highway robbery and corruption are common.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Government Efforts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government improves transport in the following ways: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New infrastructure: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Kribi deep-water port and the Douala–Yaoundé motorway are being built.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Road programmes: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Roads are tarred and maintained through the Road Fund.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Government Efforts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Regulation: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Transport norms, road checks and road safety campaigns are enforced.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main railway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Transcam (Douala–Yaoundé–Ngaoundéré).</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problems and two solutions.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Bad roads and overloading; tarring roads and enforcing transport norms.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main seaport of Cameroon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railway ends in the north at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Unlicensed transport is ______ transport.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a sketch map of Cameroon showing the main roads, railways, ports and airports.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Practical Work 2: Communication on Maps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Transport network</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réseau de transport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Transit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transit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Overloading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surcharge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Highway robbery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coupeur de route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Road check</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contrôle routier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Corruption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corruption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Economic Development Potentials of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16: Transport Development in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Identify the types and distribution of transport networks in Cameroon. Explain the problems of transport development. Describe government efforts to improve transport.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the transport network of Cameroon and propose solutions to its problems.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Types and Distribution of Transport Networks; Problems of Transport Development; Government Efforts.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Draw a sketch map of Cameroon showing the main roads, railways, ports and airports.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use the atlas.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list.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discuss.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list projects.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5, Module I: Management of Manufacturing and Tertiary Activities.</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“JAXPORT Welcomes Largest Container Ship To Date” by JAXPORT, CC BY-NC 2.0, via Flickr (https://www.flickr.com/photos/24847875@N05/17069054628)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“Cameroon - UN Women's Gender Road Project” by UN Women Gallery, CC BY-NC-ND 2.0, via Flickr (https://www.flickr.com/photos/51431730@N04/40672356003)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“Cameroon - UN Women's Gender Road Project” by UN Women Gallery, CC BY-NC-ND 2.0, via Flickr (https://www.flickr.com/photos/51431730@N04/47586053052)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“'Mini Stack' Interchange of Interstate 10, Loop 202, and State Route 5” by squeaks2569, CC BY-SA 2.0, via Flickr (https://www.flickr.com/photos/38478466@N06/5180259860)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2026-10-02T05:13:40Z</dcterms:created>
  <dcterms:modified xsi:type="dcterms:W3CDTF">2026-10-02T05:13:40Z</dcterms:modified>
</cp:coreProperties>
</file>