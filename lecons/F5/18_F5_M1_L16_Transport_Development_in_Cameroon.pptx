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Transport Development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Economic Development Potentials of Cameroon, and the sub-topic is World Communication. The key notions we shall use today are: transport network, Transcam, seaports, airports. At the end, you should be able to do this: learners are able to describe the transport network of Cameroon and propose solutions to its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Telecommunication (Internet Communication). The question was: Give three ways telecommunication helps farmers and traders in your area.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They get market prices, receive and send money by mobile money, and receive weather and farming advice by radio or phone.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types and distribution of transport networks in Cameroon. Number 2: explain the problems of transport development. Number 3: describe government efforts to improve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roads, railways, ports and airports. Many roads are bad in the rainy season. Kribi has a deep-water port.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Goods for Chad and the Central African Republic pass through Douala port and by road and rail across Cameroon. Bad roads and road checks slow the lorries.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Transport in Cameroon has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countries use Cameroon for transit?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Chad and the Central African Republic.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slows the lorries?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Bad roads and many road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denounce clandestine transport, overloading and corruption on the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transport in our country and its role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transport network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most tarred roads and railways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south and west, around Douala and Yaoundé, with the main axis to Ngaoundéré.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seaport.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main ports and airports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Ports: Douala, Kribi and Limbe; airports: Douala, Nsimalen and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bad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problems of transport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Bad roads, overloading and highway robbery (also corruption and old railways).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motorbike taxis.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clandestine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Transport of passengers by unlicensed vehicles or motorbikes.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modern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government efforts to improve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Building the Kribi port and motorways, and tarring roads (also renovating the railway).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Distribution of Transport Networks. The transport networks of Cameroon are distributed as follows. On this slide we have Roads and Railways.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Distribution of Transport Networks. On this slide we have Seaports and Airports and waterways.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transport network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of Transport Development. Transport in Cameroon faces the following problems. On this slide we have Physical problems and Poor infrastructure.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Transport Development. On this slide we have Human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Government Efforts. The government improves transport in the following ways. On this slide we have New infrastructure and Road programmes.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Government Efforts. On this slide we have Regulation.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main railway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Transcam (Douala–Yaoundé–Ngaoundéré).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and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bad roads and overloading; tarring roads and enforcing transport norms.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Douala; number 2, Ngaoundéré; number 3, clandestine.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Cameroon showing the main roads, railways, ports and airports.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Communication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16: TRANSPORT DEVELOPMENT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Transport Development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Development Potentials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Transport Development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network, Transcam, seaports, airports.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of transport networks; distribution of the various transport networks; problems of transport development; government efforts to improve transport network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transport network of Cameroon and propose solutions to its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Telecommunication (Internet Communication)):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ways telecommunication helps farmers and traders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get market prices, receive and send money by mobile money, and receive weather and farming advice by radio or phone.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and distribution of transport networks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of transport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government efforts to improve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roads, railways, ports and airports.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roads are bad in the rainy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Kribi has a deep-water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Goods for Chad and the Central African Republic pass through Douala port and by road and rail across Cameroon. Bad roads and road checks slow the lorries.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in Cameroon has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countries use Cameroon for transit?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Chad and the Central African Republic.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slows the lorries?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and many road checks.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Denounce clandestine transport, overloading and corruption on the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transport in our country and its role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transpor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Transport network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most tarred roads and railways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south and west, around Douala and Yaoundé, with the main axis to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seaport.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main ports and airports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Ports: Douala, Kribi and Limbe; airports: Douala, Nsimalen and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bad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problems of transport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overloading and highway robbery (also corruption and old railways).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oto_tax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Motorbike taxis.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clandestine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of passengers by unlicensed vehicles or motorbikes.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GOVERNMENT EFFORTS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5_motorwa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modern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GOVERNMENT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government efforts to improve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GOVERNMENT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 the Kribi port and motorways, and tarring roads (also renovating the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Economic Development Potentials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World Communication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Transport Development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 of Transport Networks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transport networks of Cameroon are distributed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Tarred roads are concentrated in the south and west, and earth roads dominate elsewhere.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Railways: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Transcam links Douala, Yaoundé and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 of Transport Networks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Kribi and Limbe handle most foreign trade.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Airports and waterways: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Nsimalen and Garoua are international airports, and the Benue serves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 of Transport Networks</a:t>
            </a:r>
            <a:endParaRPr lang="en-US" sz="3600" dirty="0"/>
          </a:p>
        </p:txBody>
      </p:sp>
      <p:pic>
        <p:nvPicPr>
          <p:cNvPr id="4" name="Image 0" descr="/home/claude/f4/img/v2/cmr_transpor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transport network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Transport Development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Transport in Cameroon faces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rains, swamps and mountains damage and block roads.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roads are earth roads and the railway is 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Transport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Overloading, clandestine transport, highway robbery and corruption are common.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Government Efforts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government improves transport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 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Kribi deep-water port and the Douala–Yaoundé motorway are being built.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 programmes: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are tarred and maintained through the Road Fund.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Government Efforts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norms, road checks and road safety campaigns are enforced.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main railway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Transcam (Douala–Yaoundé–Ngaoundéré).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and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and overloading; tarring roads and enforcing transport norms.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main seaport of Cameroon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railway ends in the north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Unlicensed transport is ______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Cameroon showing the main roads, railways, ports and airports.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Communication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 network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 de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Overloading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surcharge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Highway robbery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coupeur de 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Road check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contrôle routier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corruption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Economic Development Potentials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Transport Development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types and distribution of transport networks in Cameroon. Explain the problems of transport development. Describe government efforts to improve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transport network of Cameroon and propose solutions to its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Types and Distribution of Transport Networks; Problems of Transport Development; Government Efforts.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Cameroon showing the main roads, railways, ports and airports.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projects.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“JAXPORT Welcomes Largest Container Ship To Date” by JAXPORT, CC BY-NC 2.0, via Flickr (https://www.flickr.com/photos/24847875@N05/17069054628)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(https://www.flickr.com/photos/51431730@N04/47586053052)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“'Mini Stack' Interchange of Interstate 10, Loop 202, and State Route 5” by squeaks2569, CC BY-SA 2.0, via Flickr (https://www.flickr.com/photos/38478466@N06/5180259860)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2026-09-27T14:32:58Z</dcterms:created>
  <dcterms:modified xsi:type="dcterms:W3CDTF">2026-09-27T14:32:58Z</dcterms:modified>
</cp:coreProperties>
</file>