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Industrialisation in the Advanced Industrialised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Manufacturing as an Economic Activity of the Secondary Sector. The key notions we shall use today are: agglomeration, high-tech industries. At the end, you should be able to do this: learners are able to describe industry in AICs and explain its high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Industrialisation in the Least Industrialised Countries. The question was: Give three reasons why cotton from the North of Cameroon is not all made into cloth locally.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CICAM has limited capacity; energy and machines are costly; imported cheap clothes compete; so much cotton is exported raw.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of industry in AICs. Number 2: explain the reasons for the high level of industrialisation. Number 3: compare AICs and LICs.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AICs are rich countries. The Industrial Revolution began in Britain. Japan exports cars and electronics.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Germany produces cars, machines and medicines sold all over the world. It has few raw materials but very skilled workers and advanced technology.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why Germany is so industrialised.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products of Germany.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Cars and machines (also medicines).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Germany have in abundance?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Skilled workers and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science, technology and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success of industrial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robots in a car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characteristics of industry in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and high-tech industries, with many machines and robots.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technology park.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high-tech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Industries using advanced technology, such as computers, electronics and medicines.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electronics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for high industrialisation in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Plenty of capital and advanced technology and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old steam engine.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did history help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started the Industrial Revolution early (Britain, 18th century) and built strong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modern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infrastructure help industry in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Good energy, transport and communication reduce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Industry in AICs. Industry in AICs has the following characteristics. On this slide we have Variety and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Industry in AICs. On this slide we have Agglomerations.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High Level of Industrialisation. Industry is strong in AICs for the following reasons. On this slide we have Capital and technology and Skilled labour.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High Level of Industrialisation. On this slide we have History and Infrastructure and markets.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industry in AICs.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high-tech industries and use of robots.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reasons for high industrialisation.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capital, skilled labour and technology.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high-tech; number 2, Britain; number 3, AIC.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industry in Cameroon and in Germany in three points.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Weber's Industrial Location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INDUSTRIALISATION IN THE ADVANCED INDUSTRIALISED COUNTRIES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Industrialisation in the Advanced Industrialised Countries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as an Economic Activity of the Secondary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Industrialisation in the Advanced Industrialised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Agglomeration, high-tech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reasons for the high level of industrialisation.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industry in AICs and explain its high level.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Industrialisation in the Least Industrialised Countries):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why cotton from the North of Cameroon is not all made into cloth locally.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has limited capacity; energy and machines are costly; imported cheap clothes compete; so much cotton is exported raw.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industry in AICs.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high level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AICs and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AICs are rich countries.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Industrial Revolution began in Britain.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Japan exports cars and electronics.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Germany produces cars, machines and medicines sold all over the world. It has few raw materials but very skilled workers and advanced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why Germany is so industrialised.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products of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Cars and machines (also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Germany have in abundance?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Skilled workers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science, technology and skills.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success of industrial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Robots in a car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industry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and high-tech industries, with many machines and robots.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HIGH-TECH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technology park.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HIGH-TECH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high-tech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HIGH-TECH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using advanced technology, such as computers, electronics and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electronic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Electronics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high industrialisation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Plenty of capital and advanced technology and research.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HISTORY AND MARKETS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tea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old steam engine.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HISTORY AND MARKETS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history help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HISTORY AND MARKETS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started the Industrial Revolution early (Britain, 18th century) and built strong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INFRASTRUCTURE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INFRASTRUCTURE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infrastructure help industry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INFRASTRUCTURE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energy, transport and communication reduce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Manufacturing as an Economic Activity of the Secondary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Industrialisation in the Advanced Industrialised Countries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Industry in AICs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in AICs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Variety: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heavy, light and high-tech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use machines, robots and computers.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Industry in AICs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Agglomerations: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are grouped in large regions such as the Ruhr and the Great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High Level of Industrialisation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is strong in AICs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Capital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Banks and research provide money and new inventions.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Skilled labour: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education produces skilled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High Level of Industrialisation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Industrial Revolution started early in Europe.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and markets: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energy, transport and rich markets support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High Level of Industrialisation</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industry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High-tech industries and use of robots.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high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Capital, skilled labour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Industries using advanced technology are ______ industries.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Industrial Revolution began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Germany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industry in Cameroon and in Germany in three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Weber's Industrial Location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Technology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technologie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Robot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robot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Research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recherche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Skilled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Qualifié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Infrastructure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L'infrastructure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Industrialisation in the Advanced Industrialised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industry in AICs. Explain the reasons for the high level of industrialisation. Compare AICs and LICs.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industry in AICs and explain its high level.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Characteristics of Industry in AICs; Reasons for the High Level of Industrialisation.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industry in Cameroon and in Germany in three points.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products of AICs.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high-tech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“electronics factory” by ILO in Asia and the Pacific, CC BY-NC-ND 2.0, via Flickr (https://www.flickr.com/photos/77173826@N08/8096445212)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“Lowell Massachusetts - Boston &amp; Maine Railroad - Steam Engine - Monoch” by Onasill - Bill Badzo - 149 Million Views - Thank Y, CC BY-NC-SA 2.0, via Flickr (https://www.flickr.com/photos/7156765@N05/51797580418)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2026-09-29T03:11:54Z</dcterms:created>
  <dcterms:modified xsi:type="dcterms:W3CDTF">2026-09-29T03:11:54Z</dcterms:modified>
</cp:coreProperties>
</file>