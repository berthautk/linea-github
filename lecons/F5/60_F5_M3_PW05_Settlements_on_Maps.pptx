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5: Settlements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Initiation to Map Analysis, and the sub-topic is Map Interpretation. The key notions we shall use today are: settlement types, forms, patterns, site, situation, functions, sketch map. At the end, you should be able to do this: learners are able to interpret settlements on a map and draw a sketch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51: Settlement Size-Functional Relationship. The question was: Compare the services of your village or quarter with those of your regional capital.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Village: kiosk, primary school, small market; regional capital: banks, hospital, secondary schools, big markets and administrative offices.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and describe types, forms, patterns and sizes of settlements on a map. Number 2: describe site, situation and functions with map evidence. Number 3: draw a sketch map of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Settlements have forms and patterns. Site and situation explain location. Towns have functions.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map extract, the class sees a town at a bridge, villages along a road and scattered huts in the hills. They must describe and explain these settlements.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interpret settlements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is the town located?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a bridging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pattern do the huts in the hills show?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Dispersed.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support your answers with map evidence and grid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read settlements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settlements on a map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Identify two settlement patterns on the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linear pattern along the road and a dispersed pattern on the hills.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town on a map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 we recognise a town on a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large built-up area with many streets and services symbols.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types of sites.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the site of the town on the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flat land at a bridging point of the river, above the flood 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conventional signs.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functions of the town with map evidence.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Administrative (post office, offices) and transport (railway station, road junction).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elements of a sketch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must a settlement sketch map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town and villages, rivers, main routes and relief, with a title, key and north 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Forms, Patterns and Sizes. Settlements on maps are described as follows. On this slide we have Types and sizes and Forms.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Forms, Patterns and Sizes. On this slide we have Patterns.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settlements on a map.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Site, Situation and Functions. Site, situation and functions are interpreted as follows. On this slide we have Site and Situation.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Site, Situation and Functions. On this slide we have Functions and Sketch map.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patterns of settlements with map evidence.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linear along the road; dispersed on the hills.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function of a town and its evidence.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transport: a railway station symbol.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bridging; number 2, dispersed; number 3,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showing the site, situation and functions of the main town on a map extract.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52: Settlements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5: SETTLEMENTS ON MAPS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Settlements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Initiation to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Interpretation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5: Settlements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Settlement types, forms, patterns, site, situation, functions, sketch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Identification and description of types, forms, patterns and sizes of settlements; identification and description of the site and situation of main settlements; identify and justify the functions of settlements using map evidence; draw sketch maps showing site, situation and functions.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interpret settlements on a map and draw a sketch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51: Settlement Size-Functional Relationship):</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services of your village or quarter with those of your regional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 kiosk, primary school, small market; regional capital: banks, hospital, secondary schools, big markets and administrative offices.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and describe types, forms, patterns and sizes of settlements on a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site, situation and functions with map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sketch map of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Settlements have forms and patterns.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Site and situation explain location.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have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extract, the class sees a town at a bridge, villages along a road and scattered huts in the hills. They must describe and explain these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interpret settlements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town located?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a bridging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pattern do the huts in the hills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Dispersed.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support your answers with map evidence and grid references.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read settlements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FORMS AND PATTERNS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opo_sett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Settlements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FORMS AND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two settlement patterns on the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FORMS AND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linear pattern along the road and a dispersed pattern on the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SIZES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opo_urb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town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recognise a town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built-up area with many streets and services symbols.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SITE AND SITUATION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it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sites.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SITE AND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of the town on the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SITE AND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flat land at a bridging point of the river, above the flood 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FUNCTIONS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ig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Conventional signs.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FUNCTIONS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functions of the town with map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FUNCTIONS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Administrative (post office, offices) and transport (railway station, road junction).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SKETCH MAP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ap_margin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Elements of a sketch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SKETCH MAP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a settlement sketch map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SKETCH MAP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town and villages, rivers, main routes and relief, with a title, key and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Initiation to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Map Interpretation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5: Settlements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Forms, Patterns and Sizes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Settlements on maps are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and sizes: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Isolated houses, villages and towns are identified by size and symbols.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Settlements may be linear, star-shaped, cruciform or compact.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Forms, Patterns and Sizes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Patterns: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Settlements may be nucleated, dispersed or linear.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Forms, Patterns and Sizes</a:t>
            </a:r>
            <a:endParaRPr lang="en-US" sz="3600" dirty="0"/>
          </a:p>
        </p:txBody>
      </p:sp>
      <p:pic>
        <p:nvPicPr>
          <p:cNvPr id="4" name="Image 0" descr="/home/claude/f4/img/v2/topo_sett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settlements on a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Site, Situation and Functions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Site, situation and functions are interpreted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describe the relief, drainage and soils of the land the town is 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Situation: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describe the routes, rivers and other settlements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Site, Situation and Functions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Functions: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Symbols such as schools, churches, stations and markets give evidence of functions.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Sketch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draw the main settlements, routes and rivers with a frame, title, key and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patterns of settlements with map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Linear along the road; dispersed on the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function of a town and its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a railway station symbol.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settlement at a river crossing is at a ______ point.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Scattered huts show a ______ pattern.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railway station shows a ______ function.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showing the site, situation and functions of the main town on a map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52: Settlements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Map extract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L'extrait de carte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Built-up area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bâtie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Grid reference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coordonnées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Evidence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Sketch 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croquis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Symbol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symbole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Initiation to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5: Settlements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and describe types, forms, patterns and sizes of settlements on a map. Describe site, situation and functions with map evidence. Draw a sketch map of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interpret settlements on a map and draw a sketch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Types, Forms, Patterns and Sizes; Site, Situation and Functions.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showing the site, situation and functions of the main town on a map extract.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use the key.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2026-09-27T14:33:03Z</dcterms:created>
  <dcterms:modified xsi:type="dcterms:W3CDTF">2026-09-27T14:33:03Z</dcterms:modified>
</cp:coreProperties>
</file>