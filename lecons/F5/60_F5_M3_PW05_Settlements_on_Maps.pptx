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settlement types, forms, patterns, site, situation, functions, sketch map. At the end, you should be able to do this: learners are able to interpret settlements on a map and draw a sketch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51: Settlement Size-Functional Relationship. The question was: Compare the services of your village or quarter with those of your regional capital.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kiosk, primary school, small market; regional capital: banks, hospital, secondary schools, big markets and administrative offices.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describe types, forms, patterns and sizes of settlements on a map. Number 2: describe site, situation and functions with map evidence. Number 3: draw a sketch map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Settlements have forms and patterns. Site and situation explain location. Towns have functions.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town at a bridge, villages along a road and scattered huts in the hills. They must describe and explain these settlements.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settlements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town located?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 bridging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do the huts in the hills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your answers with map evidence and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Identify two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linear pattern along the road and a dispersed pattern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town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built-up area with many streets and services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sites.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site of the town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flat land at a bridging point of the river, above the flood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functions of the town with map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(post office, offices) and transport (railway station, road junction).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must a settlement sketch map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and villages, rivers, main routes and relief, with a title, key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Forms, Patterns and Sizes. Settlements on maps are described as follows. On this slide we have Types and sizes and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Forms, Patterns and Sizes. On this slide we have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settlements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Situation and Functions. Site, situation and functions are interpreted as follows. On this slide we have Site and Situation.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Situation and Functions. On this slide we have Functions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patterns of settlements with map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linear along the road; dispersed on the hills.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function of a town and its evidence.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transport: a railway station symbol.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bridging; number 2, dispersed; number 3,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site, situation and functions of the main town on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52: Settlements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types, forms, patterns, site, situation, functions,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types, forms, patterns and sizes of settlements; identification and description of the site and situation of main settlements; identify and justify the functions of settlements using map evidence; draw sketch maps showing site, situation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51: Settlement Size-Functional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small market; regional capital: banks, hospital, secondary schools, big markets and administrative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describe types, forms, patterns and sizes of settlements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site, situation and functions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Settlements have forms and patterns.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Site and situation explain location.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town at a bridge, villages along a road and scattered huts in the hills. They must describe and explain these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settlements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town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do the huts in the hills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your answers with map evidence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two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linear pattern along the road and a dispersed pattern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built-up area with many streets and services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sites.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the town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flat land at a bridging point of the river, above the flood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of the town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(post office, offices) and transport (railway station, road junction).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settlement sketch map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and villages, rivers, main routes and relief,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on maps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houses, villages and towns are identified by size and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linear, star-shaped, cruciform or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may be nucleated, dispersed or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Forms, Patterns and Sizes</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Site, situation and functions are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relief, drainage and soils of the land the town is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describe the routes, rivers and other settlements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Site, Situation and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Symbols such as schools, churches, stations and markets give evidence of functions.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main settlements, routes and rivers with a 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patterns of settlements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the road;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function of a town and its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a railway station symbol.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at a river crossing is at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huts show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railway station shows a ______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 extract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L'extrait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Built-up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bâtie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croquis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describe types, forms, patterns and sizes of settlements on a map. Describe site, situation and functions with map evidence. Draw a sketch map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interpret settlements on a map and draw a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Forms, Patterns and Sizes; Site, Situation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site, situation and functions of the main town on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2026-09-28T21:15:24Z</dcterms:created>
  <dcterms:modified xsi:type="dcterms:W3CDTF">2026-09-28T21:15:24Z</dcterms:modified>
</cp:coreProperties>
</file>