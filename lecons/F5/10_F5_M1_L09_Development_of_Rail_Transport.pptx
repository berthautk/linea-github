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Development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stations, railway lines, gauge. At the end, you should be able to do this: learners are able to describe rail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Development of Road Transport. The question was: Describe the state of the road leading to your village and propose two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earth road that is muddy in the rainy season; tar it and build drains and bridges (also stop overloading).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railways. Number 2: explain the conditions for rail development. Number 3: give the advantages and disadvantages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the Transcam railway. Trains carry heavy goods. Railways need stations.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Timber from the East and aluminium from Edéa travel to Douala by train. A lorry driver says trains are old-fashioned, but the station master disagrees.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value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goods does the train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trains used for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heavy and bulky.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railway lines and do not walk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railways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Freight trains and passenger trains (also urban trams and high-speed trains).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railways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or gentle relief and firm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capital and bulky goods to carry (mines,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heavy loads cheaply over long distances and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timber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costly to build and is not flexible (goods need road transport to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Rail Transport. The varieties of rail transport are the following. On this slide we have Freight trains and Passenger trains.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Rail Transport. On this slide we have Urban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Rail Transport. Railways develop under the following conditions. On this slide we have Relief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Rail Transport. On this slide we have Bulky traffic.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Rail transport has the following advantages, disadvantages and problems.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Problems in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rail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gentle relief and large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of rail over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carries heavy loads cheaply.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station; number 2, heavy (bulky); number 3, Transcam.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main railway lines of Cameroon and two goods each carries.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 of Road and Railway Transport on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DEVELOPMENT OF RAIL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Rail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Development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Stations, railway lines, gauge.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rail transport; advantages and disadvantages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Development of Road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earth road that is muddy in the rainy season; tar it and build drains and bridges (also stop overloading).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railways.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the Transcam railway.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Trains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need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from the East and aluminium from Edéa travel to Douala by train. A lorry driver says trains are old-fashioned, but the station master disagrees.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value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goods does the train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trains used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heavy and bulky.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railway lines and do not walk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railways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Freight trains and passenger trains (also urban trams and high-speed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Railways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or gentle relief and firm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 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capital and bulky goods to carry (mines,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and is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Timber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is not flexible (goods need road transport to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rail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Freight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heavy goods such as ores, timber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Passenger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Trams, metros and fast trains serve big towns and rich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Railways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or gentle slopes are needed for railway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need large investments in lines, stations and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Bulky traffic: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forests and ports supply heavy goods to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 transport has the following advantages, disadvantages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with few accidents.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cannot give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lines, derailments and a single-track network limit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relief and large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rail over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trains stop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Rail transport is cheap for ______ goods.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from Douala to Ngaoundéré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Passenger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passager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Derailment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déraillement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Development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railways. Explain the conditions for rail development. Give the advantages and disadvantages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Rail Transport; Conditions for the Development of Rail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railway lines of Cameroon and two goods each carries.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trains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2026-09-28T21:15:12Z</dcterms:created>
  <dcterms:modified xsi:type="dcterms:W3CDTF">2026-09-28T21:15:12Z</dcterms:modified>
</cp:coreProperties>
</file>