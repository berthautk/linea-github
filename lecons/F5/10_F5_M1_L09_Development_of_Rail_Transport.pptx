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9: Development of Rail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5. It belongs to Module I: Management of Manufacturing and Tertiary Activities.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World Communication. The key notions we shall use today are: stations, railway lines, gauge. At the end, you should be able to do this: learners are able to describe rail transport and assess its advantages and disadvantages.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8: Development of Road Transport. The question was: Describe the state of the road leading to your village and propose two improvements.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an earth road that is muddy in the rainy season; tar it and build drains and bridges (also stop overloading).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varieties of railways. Number 2: explain the conditions for rail development. Number 3: give the advantages and disadvantages of rail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has the Transcam railway. Trains carry heavy goods. Railways need stations.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Timber from the East and aluminium from Edéa travel to Douala by train. A lorry driver says trains are old-fashioned, but the station master disagrees.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value of rail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goods does the train carry?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Timber and aluminium.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trains used for them?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are heavy and bulky.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railway lines and do not walk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role of railways in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train.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varieties of rail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Freight trains and passenger trains (also urban trams and high-speed trains).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railways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physical conditions for rail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Flat or gentle relief and firm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bauxite ore.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human conditions for rail development.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 capital and bulky goods to carry (mines, timber).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transport costs and distance.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advantages of rail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carries heavy loads cheaply over long distances and is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timber transport.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disadvantages of rail transport.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costly to build and is not flexible (goods need road transport to stations).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Varieties of Rail Transport. The varieties of rail transport are the following. On this slide we have Freight trains and Passenger trains.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Varieties of Rail Transport. On this slide we have Urban and high-speed trains.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Conditions for the Development of Rail Transport. Railways develop under the following conditions. On this slide we have Relief and Capital and technology.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Conditions for the Development of Rail Transport. On this slide we have Bulky traffic.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transport network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Rail transport has the following advantages. On this slide we have Heavy loads, Low cost and Safety.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Disadvantages and Problems in Cameroon. Rail transport has the following disadvantages and problems. On this slide we have High building cost and No door-to-door service.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Disadvantages and Problems in Cameroon. On this slide we have Old lines and derailments and A single track.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conditions for rail development.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gentle relief and large capital.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of rail over road transport.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carries heavy loads cheaply.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station; number 2, heavy (bulky); number 3, Transcam.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main railway lines of Cameroon and two goods each carries.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10: Impact of Road and Railway Transport on the Economy.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5</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9: DEVELOPMENT OF RAIL TRANSPORT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5</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9</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Development of Rail Transport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5</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Management of Manufacturing and Tertiary Activities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World Communication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9: Development of Rail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Stations, railway lines, gauge.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Varieties; conditions for the development of rail transport; advantages and disadvantages of rail transport.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rail transport and assess its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8: Development of Road Transport):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state of the road leading to your village and propose two improvements.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an earth road that is muddy in the rainy season; tar it and build drains and bridges (also stop overloading).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varieties of railways.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conditions for rail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advantages and disadvantages of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the Transcam railway.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Trains carry heavy goods.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Railways need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from the East and aluminium from Edéa travel to Douala by train. A lorry driver says trains are old-fashioned, but the station master disagrees.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value of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goods does the train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and aluminium.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trains used for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heavy and bulky.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railway lines and do not walk on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role of railways in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VARIETIES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VARIETIES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varieties of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VARIETIES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Freight trains and passenger trains (also urban trams and high-speed trains).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Railways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physical conditions for rail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or gentle relief and firm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Bauxite ore.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conditions for rail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CONDITIONS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capital and bulky goods to carry (mines,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ransport_cost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Transport costs and distance.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heavy loads cheaply over long distances and is safe.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ogging_truck.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Timber transport.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disadvantages of rail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DISADVANTAGES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costly to build and is not flexible (goods need road transport to stations).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World Communication</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9: Development of Rail Transport</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Varieties of Rail Transport</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varieties of rail transport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Freight trains: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heavy goods such as ores, timber and fuel.</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Passenger trains: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carry people between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Varieties of Rail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 and high-speed trains: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Trams, metros and fast trains serve big towns and rich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Conditions for the Development of Rail Transport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Railways develop under the following conditions: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or gentle slopes are needed for railway lines.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Capital and technology: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Railways need large investments in lines, stations and trains.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Conditions for the Development of Rail Transport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Bulky traffic: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Mines, forests and ports supply heavy goods to carry.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Conditions for the Development of Rail Transport</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transport network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Advantages</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Rail transport has the following advantages: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Heavy loads: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Trains carry heavy and bulky goods.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cheap over long distances.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Safety: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few accidents.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2900" b="1" dirty="0">
                <a:solidFill>
                  <a:srgbClr val="990011"/>
                </a:solidFill>
                <a:latin typeface="Times New Roman" pitchFamily="34" charset="0"/>
                <a:ea typeface="Times New Roman" pitchFamily="34" charset="-122"/>
                <a:cs typeface="Times New Roman" pitchFamily="34" charset="-120"/>
              </a:rPr>
              <a:t>B) Disadvantages and Problems in Cameroon</a:t>
            </a:r>
            <a:endParaRPr lang="en-US" sz="29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Rail transport has the following disadvantages and problems: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High building cost: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Lines and stations cost a lot.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 door-to-door service: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Goods must be taken to the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and Disadvantages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1900" b="1" dirty="0">
                <a:solidFill>
                  <a:srgbClr val="990011"/>
                </a:solidFill>
                <a:latin typeface="Times New Roman" pitchFamily="34" charset="0"/>
                <a:ea typeface="Times New Roman" pitchFamily="34" charset="-122"/>
                <a:cs typeface="Times New Roman" pitchFamily="34" charset="-120"/>
              </a:rPr>
              <a:t>B) Disadvantages and Problems in Cameroon (continued)</a:t>
            </a:r>
            <a:endParaRPr lang="en-US" sz="19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Old lines and derailments: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Trains in Cameroon sometimes leave the track.</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 single track: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Trains must wait for each 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conditions for rail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Gentle relief and large capital.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of rail over road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heavy loads cheaply.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place where trains stop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Rail transport is cheap for ______ goods.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railway from Douala to Ngaoundéré is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main railway lines of Cameroon and two goods each carries.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Impact of Road and Railway Transport on the Economy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fret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Passenger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passager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Derailment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déraillement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9: Development of Rail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varieties of railways. Explain the conditions for rail development. Give the advantages and disadvantages of rail transport.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rail transport and assess its advantages and disadvantages.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Varieties of Rail Transport; Conditions for the Development of Rail Transport; Advantages; Disadvantages and Problems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main railway lines of Cameroon and two goods each carries.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name trains you know.</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use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with roads.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disadvantages.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5, Module I: Management of Manufacturing and Tertiary Activities.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“Logging truck, Cameroon” by World Resources, CC BY-NC-SA 2.0, via Flickr (https://www.flickr.com/photos/26107309@N05/4764354366)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2026-10-02T05:13:37Z</dcterms:created>
  <dcterms:modified xsi:type="dcterms:W3CDTF">2026-10-02T05:13:37Z</dcterms:modified>
</cp:coreProperties>
</file>