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Calculation of the Determinants of Population Growth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of Cameroon. The key notions we shall use today are: birth rate, death rate, natural increase, growth rate. At the end, you should be able to do this: learners are able to calculate the indices of population growth with data on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40: Migration Patterns in Cameroon. The question was: Propose three actions to reduce rural exodus in your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Bring electricity, water and schools to villages; create farms, cooperatives and small industries; and organise cultural festivals.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the definitions and formulas of the indices. Number 2: calculate the indices with data on Cameroon. Number 3: interpret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Birth rate is in per thousand. Natural increase is birth rate minus death rate. Migration also changes population.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teacher gives the class approximate data on the population of Cameroon for one year. The class must calculate the growth indices and interpret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population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data are given?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births, deaths and migrants.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unit of the birth rate?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Per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show all formulas and steps in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numbers to understand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formulas.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the formula of the birth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Births ÷ total population ×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data on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birth rate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980,000 ÷ 28,000,000 × 1,000 = 35 per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data on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death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252,000 ÷ 28,000,000 × 1,000 = 9 per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data on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Calculate the natural increase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(35 − 9) ÷ 10 = 2.6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data on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Calculate the growth rate with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(980,000 − 252,000 + 30,000 − 20,000) ÷ 28,000,000 × 100 ≈ 2.64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Theoretical Basis. The indices of population growth are calculated as follows. On this slide we have Birth rate and Death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Theoretical Basis. On this slide we have Natural increase rate and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formulas and example.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to Cameroon. With the data of Cameroon, the results are the following. On this slide we have Birth rate and Death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to Cameroon. On this slide we have Natural increase and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data on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country of 10 million has 400,000 births and 100,000 deaths. Calculate BR, DR and NIR.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bR 40‰, DR 10‰, NIR 3 %.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a natural increase of 2.6 percent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population grows fast and doubles in about 27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thousand; number 2, percent; number 3,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 town of 400,000 people has 14,000 births, 3,600 deaths, 5,000 immigrants and 1,000 emigrants in a year. Calculate all the indices.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41: Settlement.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4: CALCULATION OF THE DETERMINANTS OF POPULATION GROWTH (INDICES)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Calculation of the Determinants of Population Growth (Indices)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Calculation of the Determinants of Population Growth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Birth rate, death rate, natural increase, growth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(definitions of birth rate, death rate, natural growth rate and population growth); calculation of birth rate, death rate, natural population increase and population growth rate, using concrete data on the population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indices of population growth with data on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40: Migration Patterns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to reduce rural exodus in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electricity, water and schools to villages; create farms, cooperatives and small industries; and organise cultural festivals.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definitions and formulas of the indices.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indices with data on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Birth rate is in per thousand.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Natural increase is birth rate minus death rate.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also changes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teacher gives the class approximate data on the population of Cameroon for one year. The class must calculate the growth indices and interpret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population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data are given?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births, deaths and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unit of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Show all formulas and steps in calculations.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numbers to understand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Formulas.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formula of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Births ÷ total population × 1,000.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BIRTH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pw_r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on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BIRTH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birth rate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BIRTH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980,000 ÷ 28,000,000 × 1,000 = 35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DEATH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pw_r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on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DEATH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DEATH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252,000 ÷ 28,000,000 × 1,000 = 9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NATURAL INCREASE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pw_r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on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NATURAL INCREASE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natural increase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NATURAL INCREASE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(35 − 9) ÷ 10 = 2.6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GROWTH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pw_r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on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GROWTH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growth rate with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GROWTH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(980,000 − 252,000 + 30,000 − 20,000) ÷ 28,000,000 × 100 ≈ 2.64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4: Calculation of the Determinants of Population Growth (Indices)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Theoretical Basis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indices of population growth are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births divided by population times 1,000.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deaths divided by population times 1,000.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Theoretical Basis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birth rate minus death rate, divided by 10, in percent.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natural increase plus net migration, divided by population, times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Theoretical Basis</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formulas and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to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With the data of Cameroon, the results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980,000 ÷ 28,000,000 × 1,000, which equals 35 per thousand.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252,000 ÷ 28,000,000 × 1,000, which equals 9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to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(35 − 9) ÷ 10, which equals 2.6 percent.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grows fast and its population may double in about 27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to Cameroon</a:t>
            </a:r>
            <a:endParaRPr lang="en-US" sz="3600" dirty="0"/>
          </a:p>
        </p:txBody>
      </p:sp>
      <p:pic>
        <p:nvPicPr>
          <p:cNvPr id="4" name="Image 0" descr="/home/claude/f4/img/v2/cmr_pw_r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data on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of 10 million has 400,000 births and 100,000 deaths. Calculate BR, DR and NIR.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 40‰, DR 10‰, NIR 3 %.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natural increase of 2.6 percent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grows fast and doubles in about 27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 rate is expressed in per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Natural increase is expressed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Doubling time is about 70 ÷ growth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400,000 people has 14,000 births, 3,600 deaths, 5,000 immigrants and 1,000 emigrants in a year. Calculate all the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Formula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Death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décès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Immigrant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L'immigrant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Doubling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de doublement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Calculation of the Determinants of Population Growth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definitions and formulas of the indices. Calculate the indices with data on Cameroon. Interpret the results.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indices of population growth with data on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Theoretical Basis; Application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 town of 400,000 people has 14,000 births, 3,600 deaths, 5,000 immigrants and 1,000 emigrants in a year. Calculate all the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calculate.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2026-10-02T05:13:46Z</dcterms:created>
  <dcterms:modified xsi:type="dcterms:W3CDTF">2026-10-02T05:13:46Z</dcterms:modified>
</cp:coreProperties>
</file>