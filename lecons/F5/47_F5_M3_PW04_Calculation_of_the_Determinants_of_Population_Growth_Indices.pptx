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Calculation of the Determinants of Population Growth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birth rate, death rate, natural increase, growth rate. At the end, you should be able to do this: learners are able to calculate the indices of population growth with data on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Migration Patterns in Cameroon. The question was: Propose three actions to reduce rural exodus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Bring electricity, water and schools to villages; create farms, cooperatives and small industries; and organise cultural festivals.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definitions and formulas of the indices. Number 2: calculate the indices with data on Cameroon. Number 3: interpret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 rate is in per thousand. Natural increase is birth rate minus death rate. Migration also changes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gives the class approximate data on the population of Cameroon for one year. The class must calculate the growth indices and interpret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population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are given?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births, deaths and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unit of the birth rate?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all formulas and steps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numbers to understand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the formula of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 total population ×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birth rate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980,000 ÷ 28,000,000 × 1,000 = 35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252,000 ÷ 28,000,000 × 1,000 = 9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increase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growth rate with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(980,000 − 252,000 + 30,000 − 20,000) ÷ 28,000,000 × 100 ≈ 2.64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The indices of population growth are calculated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Natural increase rate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formulas and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to Cameroon. With the data of Cameroon, the results are the following.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On this slide we have Natural increase and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on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country of 10 million has 400,000 births and 100,000 deaths. Calculate BR, DR and NIR.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bR 40‰, DR 10‰, NIR 3 %.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natural increase of 2.6 percent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population grows fast and doubles in about 27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number 2, percent; number 3,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town of 400,000 people has 14,000 births, 3,600 deaths, 5,000 immigrants and 1,000 emigrants in a year. Calculate all the indices.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CALCULATION OF THE DETERMINANTS OF POPULATION GROWTH (INDICES)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Determinants of Population Growth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Calculation of the Determinants of Population Growth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increase,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(definitions of birth rate, death rate, natural growth rate and population growth); calculation of birth rate, death rate, natural population increase and population growth rate, using concrete data on the 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indices of population growth with data on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Migration Patterns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to reduce rural exodus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electricity, water and schools to villages; create farms, cooperatives and small industries; and organise cultural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definitions and formulas of the indices.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indices with data on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rate is in per thousand.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Natural increase is birth rate minus death rate.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also changes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gives the class approximate data on the population of Cameroon for one year. The class must calculate the growth indices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population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are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births, deaths and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unit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all formulas and steps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understand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formula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total population ×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birth rate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980,000 ÷ 28,000,000 × 1,000 = 35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252,000 ÷ 28,000,000 × 1,000 =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growth rate with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(980,000 − 252,000 + 30,000 − 20,000) ÷ 28,000,000 × 100 ≈ 2.64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Calculation of the Determinants of Population Growth (Indices)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indices of population growth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births divided by population times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deaths divided by population times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 rate minus death rate, divided by 10, in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natural increase plus net migration, divided by population, times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formulas and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With the data of Cameroon, the results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980,000 ÷ 28,000,000 × 1,000, which equals 35 per thousand.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252,000 ÷ 28,000,000 × 1,000, which equals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(35 − 9) ÷ 10, which equals 2.6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grows fast and its population may double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on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of 10 million has 400,000 births and 100,000 deaths. Calculate BR, DR and NIR.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40‰, DR 10‰, NIR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natural increase of 2.6 percent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fast and doubles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is expressed in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increase is expressed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is about 70 ÷ growth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400,000 people has 14,000 births, 3,600 deaths, 5,000 immigrants and 1,000 emigrants in a year. Calculate all the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Calculation of the Determinants of Population Growth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definitions and formulas of the indices. Calculate the indices with data on Cameroon. Interpret the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indices of population growth with data on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Theoretical Basis;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town of 400,000 people has 14,000 births, 3,600 deaths, 5,000 immigrants and 1,000 emigrants in a year. Calculate all the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calculate.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2026-09-29T03:12:04Z</dcterms:created>
  <dcterms:modified xsi:type="dcterms:W3CDTF">2026-09-29T03:12:04Z</dcterms:modified>
</cp:coreProperties>
</file>