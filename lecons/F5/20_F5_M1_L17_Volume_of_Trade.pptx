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Volume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Trade. The key notions we shall use today are: trade, internal trade, international trade, exports, imports, trade routes. At the end, you should be able to do this: learners are able to explain trade, locate the major trade routes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Communication on Maps. The question was: Draw a sketch map of the communication network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a title, key, scale and north arrow showing roads, railway, footpaths and telephone lines and the route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trade and give its types. Number 2: locate the major world trade routes. Number 3: describe and explain global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cocoa, coffee, timber and oil. Ships carry most world trade. AICs produce manufactured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cocoa to Europe at a low price and buys cars and machines at high prices. Most world trade takes place between Europe, North America and East Asia.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world trade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materials such as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regions dominate world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Europe, North America and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unfair trade and support fair prices for producers.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exchange goods and why some gain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buying and selling or exchange of goods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international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internal and international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Internal trade is within a country; international trade is between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Suez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major world trade routes.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Atlantic route and the Suez Canal route (also the Panama Canal and Cape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world economic triad.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global pattern of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Most trade is between AICs and East Asia, while LICs export raw materials and import manufactured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terms of trade.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AICs dominate world trade?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export valuable manufactured goods and control transport, finance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and Exports and imports.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Trade. The types of trade are the following. On this slide we have Internal trade and International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Trade. On this slide we have Bilateral and multilateral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Trade Routes and Global Patterns. World trade follows the following routes and patterns. On this slide we have North Atlantic route and Suez and Panama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Trade Routes and Global Patterns. On this slide we have Pattern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world economic triad.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international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between countries.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the dominance of AICs in world trade.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export manufactured goods and control transport and finance.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exports; number 2, internal;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exports and three imports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Trade Blocs.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VOLUME OF TRADE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Volume of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Volume of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internal trade, international trade, exports, imports, trade routes.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trade; types of trade; major trade routes; global trade patterns; reasons for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Communication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a title, key, scale and north arrow showing roads, railway, footpaths and telephone lines and the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trade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world trade routes.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explain global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cocoa, coffee, timber and 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produce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cocoa to Europe at a low price and buys cars and machines at high prices. Most world trade takes place between 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world trade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such as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unfair trade and support fair prices for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exchange goods and why some gain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buying and selling or exchange of goods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International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internal and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trade is within a country; international trade is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Suez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world trade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TRADE ROUTES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Atlantic route and the Suez Canal route (also the Panama Canal and Cape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global pattern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TRADE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between AICs and East Asia, while LICs export raw materials and import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Terms of trade.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AICs dominate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valuable manufactured goods and control transport, finance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buying and selling or exchange of goods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Exports and imports: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are goods sold abroad and imports are goods bought from abroad.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trade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within a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place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Bilateral and multilateral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trade is between two countries and multilateral trade is among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trade follows the following routes and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Atlantic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links Europe and North America and is the busiest route.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Suez and Panama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Europe, Asia and the Americas through canals.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trade is among AICs and East Asia, and LICs export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AICs produce valuable goods, have capital and control transport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Trade Routes and Global Patterns</a:t>
            </a:r>
            <a:endParaRPr lang="en-US" sz="3600" dirty="0"/>
          </a:p>
        </p:txBody>
      </p:sp>
      <p:pic>
        <p:nvPicPr>
          <p:cNvPr id="4" name="Image 0" descr="/home/claude/f4/img/v2/tria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world economic triad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international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between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dominance of AICs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export manufactured goods and control transport and finance.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Goods sold abroad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within a country is ______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busiest trade route is the North ______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balance commerciale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Volume of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trade and give its types. Locate the major world trade routes. Describe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locate the major trade routes and explain global trade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Trade; Major Trade Routes and Global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exports and three imports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2026-09-27T14:32:58Z</dcterms:created>
  <dcterms:modified xsi:type="dcterms:W3CDTF">2026-09-27T14:32:58Z</dcterms:modified>
</cp:coreProperties>
</file>