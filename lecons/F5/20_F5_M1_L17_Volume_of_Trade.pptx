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Volume of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Global Trade. The key notions we shall use today are: trade, internal trade, international trade, exports, imports, trade routes. At the end, you should be able to do this: learners are able to explain trade, locate the major trade routes and explain global trade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Communication on Maps. The question was: Draw a sketch map of the communication network of a map extract.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framed sketch with a title, key, scale and north arrow showing roads, railway, footpaths and telephone lines and the route centre.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trade and give its types. Number 2: locate the major world trade routes. Number 3: describe and explain global trade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cocoa, coffee, timber and oil. Ships carry most world trade. AICs produce manufactured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raw cocoa to Europe at a low price and buys cars and machines at high prices. Most world trade takes place between Europe, North America and East Asia.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world trade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Cameroon export?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Raw materials such as cocoa.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regions dominate world trade?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Europe, North America and East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unfair trade and support fair prices for producers.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countries exchange goods and why some gain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trade?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buying and selling or exchange of goods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international trade.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internal and international trade.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Internal trade is within a country; international trade is between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Suez Canal.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two major world trade routes.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 Atlantic route and the Suez Canal route (also the Panama Canal and Cape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world economic triad.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global pattern of trade.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 trade is between AICs and East Asia, while LICs export raw materials and import manufactured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terms of trade.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AICs dominate world trade?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export valuable manufactured goods and control transport, finance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Trade and Exports and imports.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Trade. The types of trade are the following. On this slide we have Internal trade and International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Trade. On this slide we have Bilateral and multilateral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Routes and Pattern. World trade follows the following routes and pattern. On this slide we have North Atlantic route and Suez and Panama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Routes and Pattern. On this slide we have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the Dominance of AICs. AICs dominate world trade for the following reasons. On this slide we have Valuable goods and Capital.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the Dominance of AICs. On this slide we have Control of transport and markets.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world economic triad.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international trade.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trade between countries.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for the dominance of AICs in world trade.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export manufactured goods and control transport and finance.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exports; number 2, internal; number 3, Atlantic.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exports and three imports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Trade Blocs.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VOLUME OF TRADE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Volume of Trade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Volume of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internal trade, international trade, exports, imports, trade routes.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trade; types of trade; major trade routes; global trade patterns; reasons for global trade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trade, locate the major trade routes and explain global trade patterns.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Communication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communication network of a map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framed sketch with a title, key, scale and north arrow showing roads, railway, footpaths and telephone lines and the route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trade and give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major world trade routes.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and explain global trade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cocoa, coffee, timber and 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Ships carry most world trade.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AICs produce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raw cocoa to Europe at a low price and buys cars and machines at high prices. Most world trade takes place between Europe, North America and 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world trade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Cameroon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such as cocoa.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dominate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 North America and 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unfair trade and support fair prices for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countries exchange goods and why some gain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buying and selling or exchange of goods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International trade.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internal and international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Internal trade is within a country; international trade is between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TRADE ROUTES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ue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Suez Canal.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TRADE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major world trade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TRADE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Atlantic route and the Suez Canal route (also the Panama Canal and Cape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TRADE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world economic triad.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TRADE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global pattern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TRADE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trade is between AICs and East Asia, while LICs export raw materials and import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erms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Terms of trade.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AICs dominate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export valuable manufactured goods and control transport, finance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Trade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Volume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buying and selling or exchange of goods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Exports and imports: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Exports are goods sold abroad and imports are goods bought from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Trade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types of trade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place within a country.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takes place between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Bilateral and multilateral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Bilateral trade is between two countries and multilateral trade is among 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Trade Routes and Global Patterns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Routes and Pattern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trade follows the following routes and pattern: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 Atlantic route: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links Europe and North America and is the busiest route.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Suez and Panama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link Europe, Asia and the Americas through canals.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Trade Routes and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Routes and Pattern (continued)</a:t>
            </a:r>
            <a:endParaRPr lang="en-US" sz="3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trade is among AICs and East Asia, and LICs export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Trade Routes and Global Patterns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Reasons for the Dominance of AICs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AICs dominate world trade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Valuable 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export manufactured goods and services.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money to invest.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Trade Routes and Global Patterns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100" b="1" dirty="0">
                <a:solidFill>
                  <a:srgbClr val="990011"/>
                </a:solidFill>
                <a:latin typeface="Times New Roman" pitchFamily="34" charset="0"/>
                <a:ea typeface="Times New Roman" pitchFamily="34" charset="-122"/>
                <a:cs typeface="Times New Roman" pitchFamily="34" charset="-120"/>
              </a:rPr>
              <a:t>B) Reasons for the Dominance of AICs (continued)</a:t>
            </a:r>
            <a:endParaRPr lang="en-US" sz="2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of transport and markets: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own ships, banks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Trade Routes and Global Patterns</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world economic triad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international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between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the dominance of AICs in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export manufactured goods and control transport and finance.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Goods sold abroad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Trade within a country is ______ trade.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busiest trade route is the North ______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exports and three imports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commerciale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 of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balance commerciale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Fair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 équitable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Volume of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trade and give its types. Locate the major world trade routes. Describe and explain global trade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trade, locate the major trade routes and explain global trade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of Trade; Routes and Pattern; Reasons for the Dominance of AICs.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exports and three imports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“MV Maersk Taikung” by tim.md, CC BY-NC-ND 2.0, via Flickr (https://www.flickr.com/photos/50299151@N00/3252980648)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2026-10-02T05:13:40Z</dcterms:created>
  <dcterms:modified xsi:type="dcterms:W3CDTF">2026-10-02T05:13:40Z</dcterms:modified>
</cp:coreProperties>
</file>