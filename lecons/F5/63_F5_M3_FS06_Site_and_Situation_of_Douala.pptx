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Site and Situation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Human Characteristics of Cameroon, and the sub-topic is Development of Settlements in Cameroon. The key notions we shall use today are: site, situation, estuary, bridging point, port. At the end, you should be able to do this: learners are able to describe the site and situation of Douala and explain its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53: Urban Spheres of Influence in Cameroon. The question was: Draw a sketch map showing the spheres of influence of Douala, Yaoundé and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map of Cameroon with circles or zones: Douala (whole country and neighbours), Yaoundé (whole country), Garoua (North Region and borders), with a key.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draw a diagram of the site and situation of Douala. Number 2: describe the site and situation. Number 3: explain how they influenced the growth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Site is the land a town is built on. Situation is the position in the region. Douala is the economic capital.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grew from fishing villages on the Wouri estuary into the largest city and port of Central Africa. The teacher asks why it grew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the growth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On which estuary is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Wouri estuary.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Douala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largest city and port of Central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drains clean and avoid building in flood-prone areas of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apply site and situation to a real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site and situation of Douala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elements of the diagram.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Wouri estuary, the port, the bridge, Bonabéri and the main roads and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Wouri estuary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site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 flat land on both banks of the Wouri estuary, with mangroves and swamps.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transport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situation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Gulf of Guinea, at the start of routes and the railway to the interior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did the site and situation favour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sheltered estuary gave a port, and routes made Douala the gateway of Cameroon and its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problems does the site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swamps and silting of the port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Site and Situation of Douala. Douala has the following site and situation. On this slide we have Site and Bridging point.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Site and Situation of Douala.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site and situation of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Influence on the Growth of Douala. The site and situation influenced growth as follows. On this slide we have Port and Industry and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Influence on the Growth of Douala. On this slide we have Routes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site of Douala.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 flat land on the banks of the Wouri estuary.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the situation helped Douala grow.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port and its routes to the interior.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Wouri; number 2, Bonabéri; number 3, floods (swamps).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labelled diagram of the site and situation of Douala.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6: SITE AND SITUATION OF DOUALA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Site and Situation of Douala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Site and Situation of Douala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situation, estuary, bridging point, 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Diagrams; description; how site and situation have influenced the growth of the settlement (the syllabus allows Douala or Yaoundé; Douala is treated 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site and situation of Douala and explain its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53: Urban Spheres of Influence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spheres of influence of Douala, Yaoundé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map of Cameroon with circles or zones: Douala (whole country and neighbours), Yaoundé (whole country), Garoua (North Region and borders),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diagram of the site and situation of Douala.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they influenced the growth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Site is the land a town is built 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Situation is the position in the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economic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grew from fishing villages on the Wouri estuary into the largest city and port of Central Africa. The teacher asks why it grew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the growth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estuary is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Douala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largest city and port of Central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drains clean and avoid building in flood-prone areas of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apply site and situation to a real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DIAGRAM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ouala_s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and situation of Douala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elements of the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estuary, the port, the bridge, Bonabéri and the main roads and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ouri_s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flat land on both banks of the Wouri estuary, with mangroves and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situation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Gulf of Guinea, at the start of routes and the railway to the interior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POSITIVE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POSITIVE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site and situation favour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POSITIVE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sheltered estuary gave a port, and routes made Douala the gateway of Cameroon and its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does the site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swamps and silting of the port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Human Characteristics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Settlements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Site and Situation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of Douala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Douala has the following site and situation: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low, flat land on both banks of the Wouri estuary, with mangroves around.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Bridging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bridge links Douala to Bonabéri on the right bank.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of Douala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the Gulf of Guinea at the start of roads and the railway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of Douala</a:t>
            </a:r>
            <a:endParaRPr lang="en-US" sz="3600" dirty="0"/>
          </a:p>
        </p:txBody>
      </p:sp>
      <p:pic>
        <p:nvPicPr>
          <p:cNvPr id="4" name="Image 0" descr="/home/claude/f4/img/v2/douala_s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site and situation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Influence on the Growth of Douala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site and situation influenced growth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sheltered estuary made Douala the main port of Cameroon, Chad and the CAR.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attracted factories, banks and trading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Influence on the Growth of Douala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and the railway made Douala the gateway to the interior.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swamps and the silting of the channel limit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flat land on the banks of the Wouri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the situation helped Douala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port and its routes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is on the ______ estuary.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on the right bank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problem of the site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labelled diagram of the site and situation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Gateway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porte d'entrée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Human Characteristics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Site and Situation of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diagram of the site and situation of Douala. Describe the site and situation. Explain how they influenced the growth of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site and situation of Douala and explain its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Site and Situation of Douala; Influence on the Growth of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labelled diagram of the site and situation of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“Duala, Camerún (Douala, Cameroon)” by migmasat, Public domain 1.0, via Flickr (https://www.flickr.com/photos/197415759@N06/54386998088)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2026-09-27T14:33:04Z</dcterms:created>
  <dcterms:modified xsi:type="dcterms:W3CDTF">2026-09-27T14:33:04Z</dcterms:modified>
</cp:coreProperties>
</file>