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6: Site and Situation of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Human Characteristics of Cameroon, and the sub-topic is Development of Settlements in Cameroon. The key notions we shall use today are: site, situation, estuary, bridging point, port. At the end, you should be able to do this: learners are able to describe the site and situation of Douala and explain its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53: Urban Spheres of Influence in Cameroon. The question was: Draw a sketch map showing the spheres of influence of Douala, Yaoundé and Garoua.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map of Cameroon with circles or zones: Douala (whole country and neighbours), Yaoundé (whole country), Garoua (North Region and borders), with a key.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draw a diagram of the site and situation of Douala. Number 2: describe the site and situation. Number 3: explain how they influenced the growth of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Site is the land a town is built on. Situation is the position in the region. Douala is the economic capital.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Douala grew from fishing villages on the Wouri estuary into the largest city and port of Central Africa. The teacher asks why it grew there.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explain the growth of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On which estuary is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Wouri estuary.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Douala today?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largest city and port of Central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drains clean and avoid building in flood-prone areas of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apply site and situation to a real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site and situation of Douala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main elements of the diagram.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Wouri estuary, the port, the bridge, Bonabéri and the main roads and railway.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Wouri estuary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site of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Low, flat land on both banks of the Wouri estuary, with mangroves and swamps.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transport network.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the situation of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Gulf of Guinea, at the start of routes and the railway to the interior and neighbouring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did the site and situation favour growth?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sheltered estuary gave a port, and routes made Douala the gateway of Cameroon and its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flooded street.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problems does the site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Floods, swamps and silting of the port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Site and Situation of Douala. Douala has the following site and situation. On this slide we have Site and Bridging point.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Site and Situation of Douala. On this slide we have Situation.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site and situation of Douala.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Influence on the Growth of Douala. The site and situation influenced growth as follows. On this slide we have Port and Industry and trade.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Influence on the Growth of Douala. On this slide we have Routes and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site of Douala.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low, flat land on the banks of the Wouri estuary.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the situation helped Douala grow.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its port and its routes to the interior.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Wouri; number 2, Bonabéri; number 3, floods (swamps).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labelled diagram of the site and situation of Douala.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6: SITE AND SITUATION OF DOUALA</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Site and Situation of Douala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Human Characteristics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Settlements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6: Site and Situation of Douala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Site, situation, estuary, bridging point, 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Diagrams; description; how site and situation have influenced the growth of the settlement (the syllabus allows Douala or Yaoundé; Douala is treated 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site and situation of Douala and explain its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53: Urban Spheres of Influence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showing the spheres of influence of Douala, Yaoundé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map of Cameroon with circles or zones: Douala (whole country and neighbours), Yaoundé (whole country), Garoua (North Region and borders), with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diagram of the site and situation of Douala.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site and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they influenced the growth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Site is the land a town is built 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Situation is the position in the region.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is the economic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grew from fishing villages on the Wouri estuary into the largest city and port of Central Africa. The teacher asks why it grew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explain the growth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estuary is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Wouri estuary.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Douala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largest city and port of Central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drains clean and avoid building in flood-prone areas of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apply site and situation to a real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DIAGRAM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ouala_si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Site and situation of Douala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DIAGRAM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elements of the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DIAGRAM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Wouri estuary, the port, the bridge, Bonabéri and the main roads and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wouri_s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Wouri estuary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flat land on both banks of the Wouri estuary, with mangroves and swamps.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SITUATION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situation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Gulf of Guinea, at the start of routes and the railway to the interior and neighbouring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INFLUENCE ON GROWTH: POSITIVE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INFLUENCE ON GROWTH: POSITIVE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the site and situation favour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INFLUENCE ON GROWTH: POSITIVE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sheltered estuary gave a port, and routes made Douala the gateway of Cameroon and its neighbours.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INFLUENCE ON GROWTH: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treetflood.jpg">    </p:cNvPr>
          <p:cNvPicPr>
            <a:picLocks noChangeAspect="1"/>
          </p:cNvPicPr>
          <p:nvPr/>
        </p:nvPicPr>
        <p:blipFill>
          <a:blip r:embed="rId1"/>
          <a:stretch>
            <a:fillRect/>
          </a:stretch>
        </p:blipFill>
        <p:spPr>
          <a:xfrm>
            <a:off x="2253375" y="1783080"/>
            <a:ext cx="768494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street.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INFLUENCE ON GROWTH: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problems does the site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INFLUENCE ON GROWTH: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swamps and silting of the port channel.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Human Characteristics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Development of Settlements in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6: Site and Situation of Douala</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Site and Situation of Douala</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Douala has the following site and situation: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on low, flat land on both banks of the Wouri estuary, with mangroves around.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Bridging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Wouri bridge links Douala to Bonabéri on the right bank.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Site and Situation of Douala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on the Gulf of Guinea at the start of roads and the railway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Site and Situation of Douala</a:t>
            </a:r>
            <a:endParaRPr lang="en-US" sz="3600" dirty="0"/>
          </a:p>
        </p:txBody>
      </p:sp>
      <p:pic>
        <p:nvPicPr>
          <p:cNvPr id="4" name="Image 0" descr="/home/claude/f4/img/v2/douala_si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site and situation of 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Influence on the Growth of Douala</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site and situation influenced growth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sheltered estuary made Douala the main port of Cameroon, Chad and the CAR.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Industry and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port attracted factories, banks and trading companies.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Influence on the Growth of Douala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and the railway made Douala the gateway to the interior.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swamps and the silting of the channel limit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site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flat land on the banks of the Wouri estuary.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the situation helped Douala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port and its routes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Douala is on the ______ estuary.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Douala on the right bank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problem of the site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labelled diagram of the site and situation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Estuary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L'estuaire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Gateway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porte d'entrée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Channel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Economic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 économique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Human Characteristics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6: Site and Situation of Douala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diagram of the site and situation of Douala. Describe the site and situation. Explain how they influenced the growth of Douala.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site and situation of Douala and explain its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Site and Situation of Douala; Influence on the Growth of Douala.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labelled diagram of the site and situation of Douala.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diagram.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“Duala, Camerún (Douala, Cameroon)” by migmasat, Public domain 1.0, via Flickr (https://www.flickr.com/photos/197415759@N06/54386998088)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“Vicenza flooding Nov.1, 2010” by US Army Africa, CC BY 2.0, via Flickr (https://www.flickr.com/photos/36281822@N08/5157191333)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2026-09-28T21:15:24Z</dcterms:created>
  <dcterms:modified xsi:type="dcterms:W3CDTF">2026-09-28T21:15:24Z</dcterms:modified>
</cp:coreProperties>
</file>