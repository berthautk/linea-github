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6: Site and Situation of Douala.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III: Management of Population Growth and Space Colonisation.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Human Characteristics of Cameroon, and the sub-topic is Development of Settlements in Cameroon. The key notions we shall use today are: site, situation, estuary, bridging point, port. At the end, you should be able to do this: learners are able to describe the site and situation of Douala and explain its growth.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53: Urban Spheres of Influence in Cameroon. The question was: Draw a sketch map showing the spheres of influence of Douala, Yaoundé and Garoua.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 map of Cameroon with circles or zones: Douala (whole country and neighbours), Yaoundé (whole country), Garoua (North Region and borders), with a key.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draw a diagram of the site and situation of Douala. Number 2: describe the site and situation. Number 3: explain how they influenced the growth of Douala.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Site is the land a town is built on. Situation is the position in the region. Douala is the economic capital.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Douala grew from fishing villages on the Wouri estuary into the largest city and port of Central Africa. The teacher asks why it grew there.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explain the growth of Douala.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On which estuary is Douala?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Wouri estuary.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Douala today?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largest city and port of Central Africa.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keep drains clean and avoid building in flood-prone areas of the 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further study helps us to apply site and situation to a real 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site and situation of Douala (simplified).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the main elements of the diagram.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Wouri estuary, the port, the bridge, Bonabéri and the main roads and railway.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the Wouri estuary from space.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Describe the site of Douala.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Low, flat land on both banks of the Wouri estuary, with mangroves and swamps.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transport network.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Describe the situation of Douala.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On the Gulf of Guinea, at the start of routes and the railway to the interior and neighbouring countries.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port.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did the site and situation favour growth?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sheltered estuary gave a port, and routes made Douala the gateway of Cameroon and its neighbours.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flooded street.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problems does the site cause?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Floods, swamps and silting of the port channel.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Site and Situation of Douala. Douala has the following site and situation. On this slide we have Site and Bridging point.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Site and Situation of Douala. On this slide we have Situation.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site and situation of Douala.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Advantages for Growth. The site and situation helped Douala to grow in the following ways. On this slide we have Port and Industry and trade.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Advantages for Growth. On this slide we have Routes.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Limits to Growth. The site limits the growth of Douala in the following ways. On this slide we have Floods, Swamps and Silting of the channel.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Describe the site of Douala.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low, flat land on the banks of the Wouri estuary.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ways the situation helped Douala grow.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its port and its routes to the interior.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Wouri; number 2, Bonabéri; number 3, floods (swamps).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a labelled diagram of the site and situation of Douala.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FURTHER STUDY 6: SITE AND SITUATION OF DOUALA</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Site and Situation of Douala</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III: Management of Population Growth and Space Colonisation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Human Characteristics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Development of Settlements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6: Site and Situation of Douala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Site, situation, estuary, bridging point, port.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Diagrams; description; how site and situation have influenced the growth of the settlement (the syllabus allows Douala or Yaoundé; Douala is treated here).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site and situation of Douala and explain its growth.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53: Urban Spheres of Influence in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sketch map showing the spheres of influence of Douala, Yaoundé and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map of Cameroon with circles or zones: Douala (whole country and neighbours), Yaoundé (whole country), Garoua (North Region and borders), with a key.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Draw a diagram of the site and situation of Douala.</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site and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how they influenced the growth of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Site is the land a town is built 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Situation is the position in the region.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Douala is the economic capital.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grew from fishing villages on the Wouri estuary into the largest city and port of Central Africa. The teacher asks why it grew there.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explain the growth of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which estuary is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Wouri estuary.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Douala today?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largest city and port of Central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Keep drains clean and avoid building in flood-prone areas of the 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further study helps us to apply site and situation to a real 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DIAGRAM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douala_sit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Site and situation of Douala (simplified).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DIAGRAM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main elements of the diagram.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DIAGRAM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Wouri estuary, the port, the bridge, Bonabéri and the main roads and railway.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SITE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wouri_sa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Wouri estuary from space.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SITE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site of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SITE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Low, flat land on both banks of the Wouri estuary, with mangroves and swamps.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SITUATION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cmr_transport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Transport network.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situation of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the Gulf of Guinea, at the start of routes and the railway to the interior and neighbouring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INFLUENCE ON GROWTH: POSITIVE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por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port.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INFLUENCE ON GROWTH: POSITIVE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did the site and situation favour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INFLUENCE ON GROWTH: POSITIVE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sheltered estuary gave a port, and routes made Douala the gateway of Cameroon and its neighbours.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INFLUENCE ON GROWTH: PROBLEMS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streetflood.jpg">    </p:cNvPr>
          <p:cNvPicPr>
            <a:picLocks noChangeAspect="1"/>
          </p:cNvPicPr>
          <p:nvPr/>
        </p:nvPicPr>
        <p:blipFill>
          <a:blip r:embed="rId1"/>
          <a:stretch>
            <a:fillRect/>
          </a:stretch>
        </p:blipFill>
        <p:spPr>
          <a:xfrm>
            <a:off x="2253375" y="1783080"/>
            <a:ext cx="768494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flooded street.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INFLUENCE ON GROWTH: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problems does the site cause?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INFLUENCE ON GROWTH: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Floods, swamps and silting of the port channel.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Human Characteristics of Cameroon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Development of Settlements in Cameroon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Further Study 6: Site and Situation of Douala</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Site and Situation of Douala</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Douala has the following site and situation: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lies on low, flat land on both banks of the Wouri estuary, with mangroves around.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Bridging point: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Wouri bridge links Douala to Bonabéri on the right bank.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Site and Situation of Douala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Situation: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lies on the Gulf of Guinea at the start of roads and the railway to the interior.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Site and Situation of Douala</a:t>
            </a:r>
            <a:endParaRPr lang="en-US" sz="3600" dirty="0"/>
          </a:p>
        </p:txBody>
      </p:sp>
      <p:pic>
        <p:nvPicPr>
          <p:cNvPr id="4" name="Image 0" descr="/home/claude/f4/img/v2/douala_sit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site and situation of Douala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Influence on the Growth of Douala</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Advantages for Growth</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site and situation helped Douala to grow in the following 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Port: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sheltered estuary made Douala the main port of Cameroon, Chad and the CAR.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Industry and trade: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port attracted factories, banks and trading companies.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Influence on the Growth of Douala</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800" b="1" dirty="0">
                <a:solidFill>
                  <a:srgbClr val="990011"/>
                </a:solidFill>
                <a:latin typeface="Times New Roman" pitchFamily="34" charset="0"/>
                <a:ea typeface="Times New Roman" pitchFamily="34" charset="-122"/>
                <a:cs typeface="Times New Roman" pitchFamily="34" charset="-120"/>
              </a:rPr>
              <a:t>A) Advantages for Growth (continued)</a:t>
            </a:r>
            <a:endParaRPr lang="en-US" sz="28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Routes: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Roads and the railway made Douala the gateway to the interior.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Influence on the Growth of Douala</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Limits to Growth</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site limits the growth of Douala in the following 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Floods: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Low quarters are often flooded.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Swamps: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Wet land is difficult to build 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Silting of the channel: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Mud makes the port less deep.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site of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Low, flat land on the banks of the Wouri estuary.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ways the situation helped Douala grow.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port and its routes to the interior.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Douala is on the ______ estuary.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Douala on the right bank is called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main problem of the site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labelled diagram of the site and situation of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Estuary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L'estuaire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Bank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rive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Mangrove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mangrove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Gateway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porte d'entrée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Channel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chenal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Economic capital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capitale économique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Human Characteristics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6: Site and Situation of Douala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a diagram of the site and situation of Douala. Describe the site and situation. Explain how they influenced the growth of Douala.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site and situation of Douala and explain its growth.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Site and Situation of Douala; Advantages for Growth; Limits to Growth.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a labelled diagram of the site and situation of Douala.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diagram.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use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III: Management of Population Growth and Space Colonisation.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“Duala, Camerún (Douala, Cameroon)” by migmasat, Public domain 1.0, via Flickr (https://www.flickr.com/photos/197415759@N06/54386998088)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“JAXPORT Welcomes Largest Container Ship To Date” by JAXPORT, CC BY-NC 2.0, via Flickr (https://www.flickr.com/photos/24847875@N05/17069054628)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“Vicenza flooding Nov.1, 2010” by US Army Africa, CC BY 2.0, via Flickr (https://www.flickr.com/photos/36281822@N08/5157191333)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2026-10-02T05:13:49Z</dcterms:created>
  <dcterms:modified xsi:type="dcterms:W3CDTF">2026-10-02T05:13:49Z</dcterms:modified>
</cp:coreProperties>
</file>