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38: Population and Resource Model (Malthus).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and Resources. The key notions we shall use today are: carrying capacity, standards of living, geometric and arithmetic growth. At the end, you should be able to do this: learners are able to explain Malthus's theory and assess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37: Notions on Optimum Population, Over-population and Under-population. The question was: Is the East Region of Cameroon over-populated or under-populated? Justify your answer.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Under-populated: about 11 people per km², large forests, minerals and farmland not fully used, and labour shortages.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principles of Malthus's theory. Number 2: draw the Malthus graph. Number 3: give the conclusions and criticisms.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Population needs food. Food shortages cause famine. Population can grow fast.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1798, an English priest, Thomas Malthus, predicted that population would grow faster than food and cause famine, wars and diseases.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Malthus's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was Malthus?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English priest and economist.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did he predict?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Population would grow faster than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both birth control and food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reflect on the balance between population and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Malthus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did Malthus say population and food grow?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Population grows geometrically (1, 2, 4, 8) and food arithmetically (1, 2, 3,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crisis point.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happens when population passes food supply?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crisis occurs: famine, diseases and wars.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famine relief.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positive and preventive checks.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Positive checks raise deaths (famine, war); preventive checks reduce births (late marriage).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carrying capacity.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did Malthus conclude?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Population must be controlled to avoid misery.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boserup's view.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criticism of Malthus.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Technology such as the Green Revolution increased food faster than he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Principles of the Malthus Model. Malthus stated the following principles in 1798. On this slide we have Population growth and Food growth.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Principles of the Malthus Model. On this slide we have Crisis.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Malthus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Conclusions. Malthus concluded that population is limited by the following checks. On this slide we have Positive checks and Preventive checks.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Criticisms and Relevance. The theory of Malthus is judged as follows. On this slide we have Technology, Trade and Relevance.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the two principles of Malthus.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population grows geometrically and food arithmetically.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criticism.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technology increased food production.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1798; number 2, positive; number 3, preventive.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Is Malthus's theory relevant to Cameroon today? Give two arguments.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39: Population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38: POPULATION AND RESOURCE MODEL (MALTHUS)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and Resource Model (Malthus)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38: Population and Resource Model (Malthus)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Carrying capacity, standards of living, geometric and arithmetic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Principles; conclusions.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Malthus's theory and assess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37: Notions on Optimum Population, Over-population and Under-population):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East Region of Cameroon over-populated or under-populated? Justify your answer.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Under-populated: about 11 people per km², large forests, minerals and farmland not fully used, and labour shortages.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principles of Malthus's theory.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Malthus graph.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conclusions and criticisms.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needs food.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Food shortages cause famine.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can grow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1798, an English priest, Thomas Malthus, predicted that population would grow faster than food and cause famine, wars and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Malthus's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was Malthus?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English priest and economist.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he predict?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would grow faster than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both birth control and food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reflect on the balance between population and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althu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Malthus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did Malthus say population and food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grows geometrically (1, 2, 4, 8) and food arithmetically (1, 2, 3, 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althu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crisis point.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population passes food supply?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crisis occurs: famine, diseases and wars.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CHECKS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foodai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Famine relief.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CHECKS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positive and preventive checks.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CHECKS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checks raise deaths (famine, war); preventive checks reduce births (late marriage).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arry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Carrying capacity.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Malthus conclude?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CONCLUSIONS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must be controlled to avoid misery.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CRITICISMS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boseru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Boserup's view.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criticism of Malthus.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Technology such as the Green Revolution increased food faster than he expected.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and Resources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38: Population and Resource Model (Malthus)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Principles of the Malthus Model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Malthus stated the following principles in 1798:</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grows geometrically, as 1, 2, 4, 8, 16.</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supply grows arithmetically, as 1, 2, 3, 4, 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Principles of the Malthus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Crisis: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population passes food supply, famine, diseases and wars occur.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Principles of the Malthus Model</a:t>
            </a:r>
            <a:endParaRPr lang="en-US" sz="3600" dirty="0"/>
          </a:p>
        </p:txBody>
      </p:sp>
      <p:pic>
        <p:nvPicPr>
          <p:cNvPr id="4" name="Image 0" descr="/home/claude/f4/img/v2/malthu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Malthus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Conclusions and Criticisms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Conclusions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Malthus concluded that population is limited by the following checks: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checks: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Famine, diseases and wars raise death rates.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Preventive checks: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Late marriage and moral restraint reduce birth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Conclusions and Criticisms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Criticisms and Relevance</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theory of Malthus is judged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methods increased food production.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can buy food from abroad.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Relevance: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Famines in some LICs show that his ideas are still discussed.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two principles of Malthus.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grows geometrically and food arithmetically.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criticism.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Technology increased food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Malthus published his theory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Famine and war are ______ checks.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Late marriage is a ______ check.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Malthus's theory relevant to Cameroon today? Give two arguments.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39: Population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Theory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théorie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supply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L'approvisionnement alimentaire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Check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frein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Geometric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Géométrique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Arithmetic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Arithmétique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38: Population and Resource Model (Malthus)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principles of Malthus's theory. Draw the Malthus graph. Give the conclusions and criticisms.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Malthus's theory and assess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Principles of the Malthus Model; Conclusions; Criticisms and Relevance.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Is Malthus's theory relevant to Cameroon today? Give two arguments.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“WFP food distribution” by UNAMID Photo, CC BY-NC-ND 2.0, via Flickr (https://www.flickr.com/photos/58538810@N03/12495227734)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2026-10-02T05:13:46Z</dcterms:created>
  <dcterms:modified xsi:type="dcterms:W3CDTF">2026-10-02T05:13:46Z</dcterms:modified>
</cp:coreProperties>
</file>