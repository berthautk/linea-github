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Agglomeration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localisation, industrial estate. At the end, you should be able to do this: learners are able to explain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Manufacturing Industries. The question was: List five manufactured goods made in Cameroon and the factory that makes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Cloth (CICAM), beer and soft drinks (SABC), sugar (SOSUCAM), cement (CIMENCAM), aluminium (ALUCAM).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agglomeration. Number 2: give examples in LICs, NICs and AICs. Number 3: explain the factors of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power and markets. Douala has many factories. The Ruhr is an industrial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factories of Cameroon are grouped in Douala near the port, while few factories exist in the East. A new company also chooses to settle in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most factories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new company choose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 port, services and other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where factories are located in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industries concentrate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industrial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grouping of many industries in the same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agglomeration in an LIC, an NIC and an AIC.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(Cameroon), Shenzhen (China) and the Ruhr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factors of industrial location.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attract industries to the same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port or good transport, a large market and available power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industries gather near ports?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Imported raw materials and exports are handled there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industries help each other when they are close?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exchange products and services, share workers and reduce costs (external economies).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Agglomeration.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Industrial agglomerations exist in all groups of countries.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Agglomeration. Industries group together for the following reasons. On this slide we have Transport and Market and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Agglomeration. On this slide we have Power and services and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industrial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grouping of many industries in one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port and a large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agglomeration; number 2, Douala;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industrial area of your town and two factories found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Industrialisation in the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AGGLOMERATION OF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Agglomeration of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Agglomeration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localisation, industrial estate.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in LICs, NICs and AICs; factors for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Manufacturing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 (CICAM), beer and soft drinks (SABC), sugar (SOSUCAM), cement (CIMENCAM), aluminium (ALUCAM).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agglomeration.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in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power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Ruhr is an industrial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of Cameroon are grouped in Douala near the port, while few factories exist in the East. A new company also chooses to settle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industries group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factories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new company choose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port, services and other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where factories are located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industries concentrate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the same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agglomeration in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(Cameroon), Shenzhen (China) and the Ruhr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industrial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attract industries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or good transport, a large market and available power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industries gather near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Imported raw materials and exports are handled there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industries help each other when they are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exchange products and services, share workers and reduce costs (external economies).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agglomerations exist in all groups of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in Cameroon and Lagos in Nigeria group many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Shenzhen in China and São Paulo in Brazil are huge industrial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in Germany and the Great Lakes region of the USA are old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group together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railways and roads reduce transport costs.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offer many consumers and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water, banks and repair services are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buy from and sell to each other and share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and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grouping of industries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industrial town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an agglomeration in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Agglomeration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Agglomeration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agglomeration. Give examples in LICs, NICs and AICs. Explain the factors of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Factors for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industrial area of your town and two factories found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 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2026-10-02T05:13:35Z</dcterms:created>
  <dcterms:modified xsi:type="dcterms:W3CDTF">2026-10-02T05:13:35Z</dcterms:modified>
</cp:coreProperties>
</file>