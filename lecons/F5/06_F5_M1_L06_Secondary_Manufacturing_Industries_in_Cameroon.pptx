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Secondary (Manufacturing) Industries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The Economic Development Potentials of Cameroon in the Secondary Sector: Manufacturing Industries. The key notions we shall use today are: wood, textile, metallurgical, paper and pulp industries, industrial zones. At the end, you should be able to do this: learners are able to describe the industries of Cameroon, their problems and government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Weber's Industrial Location Model. The question was: Explain the location of one factory in Cameroon using Weber's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Mbandjock sugar factory is near the cane fields because cane loses much weight when processed (weight-losing industry), so it is cheaper to carry sugar than cane.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types and distribution of industries in Cameroon. Number 2: explain their importance and problems. Number 3: describe government efforts to boost industrialisation.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Douala has many factories. CICAM makes cloth in Garoua. ALUCAM makes aluminium in Edéa.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ALUCAM in Edéa uses electricity from the Sanaga to make aluminium, CICAM in Garoua makes cloth from cotton, and many factories in Douala make drinks, soap and cement.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the industries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industries and their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ALUCAM in Edéa and CICAM in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town has most factories?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buy "made in Cameroon"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industries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ALUCAM smelter at Edéa.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types of industries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Agro-food (drinks, sugar), textile (CICAM), metallurgical (ALUCAM) and wood industries (also cement, oil refining).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industrial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industrial regions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coastal region (Douala, Edéa, Limbe), the centre-south (Yaoundé), the west (Bafoussam) and the north (Garoua,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Douala the main industrial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main port, a large market, energy and many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of industry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Power cuts, lack of capital and competition from imports (also bad roads, taxes).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under construction.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government efforts to boost industry.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dams and ports (Kribi) and giving tax incentives to investors (also industrial zones, import substitution).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and Distribution. Cameroon has the following industries and regions.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and Distribution. On this slide we have Coastal region and Other regions.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Problems. Industries are important but face problems.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Government Efforts. The government boosts industrialisation as follows. On this slide we have Infrastructure and Incentives.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Government Efforts. On this slide we have Policy.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industries of Cameroon and their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aLUCAM (Edéa), CICAM (Garoua), SONARA (Limbe).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industry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power cuts and competition from imports.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Edéa; number 2, Limbe; number 3, Figuil.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industrial regions of Cameroon and name two industries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Location of Economic Activities and Description of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SECONDARY (MANUFACTURING) INDUSTRIES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Secondary (Manufacturing) Industries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Secondary Sector: Manufacturing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Secondary (Manufacturing) Industries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Wood, textile, metallurgical, paper and pulp industries, industrial zones.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manufacturing industries; distribution and reasons; importance to the economy; problems faced; government efforts to boost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Weber's Industrial Location Model):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one factory in Cameroon using Weber's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Mbandjock sugar factory is near the cane fields because cane loses much weight when processed (weight-losing industry), so it is cheaper to carry sugar than cane.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types and distribution of industries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importance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government efforts to boost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has many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CICAM makes cloth in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ALUCAM makes aluminium in Edéa.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uses electricity from the Sanaga to make aluminium, CICAM in Garoua makes cloth from cotton, and many factories in Douala make drinks, soap and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the industries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industries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in Edéa and CICAM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has most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Buy "made in Cameroon"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industries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luminiu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ALUCAM smelter at Edéa.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types of industries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(drinks, sugar), textile (CICAM), metallurgical (ALUCAM) and wood industries (also cement, oil refining).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industrial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coastal region (Douala, Edéa, Limbe), the centre-south (Yaoundé), the west (Bafoussam) and the north (Garoua,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 the main industrial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main port, a large market, energy and many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and competition from imports (also bad roads, taxes).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 under construction.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government efforts to boost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GOVERNMENT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dams and ports (Kribi) and giving tax incentives to investors (also industrial zones, import substitution).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Secondary Sector: Manufacturing Industries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6: Secondary (Manufacturing) Industries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industries and regions: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Agro-food, textile, metallurgical, wood, cement, chemical and oil-refining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Edéa and Limbe have most factories (drinks, soap, aluminium, oil refining).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(food, printing), Bafoussam (coffee, food) and Garoua and Figuil in the north (textiles, cement).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and Distribution</a:t>
            </a:r>
            <a:endParaRPr lang="en-US" sz="3600" dirty="0"/>
          </a:p>
        </p:txBody>
      </p:sp>
      <p:pic>
        <p:nvPicPr>
          <p:cNvPr id="4" name="Image 0" descr="/home/claude/f4/img/v2/cmr_industr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Problems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Industries are important but face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create jobs, add value to raw materials and reduce imports.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lack of capital, poor roads, high taxes and competition from imports slow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government boosts industrialisation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builds dams, roads and the Kribi deep-sea port.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Incentives: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tax advantages to investors and creates industrial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Government Efforts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promotes local processing and import substitution for Vision 2035.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industries of Cameroon and their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ALUCAM (Edéa), CICAM (Garoua), SONARA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industry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Power cuts and competition from imports.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Aluminium is made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Cement is made from limestone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industrial regions of Cameroon and name two industries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Location of Economic Activities and Description of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Industry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L'industrie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L'aluminium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ciment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L'impôt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Incentive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L'incitation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Secondary (Manufacturing) Industries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types and distribution of industries in Cameroon. Explain their importance and problems. Describe government efforts to boost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industries of Cameroon, their problems and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and Distribution; Importance and Problems; Government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industrial regions of Cameroon and name two industries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“Kurri Kurri aluminium” by yewenyi, CC BY-NC 2.0, via Flickr (https://www.flickr.com/photos/30265340@N00/2971223932)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2026-09-29T03:11:54Z</dcterms:created>
  <dcterms:modified xsi:type="dcterms:W3CDTF">2026-09-29T03:11:54Z</dcterms:modified>
</cp:coreProperties>
</file>