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6: Secondary (Manufacturing) Industries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 Management of Manufacturing and Tertiary Activities.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Managing Resources for Development through Economic Activities, and the sub-topic is The Economic Development Potentials of Cameroon in the Secondary Sector: Manufacturing Industries. The key notions we shall use today are: wood, textile, metallurgical, paper and pulp industries, industrial zones. At the end, you should be able to do this: learners are able to describe the industries of Cameroon, their problems and government efforts.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5: Weber's Industrial Location Model. The question was: Explain the location of one factory in Cameroon using Weber's model.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the Mbandjock sugar factory is near the cane fields because cane loses much weight when processed (weight-losing industry), so it is cheaper to carry sugar than cane.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identify the types and distribution of industries in Cameroon. Number 2: explain their importance and problems. Number 3: describe government efforts to boost industrialisation.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Douala has many factories. CICAM makes cloth in Garoua. ALUCAM makes aluminium in Edéa.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ALUCAM in Edéa uses electricity from the Sanaga to make aluminium, CICAM in Garoua makes cloth from cotton, and many factories in Douala make drinks, soap and cement.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want to know the industries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Name two industries and their towns.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ALUCAM in Edéa and CICAM in Garoua.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town has most factories?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Douala.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buy "made in Cameroon"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industries of our country.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the ALUCAM smelter at Edéa.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four types of industries in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Agro-food (drinks, sugar), textile (CICAM), metallurgical (ALUCAM) and wood industries (also cement, oil refining).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industrial regions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the four industrial regions of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coastal region (Douala, Edéa, Limbe), the centre-south (Yaoundé), the west (Bafoussam) and the north (Garoua, Figuil).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port.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is Douala the main industrial centre?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has the main port, a large market, energy and many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bad road.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three problems of industry in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Power cuts, lack of capital and competition from imports (also bad roads, taxes).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dam under construction.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government efforts to boost industry.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Building dams and ports (Kribi) and giving tax incentives to investors (also industrial zones, import substitution).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Industries. Cameroon has the following types of industries. On this slide we have Agro-food industries and Textile industries.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Industries. On this slide we have Metallurgical industries and Other industries.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Distribution. Industries are found in the following regions. On this slide we have Coastal region.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Distribution. On this slide we have Other regions.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industrial regions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Importance. Industries are important for the following reasons. On this slide we have Jobs and Added value.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Importance. On this slide we have Fewer imports.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Problems. Industries face the following problems. On this slide we have Power cuts and Lack of capital.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On this slide we have Poor roads and high taxes and Competition from imports.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Government Efforts. The government boosts industrialisation as follows. On this slide we have Infrastructure and Incentives.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Government Efforts. On this slide we have Policy.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three industries of Cameroon and their towns.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aLUCAM (Edéa), CICAM (Garoua), SONARA (Limbe).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problems of industry in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power cuts and competition from imports.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Edéa; number 2, Limbe; number 3, Figuil.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a sketch map of the industrial regions of Cameroon and name two industries in each.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1: Location of Economic Activities and Description of Land Use.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6: SECONDARY (MANUFACTURING) INDUSTRIES IN CAMEROON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Secondary (Manufacturing) Industries in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 Management of Manufacturing and Tertiary Activities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Economic Development Potentials of Cameroon in the Secondary Sector: Manufacturing Industries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6: Secondary (Manufacturing) Industries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Wood, textile, metallurgical, paper and pulp industries, industrial zones.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Types of manufacturing industries; distribution and reasons; importance to the economy; problems faced; government efforts to boost industrialisation.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industries of Cameroon, their problems and government efforts.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5: Weber's Industrial Location Model):</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the location of one factory in Cameroon using Weber's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the Mbandjock sugar factory is near the cane fields because cane loses much weight when processed (weight-losing industry), so it is cheaper to carry sugar than cane.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types and distribution of industries in Cameroon.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their importance and problems.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government efforts to boost industrialisation.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Douala has many factories.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CICAM makes cloth in Garoua.</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ALUCAM makes aluminium in Edéa.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ALUCAM in Edéa uses electricity from the Sanaga to make aluminium, CICAM in Garoua makes cloth from cotton, and many factories in Douala make drinks, soap and cement.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know the industries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industries and their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ALUCAM in Edéa and CICAM in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town has most factories?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Buy "made in Cameroon" products.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industries of our country.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aluminiu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ALUCAM smelter at Edéa.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four types of industries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Agro-food (drinks, sugar), textile (CICAM), metallurgical (ALUCAM) and wood industries (also cement, oil refining).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DISTRIBUTION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cmr_industry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Industrial regions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industrial regions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coastal region (Douala, Edéa, Limbe), the centre-south (Yaoundé), the west (Bafoussam) and the north (Garoua, Figuil).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contain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port.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Douala the main industrial centre?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the main port, a large market, energy and many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PROBLEMS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muddy_roa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bad road.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problems of industry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Power cuts, lack of capital and competition from imports (also bad roads, taxes).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GOVERNMENT EFFORTS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nachtiga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dam under construction.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GOVERNMENT EFFORTS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government efforts to boost industry.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GOVERNMENT EFFORTS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Building dams and ports (Kribi) and giving tax incentives to investors (also industrial zones, import substitution).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Managing Resources for Development through Economic Activities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The Economic Development Potentials of Cameroon in the Secondary Sector: Manufacturing Industries</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6: Secondary (Manufacturing) Industries in Cameroon</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and Distribution</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Types of Industries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Cameroon has the following types of industries: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Agro-food industries: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make drinks, sugar, oil and flour.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Textile industries: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make cloth from cotton.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and Distribution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Types of Industries (continued)</a:t>
            </a:r>
            <a:endParaRPr lang="en-US" sz="30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Metallurgical industries: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make aluminium and metal goods.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Other industries: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Wood, cement, chemical and oil-refining industries.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and Distribution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Distribution</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Industries are found in the following regions: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Coastal region: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Edéa and Limbe have most factories (drinks, soap, aluminium, oil refining).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and Distribution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Distribution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Other regions: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Yaoundé (food, printing), Bafoussam (coffee, food) and Garoua and Figuil in the north (textiles, cement).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and Distribution</a:t>
            </a:r>
            <a:endParaRPr lang="en-US" sz="3600" dirty="0"/>
          </a:p>
        </p:txBody>
      </p:sp>
      <p:pic>
        <p:nvPicPr>
          <p:cNvPr id="4" name="Image 0" descr="/home/claude/f4/img/v2/cmr_industry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industrial regions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Importance and Problems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Importance</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Industries are important for the following reasons: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Jobs: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Factories employ many workers.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Added value: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Raw materials are sold at a higher price after processing.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Importance and Problems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Importance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Fewer imports: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Goods made locally replace imported goods.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Importance and Problems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Problems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Industries face the following problems: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Power cuts: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Machines stop when there is no electricity.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Lack of capital: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Investors have little money.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Importance and Problems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Problems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Poor roads and high taxes: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raise production costs.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Competition from imports: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Cheap foreign goods are preferred.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Government Efforts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government boosts industrialisation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Infrastructure: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builds dams, roads and the Kribi deep-sea port.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Incentives: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gives tax advantages to investors and creates industrial zones.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Government Efforts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Policy: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promotes local processing and import substitution for Vision 2035.</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industries of Cameroon and their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ALUCAM (Edéa), CICAM (Garoua), SONARA (Limbe).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of industry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Power cuts and competition from imports.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Aluminium is made at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oil refinery is at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Cement is made from limestone at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sketch map of the industrial regions of Cameroon and name two industries in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1: Location of Economic Activities and Description of Land 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Industry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L'industrie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Aluminium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L'aluminium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ciment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Refinery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raffinerie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Tax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L'impôt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Incentive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L'incitation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6: Secondary (Manufacturing) Industries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the types and distribution of industries in Cameroon. Explain their importance and problems. Describe government efforts to boost industrialisation.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industries of Cameroon, their problems and government efforts.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Types of Industries; Distribution; Importance; Problems; Government Efforts.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a sketch map of the industrial regions of Cameroon and name two industries in each.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factories.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use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 Management of Manufacturing and Tertiary Activities.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“Kurri Kurri aluminium” by yewenyi, CC BY-NC 2.0, via Flickr (https://www.flickr.com/photos/30265340@N00/2971223932)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“Container Ships @ Port of Oakland” by jdnx, CC BY 2.0, via Flickr (https://www.flickr.com/photos/21442511@N08/3464243881)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“Cameroon - UN Women's Gender Road Project” by UN Women Gallery, CC BY-NC-ND 2.0, via Flickr (https://www.flickr.com/photos/51431730@N04/40672356003)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“Chutes de Natchigal” by friel, CC BY-NC-SA 2.0, via Flickr (https://www.flickr.com/photos/91702411@N00/2692932)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2026-10-02T05:13:36Z</dcterms:created>
  <dcterms:modified xsi:type="dcterms:W3CDTF">2026-10-02T05:13:36Z</dcterms:modified>
</cp:coreProperties>
</file>