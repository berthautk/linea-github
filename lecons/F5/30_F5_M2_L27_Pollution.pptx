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27: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 Preservation of the Natural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Development Projects and Environmental Management, and the sub-topic is Environmental Degradation. The key notions we shall use today are: pollution, pollutant, air, water, soil and noise pollution. At the end, you should be able to do this: learners are able to explain the types of pollution and propose solutions and adaptation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26: Problems of Waste Management. The question was: Describe how waste is managed in your quarter and propose three improvements.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waste is burnt or dumped in gutters; provide bins, organise collection with HYSACAM or the council, and sort plastics for recycling.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pollution and give its types. Number 2: explain the causes and sources of each type. Number 3: explain the consequences, solutions and adaptation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Waste pollutes the environment. Cars produce smoke. Dirty water causes diseases.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 town, factories and old cars release thick smoke, a river is full of waste and loud music disturbs the neighbours every night.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town suffers from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sources of pollution.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Factories and cars.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the types of pollution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Air, water and noise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denounce polluters, plant trees and reduce noise and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protect our health and our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types of pollution.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pollution?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introduction of harmful substances or energy into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smog in a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sources and one consequence of air pollution.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Factories and vehicles; respiratory diseases (also acid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plastic in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sources and one consequence of water pollution.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Household waste and chemicals; waterborne diseases.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spraying chemicals.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source each of soil and noise pollution.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Pesticides and plastics pollute soil; traffic and loud music cause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pollution: causes and solutions.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solutions and one adaptation strategy.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Laws and clean technology; wearing masks or boiling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Pollution.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Causes and Sources. The types of pollution and their sources are the following. On this slide we have Air pollution and Water pollution.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Causes and Sources. On this slide we have Soil pollution and Noise pollution.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pollution.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Consequences and Solutions. Pollution has the following consequences, solutions and adaptation strategies. On this slide we have Consequences and Solutions.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Consequences and Solutions. On this slide we have Adaptation strategies.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pollution.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introduction of harmful substances or energy into the environment.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source and one solution for air pollution.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vehicles; clean technology (also tree planting).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noise; number 2, water; number 3,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Identify two types of pollution in your town, their sources and one solution for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28: Basic Notions on Population.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27: POLLUTION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Pollution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Preservation of the Natural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 Projects and Environmental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Environmental Degradation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27: Pollution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Pollution, pollutant, air, water, soil and noise pollution.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types; causes and sources of each type; consequences and solutions of each type; adaptation strategies.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types of pollution and propose solutions and adaptation strategies.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26: Problems of Waste Management):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how waste is managed in your quarter and propose three improvements.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waste is burnt or dumped in gutters; provide bins, organise collection with HYSACAM or the council, and sort plastics for recycling.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pollution and give its types.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and sources of each type.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consequences, solutions and adaptation strategies.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Waste pollutes the environment.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Cars produce smoke.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Dirty water causes diseases.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town, factories and old cars release thick smoke, a river is full of waste and loud music disturbs the neighbours every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town suffers from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sources of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Factories and cars.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types of pollution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water and noise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Denounce polluters, plant trees and reduce noise and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protect our health and our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nv_pollu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pollution.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introduction of harmful substances or energy into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AIR POLLUTION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smo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Smog in a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AIR POLLUTION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sources and one consequence of air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AIR POLLUTION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Factories and vehicles; respiratory diseases (also acid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 POLLUTION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5_plast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Plastic in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 POLLUTION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sources and one consequence of water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 POLLUTION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Household waste and chemicals; waterborne diseases.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AND NOISE POLLUTION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pray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Spraying chemicals.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AND NOISE POLLUTION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source each of soil and noise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AND NOISE POLLUTION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Pesticides and plastics pollute soil; traffic and loud music cause noise.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 AND ADAPTATION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pollution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Pollution: causes and solutions.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 AND ADAPTATION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 and one adaptation strategy.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 AND ADAPTATION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Laws and clean technology; wearing masks or boiling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Development Projects and Environmental Management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Environmental Degradation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introduction of harmful substances or energy into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Causes and Sources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types of pollution and their sources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comes from factories, vehicles, burning waste and bush fires.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comes from sewage, household waste, chemicals and oil spills.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Causes and Sources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comes from pesticides, fertilisers, plastics and mining waste.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Noise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comes from traffic, machines, aircraft and loud music.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Causes and Sources</a:t>
            </a:r>
            <a:endParaRPr lang="en-US" sz="3600" dirty="0"/>
          </a:p>
        </p:txBody>
      </p:sp>
      <p:pic>
        <p:nvPicPr>
          <p:cNvPr id="4" name="Image 0" descr="/home/claude/f4/img/v2/env_pollu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pollution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Consequences and Solutions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Pollution has the following consequences, solutions and adaptation strategies: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Consequences: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causes diseases, acid rain, death of plants and animals, and stress.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Laws, clean technology, waste treatment and tree planting reduce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Consequences and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Adaptation strategies: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wear masks, boil or filter water and plant trees around homes.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introduction of harmful substances or energy into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source and one solution for air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Vehicles; clean technology (also tree planting).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Loud sounds cause ______ pollution.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Oil spills cause ______ pollution.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made acid by gases is acid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two types of pollution in your town, their sources and one solution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28: Basic Notions on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Pollutant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polluant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Smoke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fumée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Noise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bruit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Sewage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eaux usées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Acid 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pluie acide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Development Projects and Environmental Management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27: Pollution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pollution and give its types. Explain the causes and sources of each type. Explain the consequences, solutions and adaptation strategies.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types of pollution and propose solutions and adaptation strategies.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Causes and Sources; Consequences and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two types of pollution in your town, their sources and one solution for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types.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 Preservation of the Natural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“Beijing smog” by kevin dooley, CC BY 2.0, via Flickr (https://www.flickr.com/photos/12836528@N00/386198516)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“Thank God men cannot fly, and lay waste the sky as well as the earth. ” by katerha, CC BY 2.0, via Flickr (https://www.flickr.com/photos/8489692@N03/5107788414)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“k4817-4” by USDAgov, CC BY 2.0, via Flickr (https://www.flickr.com/photos/41284017@N08/8497812386)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2026-09-29T03:12:01Z</dcterms:created>
  <dcterms:modified xsi:type="dcterms:W3CDTF">2026-09-29T03:12:01Z</dcterms:modified>
</cp:coreProperties>
</file>