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Environmental Degradation. The key notions we shall use today are: pollution, pollutant, air, water, soil and noise pollution. At the end, you should be able to do this: learners are able to explain the types of pollution and propose solutions and adaptation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Problems of Waste Management. The question was: Describe how waste is managed in your quarter and propose three improvements.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waste is burnt or dumped in gutters; provide bins, organise collection with HYSACAM or the council, and sort plastics for recycling.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pollution and give its types. Number 2: explain the causes and sources of each type. Number 3: explain the consequences, solutions and adaptation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Waste pollutes the environment. Cars produce smoke.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town, factories and old cars release thick smoke, a river is full of waste and loud music disturbs the neighbours every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town suffers from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sources of pollution.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Factories and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types of pollution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water and noise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polluters, plant trees and reduce noise and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our health and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introduction of harmful substances or energy into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smog in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sources and one consequence of air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and vehicles; respiratory diseases (also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plastic 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sources and one consequence of water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Household waste and chemicals; waterborne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spraying chemicals.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source each of soil and noise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Pesticides and plastics pollute soil; traffic and loud music cause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pollution: causes and solutions.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and one adaptation strategy.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Laws and clean technology; wearing masks or boiling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Causes and Sources. The types of pollution and their sources are the following. On this slide we have Air pollution and Water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Causes and Sources. On this slide we have Soil pollution and Noise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and Solutions. Pollution has the following consequences and solutions. On this slide we have Consequences and Solutions.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On this slide we have Adaptation strategies.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introduction of harmful substances or energy into the environment.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source and one solution for air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vehicles; clean technology (also tree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noise; number 2, water; number 3,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two types of pollution in your town, their sources and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Basic Notions on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POLLUTION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Pollution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Pollution, pollutant, air, water, soil and noise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causes and sources of each type; consequences and solutions of each type; adaptation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types of pollution and propose solutions and adaptation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Problems of Waste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waste is managed in your quarter and propose three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waste is burnt or dumped in gutters; provide bins, organise collection with HYSACAM or the council, and sort plastics for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pollution and give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sources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solutions and adaptation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Waste pollutes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Cars produce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town, factories and old cars release thick smoke, a river is full of waste and loud music disturbs the neighbours every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suffers from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types of pollution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noise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polluters, plant trees and reduce noise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our health and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introduction of harmful substances or energy into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Smog in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and one consequence of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vehicles; respiratory diseases (also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plast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Plastic 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and one consequence of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Household waste and chemicals; waterborne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AND NOISE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chemicals.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AND NOISE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source each of soil and noise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AND NOISE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Pesticides and plastics pollute soil; traffic and loud music cause noise.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 AND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Pollution: causes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 AND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and one adaptation strategy.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 AND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and clean technology; wearing masks or boiling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introduction of harmful substances or energy into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Causes and 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pollution and their sources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factories, vehicles, burning waste and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sewage, household waste, chemicals and oil spills.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Causes and 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pesticides, fertilisers, plastics and mining waste.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Noise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traffic, machines, aircraft and loud music.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Causes and Sources</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has the following consequences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diseases, acid rain, death of plants and animals, and stress.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clean technology, waste treatment and tree planting reduce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strategies: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wear masks, boil or filter water and plant trees around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introduction of harmful substances or energy into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source and one solution for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clean technology (also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Loud sounds cause ______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spills cause ______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made acid by gases is acid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types of pollution in your town, their sources and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Basic Notions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polluant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Sewage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eaux usées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acide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pollution and give its types. Explain the causes and sources of each type. Explain the consequences, solutions and adaptation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types of pollution and propose solutions and adaptation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Causes and Sources; Consequences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two types of pollution in your town, their sources and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“Thank God men cannot fly, and lay waste the sky as well as the earth. ” by katerha, CC BY 2.0, via Flickr (https://www.flickr.com/photos/8489692@N03/5107788414)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2026-09-27T14:32:59Z</dcterms:created>
  <dcterms:modified xsi:type="dcterms:W3CDTF">2026-09-27T14:32:59Z</dcterms:modified>
</cp:coreProperties>
</file>