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pollution, pollutant, air, water, soil and noise pollution. At the end, you should be able to do this: learners are able to explain the types of pollution and propose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Problems of Waste Management. The question was: Describe how waste is managed in your quarter and propose three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waste is burnt or dumped in gutters; provide bins, organise collection with HYSACAM or the council, and sort plastics for recycling.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pollution and give its types. Number 2: explain the causes and sources of each type. Number 3: explain the consequences, solutions and adaptation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Waste pollutes the environment. Cars produce smoke.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town, factories and old cars release thick smoke, a river is full of waste and loud music disturbs the neighbours every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town suffers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sources of pollution.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Factories and 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types of pollution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noise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polluters, plant trees and reduce noise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health and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pollution.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introduction of harmful substances or energy into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smog in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sources and one consequence of air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and vehicles; respiratory diseases (also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plastic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sources and one consequence of water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Household waste and chemicals; waterborne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source each of soil and noise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Pesticides and plastics pollute soil; traffic and loud music cause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pollution: causes and solutions.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and one adaptation strategy.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Laws and clean technology; wearing masks or boiling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Causes and Sources. The types of pollution and their sources are the following. On this slide we have Air pollution and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Causes and Sources. On this slide we have Soil pollution and Noise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Pollution has the following consequences. On this slide we have Diseases and Acid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Death of plants and animals and Stress.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Adaptation. Pollution is reduced and people adapt by the following measures. On this slide we have Laws, Clean technology and waste treatment and Tree planting.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Adaptation.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introduction of harmful substances or energy into the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source and one solution for air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vehicles; clean technology (also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noise; number 2, water; number 3,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two types of pollution in your town, their sources and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Basic Notions on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POLLUTION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Pollution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Pollution, pollutant, air, water, soil and noise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causes and sources of each type; consequences and solutions of each type;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Problems of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waste is burnt or dumped in gutters; provide bins, organise collection with HYSACAM or the council, and sort plastics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pollution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sources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solutions and adaptation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 produce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town, factories and old cars release thick smoke, a river is full of waste and loud music disturbs the neighbours every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suffers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cars.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types of pollution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polluters, plant trees and reduce noise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health and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in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and vehicles; respiratory diseases (also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sources and one consequence of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Household waste and chemicals; waterborne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each of soil and noise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AND NOISE POLLUTION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Pesticides and plastics pollute soil; traffic and loud music cause noise.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lution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Pollution: causes and solutions.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and one adaptation strategy.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 AND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and clean technology; wearing masks or boiling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pollution and their sources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factories, vehicles, burning waste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sewage, household waste, chemicals and oil spills.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pesticides, fertilisers, plastics and mining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Noise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traffic, machines, aircraft and loud music.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Causes and Sources</a:t>
            </a:r>
            <a:endParaRPr lang="en-US" sz="3600" dirty="0"/>
          </a:p>
        </p:txBody>
      </p:sp>
      <p:pic>
        <p:nvPicPr>
          <p:cNvPr id="4" name="Image 0" descr="/home/claude/f4/img/v2/env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pollution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air and water make people ill.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plants, soils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Consequences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Polluted water kills fish.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Noise disturbs sleep and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Solutions and Adaptation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Pollution is reduced and people adapt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Polluters are punished.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technology and waste treatment: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filter smoke and treat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clean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Solutions and Adaptation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masks and boil or filter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introduction of harmful substances or energy into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source and one solution for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clean technology (also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Loud sounds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spills cause ______ pollution.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gases is acid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types of pollution in your town, their sources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Basic Notions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Sewage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eaux usées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Pollution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pollution and give its types. Explain the causes and sources of each type. Explain the consequences,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types of pollution and propose solutions and adaptation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Causes and Sources; Consequences; Solutions and Adaptation.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two types of pollution in your town, their sources and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2026-10-02T05:13:43Z</dcterms:created>
  <dcterms:modified xsi:type="dcterms:W3CDTF">2026-10-02T05:13:43Z</dcterms:modified>
</cp:coreProperties>
</file>