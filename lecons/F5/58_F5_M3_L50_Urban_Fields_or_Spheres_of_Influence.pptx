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50: Urban Fields or Spheres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urban field, sphere of influence, hinterland. At the end, you should be able to do this: learners are able to explain urban fields and the relationships between towns and their surroundings.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49: Functions of Urban Settlements. The question was: List the functions of Garoua and give evidence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Administrative (regional capital), commercial (markets, trade with Nigeria and Chad), industrial (CICAM, SODECOTON), transport (river port, airport), educational (schools).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field. Number 2: explain the functional relationships within urban fields. Number 3: show how urban fields are delimited.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Villagers go to town to buy and sell. Towns have hospitals and schools. Towns need food from villages.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week, villagers bring maize and onions to the Garoua market and buy clothes, medicines and phones. Some patients come from far away to the regional hospital.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influence the surrounding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villagers bring to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they get from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Goods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and support local markets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links between towns and their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urban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area around a town that it serves and influences.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town give to its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Goods, services, jobs, news and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the field give to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raw materials, workers and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sphere of influence from a survey.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we find the limit of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mapping where customers, bus passengers or newspaper readers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field larger for a hospital than a bakery?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hospital is a high-order service with a large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field.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Functional Relationships within Urban Fields. A town and its field are linked as follows. On this slide we have From town to field and From field to town.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Functional Relationships within Urban Fields. On this slide we have Transport links.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Delimitation of Urban Fields. Urban fields are delimited as follows. On this slide we have Surveys and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Delimitation of Urban Fields. On this slide we have Size.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area around a town that it serves.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things a town gives to its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goods and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field; number 2, food;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ten people at your market where they come from and draw the sphere of influence.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51: Settlement Size-Functional Relationship.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50: URBAN FIELDS OR SPHERES OF INFLUENCE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Fields or Spheres of Influence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50: Urban Fields or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 sphere of influence, hinterland.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functional relationships within urban fields.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 fields and the relationships between towns and their surroundings.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49: Functions of Urban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functions of Garoua and give evidence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(regional capital), commercial (markets, trade with Nigeria and Chad), industrial (CICAM, SODECOTON), transport (river port, airport), educational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functional relationships within urban fields.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Show how urban fields are delimited.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Villagers go to town to buy and sell.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hospitals and schools.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need food from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week, villagers bring maize and onions to the Garoua market and buy clothes, medicines and phones. Some patients come from far away to the regional hospital.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influence the surrounding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villagers bring to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they get from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and support local markets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links between towns and their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around a town that it serves and influences.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TOWN TO COUNTRY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TOWN TO COUNTRY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town give to its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TOWN TO COUNTRY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services, jobs, news and administration.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COUNTRY TO TOWN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COUNTRY TO TOWN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field give to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RELATIONSHIPS: COUNTRY TO TOWN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raw materials, workers and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DELIMITATION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Sphere of influence from a survey.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DELIMITATION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find the limit of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DELIMITATION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mapping where customers, bus passengers or newspaper readers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RANGE AND THRESHOLD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field larger for a hospital than a bakery?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hospital is a high-order service with a large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50: Urban Fields or Spheres of Influence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field: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around a town that it serves and influences.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Functional Relationships within Urban Fields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town and its field are linked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From town to field: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supplies goods, services, jobs and administration.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From field to 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field supplies food, raw materials, workers and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Functional Relationships within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links: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and buses make these exchanges possible.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Functional Relationships within Urban Fields</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Delimitation of Urban Fields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fields are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map where customers, patients and students come from.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 routes, newspaper sales and school catchments show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Delimitation of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Fields are larger for high-order services such as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around a town that it serves.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things a town gives to its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town is its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field supplies ______ to the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hospital has a large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ten people at your market where they come from and draw the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51: Settlement Size-Functional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d'influence urbaine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L'enquête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50: Urban Fields or Spheres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field. Explain the functional relationships within urban fields. Show how urban fields are delimited.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 fields and the relationships between towns and their surroundings.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Functional Relationships within Urban Fields; Delimitation of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ten people at your market where they come from and draw the sphere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2026-10-02T05:13:48Z</dcterms:created>
  <dcterms:modified xsi:type="dcterms:W3CDTF">2026-10-02T05:13:48Z</dcterms:modified>
</cp:coreProperties>
</file>