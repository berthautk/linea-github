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The Demographic Transition Model (DTM).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Time (Population Growth). The key notions we shall use today are: demographic transition, stages, birth rate, death rate. At the end, you should be able to do this: learners are able to draw and explain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Population Growth. The question was: A town of 50,000 people has 1,900 births and 450 deaths in a year. Calculate the birth rate, death rate and natural increase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BR = 1,900 ÷ 50,000 × 1,000 = 38‰; DR = 9‰; NIR = (38 − 9) ÷ 10 = 2.9 %.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demographic transition model. Number 2: draw the DTM with its stages. Number 3: give the characteristics of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 and death rates change over time. Death rates fell with medicine. Europe now has low birth rates.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Britain, birth and death rates were high in 1700 and are low today. Cameroon is now between these two situations.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how birth and death rates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were the rates in Britain in 1700?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they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education and health, which lower birth and death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stages of population change of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demographic transition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model showing how birth and death rates change as a country develops.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stages 1 and 2.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stages 1 and 2.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1: high birth and death rates; stage 2: death rate falls and population grows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stages 3 and 4.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stages 3 and 4.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3: birth rate falls; stage 4: both rates are low and growth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an ageing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stage 5.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birth rate falls below the death rate and the population declines.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countries in the DTM.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Place Cameroon, Brazil and Japan in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Cameroon: stage 2–3; Brazil: stage 3–4; Japan: stage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transition model.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of the DTM. The DTM has the following stages. On this slide we have Stage 1 (high stationary) and Stage 2 (early expanding).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the DTM. On this slide we have Stage 3 (late expanding), Stage 4 (low stationary) and Stage 5 (declining).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demographic transition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Countries. Countries are at different stages. On this slide we have Stages 2 and 3, Stage 4 and Stage 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DTM?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model of changing birth and death rates with development.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Describe stage 2.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death rate falls and the population grows rapidly.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2 (two); number 3, 5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DTM and place Cameroon on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35: Rapid Population Growth in Least Industrialised Countries.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34: THE DEMOGRAPHIC TRANSITION MODEL (DTM)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Demographic Transition Model (DTM)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The Demographic Transition Model (DTM)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transition, stages, birth rate, death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stages (diagram); main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explain the demographic transition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people has 1,900 births and 450 deaths in a year. Calculate the birth rate, death rate and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 = 1,900 ÷ 50,000 × 1,000 = 38‰; DR = 9‰; NIR = (38 − 9) ÷ 10 = 2.9 %.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demographic transition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DTM with its stages.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 and death rates change over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with medicine.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Europe now has low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Britain, birth and death rates were high in 1700 and are low today. Cameroon is now between these two situations.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how birth and death rates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were the rates in Britain in 1700?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they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education and health, which lower birth and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stages of population change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model showing how birth and death rates change as a country develops.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1 and 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stages 1 and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1: high birth and death rates; stage 2: death rate falls and population grows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3 and 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stages 3 and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3: birth rate falls; stage 4: both rates are low and growth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 5</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ageing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 5</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 5</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falls below the death rate and the population declines.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tm_countr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Countries in the DTM.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 Cameroon, Brazil and Japan in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stage 2–3; Brazil: stage 3–4; Japan: stage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Change in Time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The Demographic Transition Model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transition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showing how birth and death rates change as a country develops.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the DTM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DTM has the following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1 (high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high and growth is slow.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2 (early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falls fast and the population grows rapidly.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the DTM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3 (late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falls and growth slows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4 (low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low and growth is slow.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5 (declining):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falls below the death rate and the population declines.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the DTM</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Countries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Countries are at different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Stages 2 and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LICs such as Cameroon and Niger are 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and France are 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and Germany are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model of changing birth and death rates with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falls and the population grows rapidly.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stage 1, birth and death rates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Rapid growth happens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in stage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DTM and place Cameroon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Rapid Population Growth in Least Industrialised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déclin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The Demographic Transition Model (DTM)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demographic transition model. Draw the DTM with its stages. Give the characteristics of each stage.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explain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Stages of the DTM; Examples of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DTM and place Cameroon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2026-09-27T14:33:01Z</dcterms:created>
  <dcterms:modified xsi:type="dcterms:W3CDTF">2026-09-27T14:33:01Z</dcterms:modified>
</cp:coreProperties>
</file>