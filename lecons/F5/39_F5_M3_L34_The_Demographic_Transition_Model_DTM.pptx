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34: The Demographic Transition Model (DTM).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Change in Time (Population Growth). The key notions we shall use today are: demographic transition, stages, birth rate, death rate. At the end, you should be able to do this: learners are able to draw and explain the demographic transition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33: Population Growth. The question was: A town of 50,000 people has 1,900 births and 450 deaths in a year. Calculate the birth rate, death rate and natural increase rate.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BR = 1,900 ÷ 50,000 × 1,000 = 38‰; DR = 9‰; NIR = (38 − 9) ÷ 10 = 2.9 %.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demographic transition model. Number 2: draw the DTM with its stages. Number 3: give the characteristics of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Birth and death rates change over time. Death rates fell with medicine. Europe now has low birth rates.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Britain, birth and death rates were high in 1700 and are low today. Cameroon is now between these two situations.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explain how birth and death rates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were the rates in Britain in 1700?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are they today?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education and health, which lower birth and death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stages of population change of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demographic transition model.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DTM?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model showing how birth and death rates change as a country develops.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stages 1 and 2.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stages 1 and 2.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Stage 1: high birth and death rates; stage 2: death rate falls and population grows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stages 3 and 4.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stages 3 and 4.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Stage 3: birth rate falls; stage 4: both rates are low and growth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an ageing country.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stage 5.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birth rate falls below the death rate and the population declines.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countries in the DTM.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Place Cameroon, Brazil and Japan in the DTM.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Cameroon: stage 2–3; Brazil: stage 3–4; Japan: stage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Demographic transition model.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Stages of the DTM. The DTM has the following stages. On this slide we have Stage 1 (high stationary) and Stage 2 (early expanding).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Stages of the DTM. On this slide we have Stage 3 (late expanding), Stage 4 (low stationary) and Stage 5 (declining).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demographic transition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Countries. Countries are at different stages. On this slide we have Stages 2 and 3, Stage 4 and Stage 5.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DTM?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model of changing birth and death rates with development.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Describe stage 2.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death rate falls and the population grows rapidly.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high; number 2, 2 (two); number 3, 5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DTM and place Cameroon on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35: Rapid Population Growth in Least Industrialised Countries.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34: THE DEMOGRAPHIC TRANSITION MODEL (DTM)</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Demographic Transition Model (DTM)</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in Time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34: The Demographic Transition Model (DTM)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Demographic transition, stages, birth rate, death rate.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stages (diagram); main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draw and explain the demographic transition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33: Population Growth):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of 50,000 people has 1,900 births and 450 deaths in a year. Calculate the birth rate, death rate and natural increase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 = 1,900 ÷ 50,000 × 1,000 = 38‰; DR = 9‰; NIR = (38 − 9) ÷ 10 = 2.9 %.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demographic transition model.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the DTM with its stages.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characteristics of each stage.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Birth and death rates change over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Death rates fell with medicine.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Europe now has low birth 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Britain, birth and death rates were high in 1700 and are low today. Cameroon is now between these two situations.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explain how birth and death rates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were the rates in Britain in 1700?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they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education and health, which lower birth and death 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stages of population change of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tm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demographic transition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DTM?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model showing how birth and death rates change as a country develops.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1 AND 2</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tm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Stages 1 and 2.</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1 AND 2</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stages 1 and 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1 AND 2</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Stage 1: high birth and death rates; stage 2: death rate falls and population grows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3 AND 4</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tm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Stages 3 and 4.</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3 AND 4</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stages 3 and 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3 AND 4</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Stage 3: birth rate falls; stage 4: both rates are low and growth is slow.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 5</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pyramid_japa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ageing country.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 5</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stage 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 5</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birth rate falls below the death rate and the population declines.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dtm_countri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Countries in the DTM.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 Cameroon, Brazil and Japan in the DTM.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stage 2–3; Brazil: stage 3–4; Japan: stage 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Change in Time (Population Growth)</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34: The Demographic Transition Model (DTM)</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Demographic transition model: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model showing how birth and death rates change as a country develops.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Stages of the DTM</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DTM has the following stages: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1 (high stationary):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Birth and death rates are high and growth is slow.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2 (early expanding):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death rate falls fast and the population grows rapidly.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Stages of the DTM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3 (late expanding):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birth rate falls and growth slows down.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4 (low stationary):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Birth and death rates are low and growth is slow.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5 (declining):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birth rate falls below the death rate and the population declines.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Stages of the DTM</a:t>
            </a:r>
            <a:endParaRPr lang="en-US" sz="3600" dirty="0"/>
          </a:p>
        </p:txBody>
      </p:sp>
      <p:pic>
        <p:nvPicPr>
          <p:cNvPr id="4" name="Image 0" descr="/home/claude/f4/img/v2/dtm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demographic transition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Countries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Countries are at different stages: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Stages 2 and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LICs such as Cameroon and Niger are 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4: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USA and France are 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5: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Japan and Germany are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DTM?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model of changing birth and death rates with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stage 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death rate falls and the population grows rapidly.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stage 1, birth and death rates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Rapid growth happens in stage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Japan is in stage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DTM and place Cameroon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35: Rapid Population Growth in Least Industrialised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transition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stade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Model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modèle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déclin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Development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développement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34: The Demographic Transition Model (DTM)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demographic transition model. Draw the DTM with its stages. Give the characteristics of each stage.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draw and explain the demographic transition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Stages of the DTM; Examples of Countries.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DTM and place Cameroon on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2026-09-29T03:12:03Z</dcterms:created>
  <dcterms:modified xsi:type="dcterms:W3CDTF">2026-09-29T03:12:03Z</dcterms:modified>
</cp:coreProperties>
</file>