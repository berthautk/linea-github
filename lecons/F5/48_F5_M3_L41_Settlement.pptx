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41: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Rural Settlements, their Morphology and Implications on the Environment. The key notions we shall use today are: settlement, rural settlement, urban settlement. At the end, you should be able to do this: learners are able to define settlement and distinguish rural and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Calculation of the Determinants of Population Growth (Indices). The question was: A town of 400,000 people has 14,000 births, 3,600 deaths, 5,000 immigrants and 1,000 emigrants in a year. Calculate all the indices.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BR = 35‰; DR = 9‰; NIR = 2.6 %; growth rate = (14,000 − 3,600 + 4,000) ÷ 400,000 × 100 = 3.6 %.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settlement. Number 2: classify settlements into rural and urban. Number 3: give the differences between rural and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live in villages and towns. Villagers are mostly farmers. Towns have many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pupil from a village visits his uncle in Garoua. He notices tall buildings, many shops and traffic, unlike the farms and scattered houses of his village.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distinguish villages and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pupil see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Buildings, shops and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his village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Farms and scattered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your settlement clean and well organised.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the study of places where people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place where people live and carry out their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two main types of settlements.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 settlements and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examples of each type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 villages of the North; urban: Douala and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rural and urban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differences in activities and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 farming and small population; urban: industry and services with a large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rural chiefdom.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difference in way of life.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 life is traditional with close ties; urban life is modern and individual.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Settlements. Settlements are classified into two types. On this slide we have Rural settlements and Urban settlements.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hierarchy.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Differences between Rural and Urban Settlements. Rural and urban settlements differ as follows. On this slide we have 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Differences between Rural and Urban Settlements. On this slide we have Activities and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Differences between Rural and Urban Settlements. On this slide we have Way of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rural and urban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settlement.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place where people live and carry out their activities.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differences between rural and urban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size of population and main activities.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rural; number 2, urban; number 3, farmers.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your village or quarter with a big town in five points.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42: Location of Settlements.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41: SETTLEMENT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Settlements, their Morphology and Implications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41: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rural settlement, urban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into types (rural and urban); differences between rural and urban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settlement and distinguish rural and urban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Calculation of the Determinants of Population Growth (Indices)):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400,000 people has 14,000 births, 3,600 deaths, 5,000 immigrants and 1,000 emigrants in a year. Calculate all the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 = 35‰; DR = 9‰; NIR = 2.6 %; growth rate = (14,000 − 3,600 + 4,000) ÷ 400,000 × 100 = 3.6 %.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settlements into rural and urban.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differences between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live in villages and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Villagers are mostly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many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pupil from a village visits his uncle in Garoua. He notices tall buildings, many shops and traffic, unlike the farms and scattered houses of his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distinguish villages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pupil see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shops and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his village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Farms and scattered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your settlement clean and well organised.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the study of places where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place where people live and carry out their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types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settlements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kyl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each type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villages of the North; urban: Douala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DIFFERENCES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ural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Rural and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differences in activities and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farming and small population; urban: industry and services with a large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DIFFERENCES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rural chiefdom.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difference in way of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life is traditional with close ties; urban life is modern and individual.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Rural Settlements, their Morphology and Implications on the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41: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place where people live and carry out their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Settlements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are classified into two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isolated houses, hamlets and villages whose people mostly farm.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towns and cities whose people work in industry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Settlements</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Rural and Urban Settlements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and urban settlements differ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settlements are small and sparse, while urban ones are large and dense.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Rural and Urban Settlements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people farm, fish and herd, while urban people work in industry and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areas have few services, while towns have hospitals, banks and universities.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Rural and Urban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Way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life is traditional, while urban life is modern and individual.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Differences between Rural and Urban Settlements</a:t>
            </a:r>
            <a:endParaRPr lang="en-US" sz="3600" dirty="0"/>
          </a:p>
        </p:txBody>
      </p:sp>
      <p:pic>
        <p:nvPicPr>
          <p:cNvPr id="4" name="Image 0" descr="/home/claude/f4/img/v2/rural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rural and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place where people live and carry out their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differences between rural and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of population and main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village is a ______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is an ______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rural people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village or quarter with a big town in five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42: Location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Settlement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 / l'établissement humain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Way of 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41: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settlement. Classify settlements into rural and urban. Give the differences between rural and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settlement and distinguish rural and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Settlements; Differences between Rural and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your village or quarter with a big town in five points.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your settlement.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classify.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City Skyline Skyscraper” by unknown, CC0 1.0, via rawpixel (https://www.rawpixel.com/image/5967710/aerial-view-city-skyline-skyscraper)</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2026-09-27T14:33:02Z</dcterms:created>
  <dcterms:modified xsi:type="dcterms:W3CDTF">2026-09-27T14:33:02Z</dcterms:modified>
</cp:coreProperties>
</file>