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settlement, rural settlement, urban settlement. At the end, you should be able to do this: learners are able to define settlement and distinguish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Calculation of the Determinants of Population Growth (Indices). The question was: A town of 400,000 people has 14,000 births, 3,600 deaths, 5,000 immigrants and 1,000 emigrants in a year. Calculate all the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35‰; DR = 9‰; NIR = 2.6 %; growth rate = (14,000 − 3,600 + 4,000) ÷ 400,000 × 100 = 3.6 %.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settlement. Number 2: classify settlements into rural and urban. Number 3: give the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live in villages and towns. Villagers are mostly farmers.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from a village visits his uncle in Garoua. He notices tall buildings, many shops and traffic, unlike the farms and scattered houses of his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distinguish villages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pupil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shops and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his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and scattered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settlement clean and well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places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and carry out their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types of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settlements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examples of each type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villages of the North; urban: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differences in activities and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farming and small population; urban: industry and services with a large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difference in way of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life is traditional with close ties; urban life is modern and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Settlements. Settlements are classified into two types. On this slide we have Rural settlements and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Rural and Urban Settlements. Rural and urban settlements differ as follows. On this slide we have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Activities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Way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settlement.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place where people live and carry out their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of population and main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rural; number 2, urban; number 3,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or quarter with a big town in five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Location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41: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rural settlement,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 (rural and urban);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Calculation of the Determinants of Population Growth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35‰; DR = 9‰; NIR = 2.6 %; growth rate = (14,000 − 3,600 + 4,000) ÷ 400,000 × 100 = 3.6 %.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settlements into rural and urban.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from a village visits his uncle in Garoua. He notices tall buildings, many shops and traffic, unlike the farms and scattered houses of 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distinguish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pupil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shops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and scattered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settlement clean and well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places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types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each type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villages of the North; urban: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in activities and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farming and small population; urban: industry and services with a large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in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with close ties;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Settlement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houses, hamlets and villages whose people mostly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towns and cities whose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and urban settlements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small and sparse, while urban ones are large and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farm, fish and herd, while urban people work in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areas have few services, while towns have hospitals, banks and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while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population and main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village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is an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rural people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 Classify settlements into rural and urban. Give the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Settlements;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or quarter with a big town in five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settlement.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