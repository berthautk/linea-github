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Manufacturing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Manufacturing as an Economic Activity of the Secondary Sector. The key notions we shall use today are: manufacturing, light industries, heavy industries, industrial region. At the end, you should be able to do this: learners are able to classify industries and locate the main industrial regions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manufacturing. Number 2: classify manufacturing industries. Number 3: locate the main industrial regions of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secondary sector transforms raw materials. Cameroon exports raw materials. NICs and AICs have many industries.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exports raw cocoa and imports chocolate made in Europe at a much higher price. The Minister of Industry says that Cameroon must transform its raw materials into finished goods.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 exports raw materials and imports finished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transforming raw materials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Manufacturing.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it important?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adds value and creates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buy goods made in Cameroon to support local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industries and their role in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textile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manufacturing?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transformation of raw materials into finished goods, usually in factories.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steel 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heavy and light industries.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Heavy industries use bulky raw materials and make large goods (steel, ships); light industries make small consumer goods (clothes,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bottling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other ways of classifying industries.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raw material (agro-industries, mineral industries) and by market (consumer or capital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industrial regions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three major industrial regions of the world.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North-East USA, Western Europe (Ruhr, Midlands) and East Asia (Japan, China, South Korea).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car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industry weak in most of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Lack of capital, technology, energy and skilled labour, and small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Manufacturing.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of Manufacturing Industries. Industries are classified as follows. On this slide we have Heavy industries and Light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of Manufacturing Industries. On this slide we have By raw material.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economic activities.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Global Distribution of Industries. The main industrial regions of the world are the following. On this slide we have North America and Europe.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Global Distribution of Industries. On this slide we have East Asia and Africa.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industrial regions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heavy and light industries.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heavy: bulky raw materials, large goods. Light: small consumer goods.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two industrial regions of the world.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Ruhr and North-East USA.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manufacturing; number 2, light; number 3, Germany.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five manufactured goods made in Cameroon and the factory that makes them.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The Agglomeration of Industries.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 MANUFACTURING INDUSTRIES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Manufacturing Industries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Manufacturing as an Economic Activity of the Secondary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Manufacturing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Manufacturing, light industries, heavy industries, industrial region.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classification of manufacturing industries; global distribution of industries (mapping of industrial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industries and locate the main industrial regions of the world.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manufacturing.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manufacturing industries.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main industrial regions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secondary sector transforms raw materials.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exports raw materials.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NICs and AICs have many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exports raw cocoa and imports chocolate made in Europe at a much higher price. The Minister of Industry says that Cameroon must transform its raw materials into finished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exports raw materials and imports finished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transforming raw materials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it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adds value and creates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Buy goods made in Cameroon to support local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industries and their role in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textile_facto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textile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transformation of raw materials into finished goods, usually in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tee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steel 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heavy and light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industries use bulky raw materials and make large goods (steel, ships); light industries make small consumer goods (clothes,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bottling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other ways of classifying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raw material (agro-industries, mineral industries) and by market (consumer or capital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GLOBAL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industry_worl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Industrial regions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GLOBAL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major industrial regions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GLOBAL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North-East USA, Western Europe (Ruhr, Midlands) and East Asia (Japan, China, South Korea).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GLOBAL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car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GLOBAL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industry weak in most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GLOBAL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technology, energy and skilled labour, and small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Manufacturing as an Economic Activity of the Secondary Sector</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 Manufacturing Industries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Manufacturing: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transformation of raw materials into finished or semi-finished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Manufacturing Industries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Industries are classified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Heavy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use bulky raw materials and make large goods such as steel, ships and machines.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Light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small consumer goods such as clothes, food, drinks and electronics.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Manufacturing Industries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raw material: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Agro-industries process farm products and mineral industries process ores.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of Manufacturing Industries</a:t>
            </a:r>
            <a:endParaRPr lang="en-US" sz="3600" dirty="0"/>
          </a:p>
        </p:txBody>
      </p:sp>
      <p:pic>
        <p:nvPicPr>
          <p:cNvPr id="4" name="Image 0" descr="/home/claude/f4/img/v2/industry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economic activities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Distribution of Industries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industrial regions of the world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North America: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North-East USA and the Great Lakes region.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Europe: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Ruhr, the English Midlands, northern Italy and Paris.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Distribution of Industries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East Asia: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Japan, China, South Korea and Taiwan.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Africa: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Industry is small, mainly in South Africa, Egypt and Nigeria.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Global Distribution of Industries</a:t>
            </a:r>
            <a:endParaRPr lang="en-US" sz="3600" dirty="0"/>
          </a:p>
        </p:txBody>
      </p:sp>
      <p:pic>
        <p:nvPicPr>
          <p:cNvPr id="4" name="Image 0" descr="/home/claude/f4/img/v2/industry_worl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industrial regions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heavy and light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bulky raw materials, large goods. Light: small consumer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industrial regions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Ruhr and North-East USA.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Transforming raw materials into goods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Making clothes is a ______ industry.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Ruhr is in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manufactured goods made in Cameroon and the factory that makes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The Agglomeration of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Manufacturing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L'industrie manufacturière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Heavy industry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L'industrie lourde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Light industry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L'industrie légère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Raw material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matière première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Goods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biens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Manufacturing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manufacturing. Classify manufacturing industries. Locate the main industrial regions of the world.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industries and locate the main industrial regions of the world.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Classification of Manufacturing Industries; Global 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five manufactured goods made in Cameroon and the factory that makes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goods made in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classify local factories.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“Lowell Massachusetts - Boott Cotton Mills Museum Weave Room” by Onasill ~ Bill- 81M views, CC BY-NC-SA 2.0, via Flickr (https://www.flickr.com/photos/7156765@N05/43677799854)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“Belval steel works, Luxembourg, May 1995” by sludgegulper, CC BY-SA 2.0, via Flickr (https://www.flickr.com/photos/28179929@N08/4991135732)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“Interior of Winston-Salem Chero-Cola Bottling Company, Winston-Salem, ” by unclibraries_commons, Public domain 1.0, via Flickr (https://www.flickr.com/photos/122654055@N06/22680169228)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2026-10-02T05:13:35Z</dcterms:created>
  <dcterms:modified xsi:type="dcterms:W3CDTF">2026-10-02T05:13:35Z</dcterms:modified>
</cp:coreProperties>
</file>