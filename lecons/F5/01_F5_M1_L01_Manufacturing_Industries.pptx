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Manufacturing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manufacturing, light industries, heavy industries, industrial region. At the end, you should be able to do this: learners are able to classify industries and locate the main industrial regions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manufacturing. Number 2: classify manufacturing industries. Number 3: locate the main industrial regions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secondary sector transforms raw materials. Cameroon exports raw materials. NICs and AICs have many industries.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exports raw cocoa and imports chocolate made in Europe at a much higher price. The Minister of Industry says that Cameroon must transform its raw materials into finished goods.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exports raw materials and imports finished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transforming raw materials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Manufacturing.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important?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adds value and creates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goods made in Cameroon to support local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industries and their role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manufacturing?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transformation of raw materials into finished goods, usually in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heavy and light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industries use bulky raw materials and make large goods (steel, ships); light industries make small consumer goods (clothes,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bottling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other ways of classifying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raw material (agro-industries, mineral industries) and by market (consumer or capital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industrial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major industrial regions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North-East USA, Western Europe (Ruhr, Midlands) and East Asia (Japan, China, South Korea).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car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industry weak in most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technology, energy and skilled labour, and small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Manufacturing.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Manufacturing Industries. Industries are classified as follows. On this slide we have Heavy industries and Light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Manufacturing Industries. On this slide we have By raw material.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economic activities.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Global Distribution of Industries. The main industrial regions of the world are the following. On this slide we have North America and Europe.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Global Distribution of Industries. On this slide we have East Asia and Africa.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heavy and light industries.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bulky raw materials, large goods. Light: small consumer goods.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industrial regions of the world.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Ruhr and North-East USA.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manufacturing; number 2, light; number 3, Germany.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manufactured goods made in Cameroon and the factory that makes them.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Agglomeration of Industries.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MANUFACTURING INDUSTRIES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Manufacturing Industries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Manufacturing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light industries, heavy industries, industrial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of manufacturing industries; global distribution of industries (mapping of industrial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industries and locate the main industrial regions of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manufacturing.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manufacturing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industrial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secondary sector transforms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NICs and AICs have many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exports raw cocoa and imports chocolate made in Europe at a much higher price. The Minister of Industry says that Cameroon must transform its raw materials into finished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exports raw materials and imports finished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transforming raw materials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adds value and creates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goods made in Cameroon to support local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industries and their role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transformation of raw materials into finished goods, usually in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heavy and light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industries use bulky raw materials and make large goods (steel, ships); light industries make small consumer goods (clothes,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bottling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ways of classifying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raw material (agro-industries, mineral industries) and by market (consumer or capital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major industrial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North-East USA, Western Europe (Ruhr, Midlands) and East Asia (Japan, China, South Korea).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car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industry weak in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energy and skilled labour, and small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Manufacturing Industries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Manufacturing: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transformation of raw materials into finished or semi-finished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Manufacturing Industries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Heavy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bulky raw materials and make large goods such as steel, ships and machines.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small consumer goods such as clothes, food, drinks and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Manufacturing Industries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raw material: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Agro-industries process farm products and mineral industries process 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Manufacturing Industries</a:t>
            </a:r>
            <a:endParaRPr lang="en-US" sz="3600" dirty="0"/>
          </a:p>
        </p:txBody>
      </p:sp>
      <p:pic>
        <p:nvPicPr>
          <p:cNvPr id="4" name="Image 0" descr="/home/claude/f4/img/v2/industr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economic activities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Distribution of Industries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industrial regions of the world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America: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North-East USA and the Great Lakes region.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Europe: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Ruhr, the English Midlands, northern Italy and Paris.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Distribution of Industries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 China, South Korea and Taiwan.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is small, mainly in South Africa, Egypt and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Distribution of Industries</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heavy and light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bulky raw materials, large goods. Light: small consumer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industrial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Ruhr and North-East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Transforming raw materials into goods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clothes is a ______ industry.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Ruhr is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manufactured goods made in Cameroon and the factory that makes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Agglomeration of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Manufacturing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 manufacturière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Heavy 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 lourde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 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 légère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biens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Manufacturing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manufacturing. Classify manufacturing industries. Locate the main industrial regions of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industries and locate the main industrial regions of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Manufacturing Industries; Global 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manufactured goods made in Cameroon and the factory that makes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goods made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classify local factories.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2026-09-29T03:11:53Z</dcterms:created>
  <dcterms:modified xsi:type="dcterms:W3CDTF">2026-09-29T03:11:53Z</dcterms:modified>
</cp:coreProperties>
</file>