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communication, transport, telecommunication, land, air and water transport. At the end, you should be able to do this: learners are able to define communication and classify the modes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Location of Economic Activities and Description of Land Use. The question was: Draw a sketch map of the land uses of a map extract.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framed sketch with a title, key, scale and north arrow showing zones such as plantations, forest reserve, settlements, the factory and the quarry.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communication, transport and telecommunication. Number 2: identify the modes of transport. Number 3: classify the modes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Trade moves goods from producers to consumers. Cameroon has roads, railways, ports and airports. People use phones to send messages.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in Garoua sends onions to Douala by lorry, calls his customer by phone and receives the money by mobile money. His son says all this is communication.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what communication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are the onions moved?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lorry (road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the trader send messages?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telephone (telecommunication).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transport and telecommunication means safely and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people, goods and information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modes of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communication?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goods and information from one place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lorry.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movement of people and goods from one place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using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telecommunication?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sending of information over a distance by telephone, radio, television or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land, water and air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three main modes of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transport, water transport and air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shrinking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has modern communication changed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Places seem closer because travel and messages are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Communication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Telecommunication.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Modes of Transport. The modes of transport are the following. On this slide we have Land transport and Water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Modes of Transport. On this slide we have Air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modes of transport.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Means of Telecommunication. The main means of telecommunication are the following. On this slide we have Telephone and Radio and television.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Means of Telecommunication. On this slide we have Internet.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transport and telecommunication.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transport moves people and goods; telecommunication sends information.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modes of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water and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transport; number 2, telecommunication; number 3,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means of transport and telecommunication used in your family.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Development of Road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COMMUNICATION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Communication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Communication, transport, telecommunication, land, air and water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communication (transport and telecommunication); modes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communication and classify the modes of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Location of Economic Activities and Description of Land Use):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land uses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framed sketch with a title, key, scale and north arrow showing zones such as plantations, forest reserve, settlements, the factory and the quarry.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communication, transport and telecommunication.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modes of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the modes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Trade moves goods from producers to consumers.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roads, railways, ports and airports.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use phones to send messages.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in Garoua sends onions to Douala by lorry, calls his customer by phone and receives the money by mobile money. His son says all this is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what communication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the onions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lorry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trader send messages?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telephone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transport and telecommunication means safely and responsibly.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people, goods and information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Modes of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goods and information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people and goods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TELECOMMUNICATION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using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TELECOMMUNICATION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TELECOMMUNICATION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sending of information over a distance by telephone, radio, television or internet.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water and air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modes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transport, water transport and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hrinking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shrinking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has modern communication changed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MODES OF TRANSPORT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seem closer because travel and messages are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Communication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Communication: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goods and information from one place to another.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and goods from one place to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Telecommunication: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sending of information over a distance by electronic means.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Modes of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modes of transport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roads, railways and pipelines.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sea, river and lake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Modes of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aeroplanes and helicopters for fast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Modes of Transport</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modes of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Means of Telecommunication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means of telecommunication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Telephone: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Fixed and mobile phones carry voice and text messages.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Radio and television: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broadcast information to many people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Means of Telecommunication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links computers and phones all over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transport and telecommunication.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moves people and goods; telecommunication sends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modes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goods and people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Sending information by phone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Pipelines are a form of ______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means of transport and telecommunication used in your family.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Development of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Communication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communication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Telecommunication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télécommunication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Aeroplane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Communication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communication, transport and telecommunication. Identify the modes of transport. Classify the modes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communication and classify the modes of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Modes of Transport; Means of Telecommunication.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means of transport and telecommunication used in your family.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means of communication.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means of transport.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telecommunication means.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classify local means.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“Traveling by truck” by World Bank Photo Collection, CC BY-NC-ND 2.0, via Flickr (https://www.flickr.com/photos/10816734@N03/2628517227)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2026-09-27T14:32:56Z</dcterms:created>
  <dcterms:modified xsi:type="dcterms:W3CDTF">2026-09-27T14:32:56Z</dcterms:modified>
</cp:coreProperties>
</file>