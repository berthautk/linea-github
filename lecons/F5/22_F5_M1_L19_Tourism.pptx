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Tourism. The key notions we shall use today are: tourism, mass tourism, ecotourism, tourist attraction. At the end, you should be able to do this: learners are able to explain tourism, its types, factors and destinations.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Trade Blocs. The question was: Draw a sketch map of the CEMAC member states and name their capitals.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(Yaoundé), Chad (N’Djamena), Gabon (Libreville), Congo (Brazzaville), CAR (Bangui), Equatorial Guinea (Malabo).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tourism and its types. Number 2: explain the factors for the promotion of mass tourism. Number 3: identify tourist destinations and attractions.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Tourism is a tertiary activity. Waza Park has wild animals. Many tourists visit Europe.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millions of Europeans travel to the beaches of Spain, while a few tourists visit Waza Park in Cameroon to see elephants and lions.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many Europeans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beaches of Spain.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attracts tourists to Waza?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Wild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visitors and protect tourist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growing economic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tourist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Travel for leisure, business or culture away from home for at least one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safari.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mass tourism and ecotourism.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Mass tourism is travel by very many people to the same places; ecotourism is responsible travel to natural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that promote mass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Cheap air travel, paid holidays and higher incomes (also advertising).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world tourist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major tourist destinations.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France, Spain and the USA (also Italy and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types of tourist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sites, wildlife and cultural or historical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Tourism and Mass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Ecotourism.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for the Promotion of Mass Tourism. Mass tourism is promoted by the following factors. On this slide we have Transport and Income and leisure.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for the Promotion of Mass Tourism. On this slide we have Advertising.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Destinations, Characteristics and Attractions. Tourism has the following destinations and attractions. On this slide we have Destinations and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Destinations, Characteristics and Attractions. On this slide we have Natural attractions and Cultural attractions.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tourist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mass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travel of very many people to the same destinations.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mass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 air travel and paid holidays.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ecotourism; number 2, France; number 3,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tourist attractions in Cameroon and classify them as natural or cultural.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General Effects of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mass tourism, ecotourism, tourist attraction.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(only definitions); factors for the promotion of mass tourism; tourist destinations; major characteristics; general tourist attractions.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tourism, its types, factors and destinations.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Trade Blocs):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CEMAC member states and name their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(Yaoundé), Chad (N’Djamena), Gabon (Libreville), Congo (Brazzaville), CAR (Bangui), Equatorial Guinea (Malabo).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tourism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for the promotion of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tourist destinations and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is a tertiary activity.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Waza Park has wild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tourists visit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millions of Europeans travel to the beaches of Spain, while a few tourists visit Waza Park in Cameroon to see elephants and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Europeans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beaches of Spain.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tourists to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visitors and protect tourist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growing economic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tourist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 for leisure, business or culture away from home for at least one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safari.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tourism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is travel by very many people to the same places; ecotourism is responsible travel to natural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promote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paid holidays and higher incomes (also advertising).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tourist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Spain and the USA (also Italy and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sites, wildlife and cultural or historical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Tourism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 away from home for leisure, business or culture for at least one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travel of very many people to the same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responsible travel to natural areas that protects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for the Promotion of Mass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tourism is promoted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and good roads make travel easy.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and paid holidays allow people to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for the Promotion of Mass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Advertising: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 agencies and the internet promote holiday packages.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destinations and attractions: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Spain, the USA, Italy and China receive the most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is seasonal and concentrated in coasts, mountains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attractions: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mountains, waterfalls and wildlife attract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attractions: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Monuments, museums, festivals and crafts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travel of very many people to the same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and paid holidays.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Responsible travel to natural areas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visited country in the world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Beaches are ______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tourist attractions in Cameroon and classify them as natural or cultural.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General Effects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Holiday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vacances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tourism and its types. Explain the factors for the promotion of mass tourism. Identify tourist destinations and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tourism, its types, factors and destinations.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for the Promotion of Mass Tourism; Destinations, Characteristics and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tourist attractions in Cameroon and classify them as natural or cultural.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Bush Elephant, Amboseli National Park, Kenya” by Ray in Manila, CC BY 2.0, via Flickr (https://www.flickr.com/photos/21186555@N07/37211779966)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“Olympic Airlines A340-313X 'Epidauros'” by caribb, CC BY-NC-ND 2.0, via Flickr (https://www.flickr.com/photos/87857621@N00/194965684)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2026-09-27T14:32:58Z</dcterms:created>
  <dcterms:modified xsi:type="dcterms:W3CDTF">2026-09-27T14:32:58Z</dcterms:modified>
</cp:coreProperties>
</file>