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Global Tourism. The key notions we shall use today are: tourism, mass tourism, ecotourism, tourist attraction. At the end, you should be able to do this: learners are able to explain tourism, its types, factors and destinations.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Trade Blocs. The question was: Draw a sketch map of the CEMAC member states and name their capitals.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Cameroon (Yaoundé), Chad (N’Djamena), Gabon (Libreville), Congo (Brazzaville), CAR (Bangui), Equatorial Guinea (Malabo).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tourism and its types. Number 2: explain the factors for the promotion of mass tourism. Number 3: identify tourist destinations and attractions.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Tourism is a tertiary activity. Waza Park has wild animals. Many tourists visit Europe.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year, millions of Europeans travel to the beaches of Spain, while a few tourists visit Waza Park in Cameroon to see elephants and lions.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 many Europeans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the beaches of Spain.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attracts tourists to Waza?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Wild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welcome visitors and protect tourist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 growing economic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tourist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tourism?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Travel for leisure, business or culture away from home for at least one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safari.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Define mass tourism and ecotourism.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Mass tourism is travel by very many people to the same places; ecotourism is responsible travel to natural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aeroplane.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factors that promote mass tourism.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Cheap air travel, paid holidays and higher incomes (also advertising).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world tourist flows.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major tourist destinations.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France, Spain and the USA (also Italy and China).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types of tourist attractions.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Natural sites, wildlife and cultural or historical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Tourism and Mass tourism.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Ecotourism.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for the Promotion of Mass Tourism. Mass tourism is promoted by the following factors. On this slide we have Transport and Income and leisure.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for the Promotion of Mass Tourism. On this slide we have Advertising.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Destinations, Characteristics and Attractions. Tourism has the following destinations and attractions. On this slide we have Destinations and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Destinations, Characteristics and Attractions. On this slide we have Natural attractions and Cultural attractions.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world tourist flows.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mass tourism.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travel of very many people to the same destinations.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mass tourism.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cheap air travel and paid holidays.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ecotourism; number 2, France; number 3, natural.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tourist attractions in Cameroon and classify them as natural or cultural.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General Effects of Tourism.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19: TOURISM</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Tourism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Tourism, mass tourism, ecotourism, tourist attraction.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(only definitions); factors for the promotion of mass tourism; tourist destinations; major characteristics; general tourist attractions.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tourism, its types, factors and destinations.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Trade Blocs):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CEMAC member states and name their capitals.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(Yaoundé), Chad (N’Djamena), Gabon (Libreville), Congo (Brazzaville), CAR (Bangui), Equatorial Guinea (Malabo).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tourism and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for the promotion of mass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tourist destinations and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Tourism is a tertiary activity.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Waza Park has wild animals.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tourists visit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year, millions of Europeans travel to the beaches of Spain, while a few tourists visit Waza Park in Cameroon to see elephants and lions.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many Europeans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the beaches of Spain.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attracts tourists to Waza?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Wild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Welcome visitors and protect tourist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 growing economic activity.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bea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tourist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Travel for leisure, business or culture away from home for at least one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afa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safari.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mass tourism and ecotourism.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Mass tourism is travel by very many people to the same places; ecotourism is responsible travel to natural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FOR MASS TOURISM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5_pla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aeroplane.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FOR MASS TOURISM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that promote mass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FOR MASS TOURISM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Cheap air travel, paid holidays and higher incomes (also advertising).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DESTINATIONS AND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ourism_flow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tourist flows.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DESTINATIONS AND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major tourist destinations.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DESTINATIONS AND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France, Spain and the USA (also Italy and China).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TOURIST ATTRACTIONS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TOURIST ATTRACTIONS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types of tourist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TOURIST ATTRACTIONS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sites, wildlife and cultural or historical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Global Tourism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travel away from home for leisure, business or culture for at least one night.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Mass 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travel of very many people to the same destinations.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responsible travel to natural areas that protects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for the Promotion of Mass Tourism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Mass tourism is promoted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Cheap air travel and good roads make travel easy.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Income and leisure: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Higher incomes and paid holidays allow people to travel.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Factors for the Promotion of Mass Tourism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Advertising: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Travel agencies and the internet promote holiday packages.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Destinations, Characteristics and Attractions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has the following destinations and attractions: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Destinations: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France, Spain, the USA, Italy and China receive the most tourists.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is seasonal and concentrated in coasts, mountains and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Destinations, Characteristics and Attractions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attractions: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Beaches, mountains, waterfalls and wildlife attract tourists.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Cultural attractions: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Monuments, museums, festivals and crafts attract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Destinations, Characteristics and Attractions</a:t>
            </a:r>
            <a:endParaRPr lang="en-US" sz="3600" dirty="0"/>
          </a:p>
        </p:txBody>
      </p:sp>
      <p:pic>
        <p:nvPicPr>
          <p:cNvPr id="4" name="Image 0" descr="/home/claude/f4/img/v2/tourism_flow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world tourist flows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mass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travel of very many people to the same destinations.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mass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Cheap air travel and paid holidays.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Responsible travel to natural areas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visited country in the world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Beaches are ______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tourist attractions in Cameroon and classify them as natural or cultural.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General Effects of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Mass 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 de masse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L'écotourisme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Attraction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L'attraction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Holiday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vacances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Tourism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tourism and its types. Explain the factors for the promotion of mass tourism. Identify tourist destinations and attractions.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tourism, its types, factors and destinations.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Factors for the Promotion of Mass Tourism; Destinations, Characteristics and Attractions.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tourist attractions in Cameroon and classify them as natural or cultural.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“Crowded Sunny Beach, Bulgaria” by phototouring, CC BY-NC-SA 2.0, via Flickr (https://www.flickr.com/photos/19054742@N00/1557605901)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“African Bush Elephant, Amboseli National Park, Kenya” by Ray in Manila, CC BY 2.0, via Flickr (https://www.flickr.com/photos/21186555@N07/37211779966)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“Olympic Airlines A340-313X 'Epidauros'” by caribb, CC BY-NC-ND 2.0, via Flickr (https://www.flickr.com/photos/87857621@N00/194965684)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2026-10-02T05:13:41Z</dcterms:created>
  <dcterms:modified xsi:type="dcterms:W3CDTF">2026-10-02T05:13:41Z</dcterms:modified>
</cp:coreProperties>
</file>