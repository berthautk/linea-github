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Weber's Industrial Location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Manufacturing as an Economic Activity of the Secondary Sector. The key notions we shall use today are: weight-gaining industries, weight-losing industries, foot-loose industries, material index. At the end, you should be able to do this: learners are able to explain Weber's model and apply it to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Industrialisation in the Advanced Industrialised Countries. The question was: Compare industry in Cameroon and in Germany in three points.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Cameroon: light industries, little capital, raw material exports. Germany: heavy and high-tech industries, much capital and research, exports of cars and machines.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aim and assumptions of Weber's model. Number 2: explain its major conclusions. Number 3: give examples where it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Industries need raw materials and markets. Transport costs money. Some raw materials lose weight in processing.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sugar factory is built next to the sugar-cane fields at Mbandjock, but a brewery is built in the town near its customers.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explain why factories choose different locations.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sugar factory?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Near the sugar-cane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is the brewery?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town near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apply transport costs to explain the location of local factories.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where factories are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weber's location triangle.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was the aim of Weber's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the least-cost location for a factory, mainly by reducing transport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raw materials and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assumptions of the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Flat land with equal transport in all directions, and fixed locations of raw materials and market (also labour at fixed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bauxite.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weight-losing industries located? Give an example.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raw materials, because the product is lighter; e.g. sugar mills and ore smelters.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brewery.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are weight-gaining industries located?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the market, because water is added and the product is heavier; e.g. breweries.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electronics.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are foot-loose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Industries not tied to raw materials or markets, such as electronics.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Material index.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Aim and Assumptions. Weber (1909) built his model as follows. On this slide we have Aim and Assumptions.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weber's location triangle.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Conclusions. Weber reached the following conclusions. On this slide we have Weight-losing industries and Weight-gaining industries.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Conclusions. On this slide we have Foot-loose industries.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The model applies in the following cases. On this slide we have Cameroon and World.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Where do weight-losing industries locate?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near raw materials.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an example of a weight-gaining industry.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brewery.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cost; number 2, gaining; number 3, foot-loose.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the location of one factory in Cameroon using Weber's model.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Secondary (Manufacturing) Industries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WEBER'S INDUSTRIAL LOCATION MODEL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Weber's Industrial Location Model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as an Economic Activity of the Secondary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Weber's Industrial Location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Weight-gaining industries, weight-losing industries, foot-loose industries, material index.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Aims; main assumptions; major conclusions; some examples or areas where applicable.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Weber's model and apply it to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Industrialisation in the Advanced Industrialised Countries):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industry in Cameroon and in Germany in three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light industries, little capital, raw material exports. Germany: heavy and high-tech industries, much capital and research, exports of cars and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aim and assumptions of Weber's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major conclusions.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where it applies.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Industries need raw materials and markets.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Transport costs money.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raw materials lose weight in processing.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sugar factory is built next to the sugar-cane fields at Mbandjock, but a brewery is built in the town near its customers.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explain why factories choose different locations.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sugar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sugar-cane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brewery?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town near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Apply transport costs to explain the location of local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where factories are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eb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Weber's location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aim of Weber's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the least-cost location for a factory, mainly by reducing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ASSUMPTIONS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eb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Raw materials and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assumptions of the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with equal transport in all directions, and fixed locations of raw materials and market (also labour at fixed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WEIGHT-LOSING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baux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Bauxite.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WEIGHT-LOSING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weight-losing industries located? Give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WEIGHT-LOSING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raw materials, because the product is lighter; e.g. sugar mills and ore smelters.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WEIGHT-GAINING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brewery.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WEIGHT-GAINING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weight-gaining industries located?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WEIGHT-GAINING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market, because water is added and the product is heavier; e.g. breweries.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FOOT-LOOSE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electronic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Electronics.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FOOT-LOOSE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foot-loose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FOOT-LOOSE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not tied to raw materials or markets, such as electronics.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Manufacturing as an Economic Activity of the Secondary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Weber's Industrial Location Model</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Material index: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weight of raw materials divided by the weight of the product.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Assumptions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Weber (1909) built his model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Industry locates where total transport costs are lowest.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Assumptions: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flat, transport costs depend on weight and distance, and raw materials and market are at fixed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Assumptions</a:t>
            </a:r>
            <a:endParaRPr lang="en-US" sz="3600" dirty="0"/>
          </a:p>
        </p:txBody>
      </p:sp>
      <p:pic>
        <p:nvPicPr>
          <p:cNvPr id="4" name="Image 0" descr="/home/claude/f4/img/v2/web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Weber's location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Conclusions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Weber reached the following conclusions: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Weight-losing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material index above 1, they locate near raw materials, like sugar mills and smelters.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Weight-gaining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material index below 1, they locate near the market, like breweries.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Conclusions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Foot-loose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can locate almost anywhere, like electronics.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Examples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applies in the following cases: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Mbandjock sugar mill is near cane fields and breweries are in big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and steel works were first built near coalfields such as the Ruhr.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weight-losing industries locate?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of a weight-gaining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brewery.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Weber's model looks for the least-______ location.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brewery is a weight-______ industry.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Industries that can locate anywhere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location of one factory in Cameroon using Weber's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Secondary (Manufacturing) Industries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localisation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 cost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coût de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Sugar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sucre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Weber's Industrial Location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aim and assumptions of Weber's model. Explain its major conclusions. Give examples where it applies.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Weber's model and apply it to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Aim and Assumptions; Major Conclusions;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location of one factory in Cameroon using Weber's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triangle.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assumptions.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sugar at Mbandjock.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SABC.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“Interior of Winston-Salem Chero-Cola Bottling Company, Winston-Salem, ” by unclibraries_commons, Public domain 1.0, via Flickr (https://www.flickr.com/photos/122654055@N06/22680169228)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“electronics factory” by ILO in Asia and the Pacific, CC BY-NC-ND 2.0, via Flickr (https://www.flickr.com/photos/77173826@N08/8096445212)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2026-10-02T05:13:36Z</dcterms:created>
  <dcterms:modified xsi:type="dcterms:W3CDTF">2026-10-02T05:13:36Z</dcterms:modified>
</cp:coreProperties>
</file>