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37: Notions on Optimum Population, Over-population and Under-population.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and Resources. The key notions we shall use today are: optimum population, over-population, under-population, standards of living. At the end, you should be able to do this: learners are able to explain the relationship between population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36: Migration. The question was: Interview a migrant in your area and write the causes of his or her migration.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came from a village to Garoua for work or school (pull), because of poor harvests or insecurity (push).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optimum, over- and under-population. Number 2: give examples of areas. Number 3: give the indicators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Resources feed people. Some areas are crowded and poor. Some areas have few people and many resources.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crowded village, farms are tiny and many youths leave, while a neighbouring region has fertile land but few people to farm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and resources are not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happens in the crowded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Farms are tiny and youths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in the other region?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Land is not fully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encourage out-migration from crowded areas and birth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balance between people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optimum population.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optimum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number of people that gives the highest standard of living with the available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crowded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over-population?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Too many people for the resources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forest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under-population?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Too few people to use the resources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carrying capacity.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example of an over-populated and an under-populated area.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Over-populated: Bangladesh or the Mandara Mountains; under-populated: Canada or the East Region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food aid.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indicators of over-population.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Unemployment and food shortages (also out-migration and land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Optimum population and Over-population.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Under-population.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Areas. Examples of areas are the following. On this slide we have Over-populated areas and Under-populated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optimum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Indicators. Each situation has the following indicators. On this slide we have Over-population and Under-population.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Indicators. On this slide we have Optimum.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over-population.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too many people for the resources available.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indicator of under-population.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unused resources (labour shortage).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optimum; number 2, under-populated; number 3, over-population.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Is the East Region of Cameroon over-populated or under-populated? Justify your answer.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38: Population and Resource Model (Malthus).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37: NOTIONS ON OPTIMUM POPULATION, OVER-POPULATION AND UNDER-POPULATION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Notions on Optimum Population, Over-population and Under-population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37: Notions on Optimum Population, Over-population and Under-population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Optimum population, over-population, under-population, standards of living.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examples of areas; indicators.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relationship between population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36: Migration):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 migrant in your area and write the causes of his or her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came from a village to Garoua for work or school (pull), because of poor harvests or insecurity (push).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optimum, over- and under-population.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areas.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indicators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Resources feed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areas are crowded and poor.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areas have few people and many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crowded village, farms are tiny and many youths leave, while a neighbouring region has fertile land but few people to farm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and resources are not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in the crowded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are tiny and youths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in the other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not fully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Encourage out-migration from crowded areas and birth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balance between people and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OPTIMUM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optimum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Optimum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OPTIMUM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optimum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OPTIMUM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people that gives the highest standard of living with the available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OVER-POPULATION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OVER-POPULATION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over-population?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OVER-POPULATION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people for the resources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UNDER-POPULATION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UNDER-POPULATION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under-population?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UNDER-POPULATION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few people to use the resources 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arry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Carrying capacity.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an over-populated and an under-populated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Over-populated: Bangladesh or the Mandara Mountains; under-populated: Canada or the East Region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foodai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Food aid.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indicators of over-population.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food shortages (also out-migration and land degradation).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and Resources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37: Notions on Optimum Population, Over-population and Under-population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Optimum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people that gives the highest standard of living with the available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where there are too many people for the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where there are too few people to use the resources 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Areas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Examples of areas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Over-populated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Bangladesh, parts of the Sahel and the Mandara Mountains are examples.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Under-populated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Canada, Australia and the East Region of Cameroon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Areas</a:t>
            </a:r>
            <a:endParaRPr lang="en-US" sz="3600" dirty="0"/>
          </a:p>
        </p:txBody>
      </p:sp>
      <p:pic>
        <p:nvPicPr>
          <p:cNvPr id="4" name="Image 0" descr="/home/claude/f4/img/v2/optimum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optimum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Indicators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Each situation has the following indicators: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food shortages, out-migration and land degradation are signs.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Unused resources, labour shortages and immigration are signs.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Indicators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Optimum: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Full employment and a high standard of living are signs.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over-population.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people for the resources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indicator of under-population.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Unused resources (labour shortage).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best number of people for the resources is the ______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Canada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Food shortage is a sign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East Region of Cameroon over-populated or under-populated? Justify your answer.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Population and Resource Model (Malthus)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Optimum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L'optimum de peuplement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Under-population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sous-peuplement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of living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pénurie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37: Notions on Optimum Population, Over-population and Under-population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optimum, over- and under-population. Give examples of areas. Give the indicators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relationship between population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Areas; Indicators.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Is the East Region of Cameroon over-populated or under-populated? Justify your answer.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“WFP food distribution” by UNAMID Photo, CC BY-NC-ND 2.0, via Flickr (https://www.flickr.com/photos/58538810@N03/12495227734)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2026-09-28T21:15:21Z</dcterms:created>
  <dcterms:modified xsi:type="dcterms:W3CDTF">2026-09-28T21:15:21Z</dcterms:modified>
</cp:coreProperties>
</file>