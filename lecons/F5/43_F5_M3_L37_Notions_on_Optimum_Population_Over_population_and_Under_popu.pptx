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Notions on Optimum Population, Over-population and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Resources. The key notions we shall use today are: optimum population, over-population, under-population, standards of living. At the end, you should be able to do this: learners are able to explain the relationship between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Migration. The question was: Interview a migrant in your area and write the causes of his or her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 from a village to Garoua for work or school (pull), because of poor harvests or insecurity (push).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optimum, over- and under-population. Number 2: give examples of areas. Number 3: give the indicators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Resources feed people. Some areas are crowded and poor. Some areas have few people and many resources.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crowded village, farms are tiny and many youths leave, while a neighbouring region has fertile land but few people to farm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and resources are not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in the crowded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Farms are tiny and youths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other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is not fully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out-migration from crowded areas and birth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between people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optimum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that gives the highest standard of living with the available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for the resources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few people to use the resources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of an over-populated and an under-populated area.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Over-populated: Bangladesh or the Mandara Mountains; under-populated: Canada or the East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food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food shortages (also out-migration and land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Optimum population and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Areas. Examples of areas are the following. On this slide we have Over-populated areas and Under-populated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Each situation has the following indicators. On this slide we have Over-population and Under-population.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On this slide we have Optimum.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too many people for the resources available.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indicator of under-population.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unused resources (labour shortage).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optimum; number 2, under-populated; number 3, over-population.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the East Region of Cameroon over-populated or under-populated? Justify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Population and Resource Model (Malthus).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37: NOTIONS ON OPTIMUM POPULATION, OVER-POPULATION AND UNDER-POPULATION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Notions on Optimum Population, Over-population and Under-population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Notions on Optimum Population, Over-population and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Optimum population, over-population, under-population, standards of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of areas; indicators.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migrant in your area and write the causes of his or her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 from a village to Garoua for work or school (pull), because of poor harvests or insecurity (push).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optimum, over- and under-population.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feed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areas are crowded and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areas have few people and many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crowded village, farms are tiny and many youths leave, while a neighbouring region has fertile land but few people to farm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and resources are not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crowded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tiny and youths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other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out-migration from crowded areas and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between people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that gives the highest standard of living with the available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for the resources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few people to use the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an over-populated and an under-populated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Over-populated: Bangladesh or the Mandara Mountains; under-populated: Canada or the East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out-migration and land degradation).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37: Notions on Optimum Population, Over-population and Under-population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that gives the highest standard of living with the available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use the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Areas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Examples of areas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Bangladesh, parts of the Sahel and the Mandara Mountains are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Australia and the East Region of Cameroon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Areas</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Indicators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situation has the following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food shortages, out-migration and land degradation are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Unused resources, labour shortages and immigration are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Indicators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Full employment and a high standard of living are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for the resources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Unused resources (labour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number of people for the resources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shortage is a sign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East Region of Cameroon over-populated or under-populated? Justify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Population and Resource Model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Notions on Optimum Population, Over-population and Under-population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optimum, over- and under-population. Give examples of areas. Give the indicators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population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Areas;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the East Region of Cameroon over-populated or under-populated? Justify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2026-10-02T05:13:46Z</dcterms:created>
  <dcterms:modified xsi:type="dcterms:W3CDTF">2026-10-02T05:13:46Z</dcterms:modified>
</cp:coreProperties>
</file>