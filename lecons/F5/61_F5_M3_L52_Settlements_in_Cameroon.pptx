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52: Settlements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Human Characteristics of Cameroon, and the sub-topic is Development of Settlements in Cameroon. The key notions we shall use today are: rural settlements, urban settlements, rate of urbanisation. At the end, you should be able to do this: learners are able to describe settlements in Cameroon and explain disparities in urbanisation.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5: Settlements on Maps. The question was: Draw a sketch map showing the site, situation and functions of the main town on a map extract.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framed sketch with the town, the river and bridge, the main roads and railway, surrounding villages and symbols for functions, with a title, key and north arrow.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distribution of rural settlements in Cameroon. Number 2: describe the distribution of urban settlements. Number 3: explain the disparities in rates of urbanisation.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Douala and Yaoundé are the largest cities. The East has few people. The North has many villages.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Littoral and Centre regions are mostly urban because of Douala and Yaoundé, while the Far North and the East remain mostly rural.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Urbanisation differs between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regions are mostly urban?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Littoral and the 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remain mostly rural?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Far North and the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balanced development between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settlements of our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rural settlement.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are rural settlements most common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Far North, North, East and South, where farming dominates.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settlement patterns.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one rural pattern and region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Linear along roads in the forest South; nucleated in the Mandara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main towns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the main towns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and Yaoundé, then Garoua, Bamenda, Maroua, Bafoussam and Ngaoundéré.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the Littoral and Centre highly urbanised?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have the port, industries and the capital with many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rural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the East and Far North less urbanised?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Economies are based on farming and herding, with few industries and poor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Distribution of Rural and Urban Settlements. Settlements in Cameroon are distributed as follows. On this slide we have Rural settlements and Rural patterns.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of Rural and Urban Settlements. On this slide we have Urban settlements.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main towns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Disparities in Rates of Urbanisation. Urbanisation rates differ for the following reasons. On this slide we have Economic activities and Administration.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Disparities in Rates of Urbanisation. On this slide we have Rural economies and Infrastructure and security.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two largest cities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douala and Yaoundé.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reasons for the high urbanisation of the Littoral.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port and industries.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Douala; number 2, Yaoundé; number 3, rural.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Rank six towns of Cameroon by size and give one function for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53: Urban Spheres of Influence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52: SETTLEMENTS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Settlements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Human Characteristics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of Settlements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52: Settlements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settlements, urban settlements, rate of 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of rural and urban settlements; reasons for disparities in rates of urbanisation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settlements in Cameroon and explain disparities in 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5: Settlements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showing the site, situation and functions of the main town on a map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framed sketch with the town, the river and bridge, the main roads and railway, surrounding villages and symbols for functions, with a title, key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distribution of rural settlements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distribution of urban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disparities in rates of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and Yaoundé are the largest cities.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East has few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North has many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 and Centre regions are mostly urban because of Douala and Yaoundé, while the Far North and the East remain mostly rural.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Urbanisation differs between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regions are mostly urban?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 and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remain mostly rural?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Far North and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balanced development between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settlements of our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RURAL SETTLEMENTS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hillvill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rural settlement.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RURAL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rural settlements most common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RURAL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Far North, North, East and South, where farming dominates.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RURAL SETTLEMENT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RURAL SETTLEMENT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rural pattern and region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RURAL SETTLEMENT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Linear along roads in the forest South; nucleated in the Mandara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SETTLEMENTS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mr_town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towns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main towns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URBAN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 then Garoua, Bamenda, Maroua, Bafoussam and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DISPARITIES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DISPARITIES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Littoral and Centre highly urbanised?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DISPARITIES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the port, industries and the capital with many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DISPARITIES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rural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DISPARITIES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East and Far North less urbanised?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DISPARITIES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Economies are based on farming and herding, with few industries and poor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Human Characteristics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Development of Settlements in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52: Settlements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Distribution of Rural and Urban Settlements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Settlements in Cameroon are distributed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settlements: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dominate the Far North, North, East and South.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patterns: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Linear villages line the forest roads, and nucleated villages crowd the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Distribution of Rural and Urban Settlements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settlements: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 are the largest cities, followed by regional capitals.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Distribution of Rural and Urban Settlements</a:t>
            </a:r>
            <a:endParaRPr lang="en-US" sz="3600" dirty="0"/>
          </a:p>
        </p:txBody>
      </p:sp>
      <p:pic>
        <p:nvPicPr>
          <p:cNvPr id="4" name="Image 0" descr="/home/claude/f4/img/v2/cmr_town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main towns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Disparities in Rates of Urbanisation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Urbanisation rates differ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port, industries and trade make the Littoral highly urban.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Administration: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 the capital, attracts civil servants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Disparities in Rates of Urbanisation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economies: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and herding keep the Far North and East mostly rural.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Infrastructure and security: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 roads and peace attract towns, while isolation and insecurity limit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largest cities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the high urbanisation of the Littoral.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port and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economic capital of Cameroon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political capital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Far North is mostly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Rank six towns of Cameroon by size and give one function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53: Urban Spheres of Influence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Economic 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capitale économique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Political 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capitale politique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Regional 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chef-lieu de région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Disparity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disparité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 area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zone rurale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Urban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d'urbanisation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Human Characteristics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52: Settlements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distribution of rural settlements in Cameroon. Describe the distribution of urban settlements. Explain the disparities in rates of urbanisation.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settlements in Cameroon and explain disparities in urbanisation.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Distribution of Rural and Urban Settlements; Reasons for Disparities in Rates of Urbanisation.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Rank six towns of Cameroon by size and give one function for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“Village built into the hillside” by 10b travelling / Carsten ten Brink, CC BY-NC-ND 2.0, via Flickr (https://www.flickr.com/photos/77334245@N00/5677301357)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2026-10-02T05:13:48Z</dcterms:created>
  <dcterms:modified xsi:type="dcterms:W3CDTF">2026-10-02T05:13:48Z</dcterms:modified>
</cp:coreProperties>
</file>