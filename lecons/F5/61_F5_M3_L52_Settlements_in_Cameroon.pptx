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52: Settlements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rural settlements, urban settlements, rate of urbanisation. At the end, you should be able to do this: learners are able to describe settlements in Cameroon and explain disparities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Settlements on Maps. The question was: Draw a sketch map showing the site, situation and functions of the main town on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the town, the river and bridge, the main roads and railway, surrounding villages and symbols for functions,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rural settlements in Cameroon. Number 2: describe the distribution of urban settlements. Number 3: explain the disparities in rates of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Yaoundé are the largest cities. The East has few people. The North has many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and Centre regions are mostly urban because of Douala and Yaoundé, while the Far North and the East remain mostly rural.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differs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mostly urban?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remain mostly rural?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 North and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balanced development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settlements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rural settlements most common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North, East and South, where farming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rural pattern and region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Linear along roads in the forest South; nucleated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main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 then Garoua, Bamenda, Maroua,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Littoral and Centre highly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the port, industries and the capital with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East and Far North less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Economies are based on farming and herding, with few industries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Rural and Urban Settlements. Settlements in Cameroon are distributed as follows. On this slide we have Rural settlements and Rural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Rural and Urban Settlements. On this slide we have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Disparities in Rates of Urbanisation. Urbanisation rates differ for the following reasons. On this slide we have Economic activities and Administration.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Disparities in Rates of Urbanisation. On this slide we have Rural economies and Infrastructure and 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largest cities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urbanisation of the Littoral.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Yaoundé; number 3, rural.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six towns of Cameroon by size and give one function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53: Urban Spheres of Influence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52: SETTLEMENTS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52: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urban settlements, rate of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the town, the river and bridge, the main roads and railway, surrounding villages and symbols for functions,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rural settlements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disparities in rates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has few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many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Centre regions are mostly urban because of Douala and Yaoundé, while the Far North and the East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mostly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balanced development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settlements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rural settlements most common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North, East and South, where farming dominates.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rural pattern and region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roads in the forest South; nucleated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then Garoua, Bamenda, Maroua,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Littoral and Centre highly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the port, industries and the capital with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East and Far North less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Economies are based on farming and herding, with few industries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in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dominate the Far North, North, East and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villages line the forest roads, and nucleated villages crowd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 followed by regional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rates differ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industries and trade make the Littoral highly urban.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the capital, attracts civil servants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herding keep the Far North and East mostly rural.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and peace attract towns, while isolation and insecurity limit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cities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urbanisation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Far North is mostly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 de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rurale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52: Settlements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rural settlements in Cameroon. Describe the distribution of urban settlements. Explain the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six towns of Cameroon by size and give one function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2026-09-28T21:15:24Z</dcterms:created>
  <dcterms:modified xsi:type="dcterms:W3CDTF">2026-09-28T21:15:24Z</dcterms:modified>
</cp:coreProperties>
</file>