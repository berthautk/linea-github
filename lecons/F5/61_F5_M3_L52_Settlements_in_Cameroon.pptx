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52: Settlements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Human Characteristics of Cameroon, and the sub-topic is Development of Settlements in Cameroon. The key notions we shall use today are: rural settlements, urban settlements, rate of urbanisation. At the end, you should be able to do this: learners are able to describe settlements in Cameroon and explain disparities in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5: Settlements on Maps. The question was: Draw a sketch map showing the site, situation and functions of the main town on a map extract.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framed sketch with the town, the river and bridge, the main roads and railway, surrounding villages and symbols for functions, with a title, key and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distribution of rural settlements in Cameroon. Number 2: describe the distribution of urban settlements. Number 3: explain the disparities in rates of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and Yaoundé are the largest cities. The East has few people. The North has many villages.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Littoral and Centre regions are mostly urban because of Douala and Yaoundé, while the Far North and the East remain mostly rural.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Urbanisation differs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regions are mostly urban?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Littoral and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remain mostly rural?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 North and the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balanced development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settlements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rural settlement.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rural settlements most common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Far North, North, East and South, where farming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settlement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rural pattern and region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Linear along roads in the forest South; nucleated in the Mandara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main towns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and Yaoundé, then Garoua, Bamenda, Maroua, Bafoussam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the Littoral and Centre highly urbanised?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the port, industries and the capital with many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 East and Far North less urbanised?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Economies are based on farming and herding, with few industries and poor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of Rural and Urban Settlements. Settlements in Cameroon are distributed as follows. On this slide we have Rural settlements and Rural patterns.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Rural and Urban Settlements. On this slide we have Urban settlements.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Disparities in Rates of Urbanisation. Urbanisation rates differ for the following reasons. On this slide we have Economic activities and Administration.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Disparities in Rates of Urbanisation. On this slide we have Rural economies and Infrastructure and security.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two largest cities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and Yaoundé.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the high urbanisation of the Littoral.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port and industries.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Douala; number 2, Yaoundé; number 3, rural.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six towns of Cameroon by size and give one function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53: Urban Spheres of Influence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52: SETTLEMENTS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Settlements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52: Settlements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settlements, urban settlements, rate of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rural and urban settlements; reasons for disparities in rates of urbanisation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settlements in Cameroon and explain disparities in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5: Settlements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showing the site, situation and functions of the main town on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framed sketch with the town, the river and bridge, the main roads and railway, surrounding villages and symbols for functions, with a title, key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of rural settlements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of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disparities in rates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the largest cities.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East has few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has many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and Centre regions are mostly urban because of Douala and Yaoundé, while the Far North and the East remain mostly rural.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 differs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regions are mostly urban?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and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remain mostly rural?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 North and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balanced development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settlements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RURAL SETTLEMENTS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rural settlement.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rural settlements most common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Far North, North, East and South, where farming dominates.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RURAL SETTLEMENT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RURAL SETTLEMENT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rural pattern and region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RURAL SETTLEMENT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 along roads in the forest South; nucleated in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SETTLEMENTS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URBAN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 then Garoua, Bamenda, Maroua, Bafoussam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DISPARITIES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DISPARITIES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Littoral and Centre highly urbanised?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DISPARITIES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the port, industries and the capital with many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DISPARITIES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DISPARITIES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East and Far North less urbanised?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DISPARITIES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Economies are based on farming and herding, with few industries and poor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Human Characteristics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Settlements in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52: Settlements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Rural and Urban Settlements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in Cameroon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dominate the Far North, North, East and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 villages line the forest roads, and nucleated villages crowd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Rural and Urban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 are the largest cities, followed by regional capitals.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 of Rural and Urban Settlements</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Disparities in Rates of Urbanisation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rates differ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port, industries and trade make the Littoral highly urban.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Administration: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the capital, attracts civil servants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Disparities in Rates of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economies: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and herding keep the Far North and East mostly rural.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and 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roads and peace attract towns, while isolation and insecurity limit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largest cities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the high urbanisation of the Littoral.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port and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economic capital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political capital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Far North is mostly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six towns of Cameroon by size and give one function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53: Urban Spheres of Influence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Economic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 économique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Political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 politique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Regional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chef-lieu de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Disparity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disparité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rurale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Human Characteristics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52: Settlements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distribution of rural settlements in Cameroon. Describe the distribution of urban settlements. Explain the disparities in rates of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settlements in Cameroon and explain disparities in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Rural and Urban Settlements; Reasons for Disparities in Rates of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six towns of Cameroon by size and give one function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2026-09-27T14:33:03Z</dcterms:created>
  <dcterms:modified xsi:type="dcterms:W3CDTF">2026-09-27T14:33:03Z</dcterms:modified>
</cp:coreProperties>
</file>