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Industrialisation in the Least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industrialisation, food processing industries, import substitution. At the end, you should be able to do this: learners are able to describe industry in LICs and explain its low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Agglomeration of Industries. The question was: Name the industrial area of your town and two factories found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Garoua: the industrial zone near the port area and the Benue, with CICAM (textiles) and a SODECOTON cotton ginnery (also a brewery).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industry in LICs. Number 2: explain the reasons for the low level of industrialisation.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LICs export raw materials. Industry needs capital and energy. Cameroon has some factories.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Chad produces cotton but has very few factories. Most of its cotton is exported raw and clothes are imported from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has little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Chad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import?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transformation of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industry is weak in poor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craftsman.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light industries such as food processing and many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and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food processing industries common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 raw materials are available and the local market needs food and drinks.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low 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and technology (also skilled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energy, transport and markets limit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cuts, bad roads and small, poor markets raise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Attract investors and build energy and transport infrastructure (also train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Industry in LICs. Industry in LICs has the following characteristics. On this slide we have Light industries and Raw material processing.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Industry in LICs. On this slide we have Foreign ownership and crafts.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Low Level of Industrialisation. Industry is weak in LICs for the following reasons. On this slide we have Capital and technology and Energy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Low Level of Industrialisation. On this slide we have Market and labour and Competition.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underdevelopment.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industry in LICs.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light industries and processing of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low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poor energy and small markets.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light; number 2, agro- (food processing); number 3,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reasons why cotton from the North of Cameroon is not all made into cloth locally.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Industrialisation in the Advanced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INDUSTRIALISATION IN THE LEAST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Industrialisation in the Least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Industrialisation in the Least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Industrialisation, food processing industries, import substitution.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reasons for low level of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industry in LICs and explain its low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Agglomeration of Industries):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industrial area of your town and two factories found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Garoua: the industrial zone near the port area and the Benue, with CICAM (textiles) and a SODECOTON cotton ginnery (also 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industry in LICs.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LICs export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Industry needs capital and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some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produces cotton but has very few factories. Most of its cotton is exported raw and clothes are imported 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has little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Chad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import?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transformation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industry is weak in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craftsman.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light industries such as food processing and many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and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food processing industries common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raw materials are available and the local market needs food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low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and technology (also skilled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energy, transport and markets limit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bad roads and small, poor markets raise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Attract investors and build energy and transport infrastructure (also train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Industrialisation in the Least Industrialised Countries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LICs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LICs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are small and make food, drinks, soap and clothes.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industries only partly process exports such as cotton 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LICs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ownership and crafts: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big factories are foreign-owned, and crafts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is weak in LICs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money to invest and little modern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and poor roads raise production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and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markets are small and poor, and skilled workers are few.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imported goods compete with local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industries and processing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low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poor energy and small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industries in LICs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that transform farm products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money to invest is lack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cotton from the North of Cameroon is not all made into cloth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Industrialisation in the Advanced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Processing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Industrialisation in the Least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industry in LICs. Explain the reasons for the low level of industrialisation.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industry in LICs and explain its low level.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Industry in LICs; Reasons for the Low Level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reasons why cotton from the North of Cameroon is not all made into cloth locally.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local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food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2026-09-29T03:11:54Z</dcterms:created>
  <dcterms:modified xsi:type="dcterms:W3CDTF">2026-09-29T03:11:54Z</dcterms:modified>
</cp:coreProperties>
</file>