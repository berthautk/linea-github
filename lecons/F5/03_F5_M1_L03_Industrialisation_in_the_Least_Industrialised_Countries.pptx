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Industrialisation in the Least Industrialised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Manufacturing as an Economic Activity of the Secondary Sector. The key notions we shall use today are: industrialisation, food processing industries, import substitution. At the end, you should be able to do this: learners are able to describe industry in LICs and explain its low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The Agglomeration of Industries. The question was: Name the industrial area of your town and two factories found there.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for Garoua: the industrial zone near the port area and the Benue, with CICAM (textiles) and a SODECOTON cotton ginnery (also a brewery).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characteristics of industry in LICs. Number 2: explain the reasons for the low level of industrialisation. Number 3: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LICs export raw materials. Industry needs capital and energy. Cameroon has some factories.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Chad produces cotton but has very few factories. Most of its cotton is exported raw and clothes are imported from Asia.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Chad has little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Chad export?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Raw cotton.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it import?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Clothes.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local transformation of raw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industry is weak in poor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craftsman.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characteristics of industry in LICs.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Small, light industries such as food processing and many crafts.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food and drinks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food processing industries common in LICs?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Farm raw materials are available and the local market needs food and drinks.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causes of underdevelopment.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reasons for low industrialisation.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Lack of capital and technology (also skilled labour).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bad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energy, transport and markets limit industry?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Power cuts, bad roads and small, poor markets raise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textile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solutions.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Attract investors and build energy and transport infrastructure (also train workers).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Industry in LICs. Industry in LICs has the following characteristics. On this slide we have Light industries and Raw material processing.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Industry in LICs. On this slide we have Foreign ownership and crafts.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the Low Level of Industrialisation. Industry is weak in LICs for the following reasons. On this slide we have Capital and technology and Energy and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the Low Level of Industrialisation. On this slide we have Market and labour and Competition.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causes of underdevelopment.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characteristics of industry in LICs.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light industries and processing of raw materials.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reasons for low industrialisation.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lack of capital, poor energy and small markets.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light; number 2, agro- (food processing); number 3, capital.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three reasons why cotton from the North of Cameroon is not all made into cloth locally.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Industrialisation in the Advanced Industrialised Countries.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 INDUSTRIALISATION IN THE LEAST INDUSTRIALISED COUNTRIES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Industrialisation in the Least Industrialised Countries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Manufacturing as an Economic Activity of the Secondary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Industrialisation in the Least Industrialised Countries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Industrialisation, food processing industries, import substitution.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reasons for low level of industrialisation.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industry in LICs and explain its low level.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The Agglomeration of Industries):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industrial area of your town and two factories found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for Garoua: the industrial zone near the port area and the Benue, with CICAM (textiles) and a SODECOTON cotton ginnery (also a brewery).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industry in LICs.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reasons for the low level of 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LICs export raw materials.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Industry needs capital and energy.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some factories.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Chad produces cotton but has very few factories. Most of its cotton is exported raw and clothes are imported from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Chad has little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Chad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Raw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it import?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Clothes.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local transformation of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industry is weak in poor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blacksmith.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craftsman.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industry in LICs.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light industries such as food processing and many crafts.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brewe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food and drinks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food processing industries common in LICs?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 raw materials are available and the local market needs food and drinks.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CAPITAL AND TECHNOLOGY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nderdev_cau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Causes of underdevelopment.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CAPITAL AND TECHNOLOGY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low 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CAPITAL AND TECHNOLOGY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capital and technology (also skilled labour).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ENERGY AND MARKET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bad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ENERGY AND MARKET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energy, transport and markets limit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ENERGY AND MARKET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Power cuts, bad roads and small, poor markets raise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extile_facto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textile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Attract investors and build energy and transport infrastructure (also train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Manufacturing as an Economic Activity of the Secondary Sector</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Industrialisation in the Least Industrialised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Industry in LICs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Industry in LICs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Light industries: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factories are small and make food, drinks, soap and clothes.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Raw material processing: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industries only partly process exports such as cotton or timber.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Industry in LICs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Foreign ownership and crafts: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big factories are foreign-owned, and crafts are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the Low Level of Industrialisation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Industry is weak in LICs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Capital and technology: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little money to invest and little modern technology.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Energy and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Power cuts and poor roads raise production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the Low Level of Industrialisation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Market and labour: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Local markets are small and poor, and skilled workers are few.</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Competition: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Cheap imported goods compete with local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the Low Level of Industrialisation</a:t>
            </a:r>
            <a:endParaRPr lang="en-US" sz="3600" dirty="0"/>
          </a:p>
        </p:txBody>
      </p:sp>
      <p:pic>
        <p:nvPicPr>
          <p:cNvPr id="4" name="Image 0" descr="/home/claude/f4/img/v2/underdev_cau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causes of underdevelopment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industry in LICs.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Light industries and processing of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reasons for low 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capital, poor energy and small markets.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Most industries in LICs are ______ industries.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Industries that transform farm products are ______ industries.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Lack of money to invest is lack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reasons why cotton from the North of Cameroon is not all made into cloth locally.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Industrialisation in the Advanced Industrialised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Industrialisation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L'industrialisation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Technology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technologie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Import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Competition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concurrence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Processing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transformation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Industrialisation in the Least Industrialised Countries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characteristics of industry in LICs. Explain the reasons for the low level of industrialisation.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industry in LICs and explain its low level.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Characteristics of Industry in LICs; Reasons for the Low Level of Industrialisation.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three reasons why cotton from the North of Cameroon is not all made into cloth locally.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local industries.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food factories.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solutions.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“Forging a new spear tip” by www.j-pics.info, CC BY-NC-SA 2.0, via Flickr (https://www.flickr.com/photos/33979630@N07/16024814824)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“Interior of Winston-Salem Chero-Cola Bottling Company, Winston-Salem, ” by unclibraries_commons, Public domain 1.0, via Flickr (https://www.flickr.com/photos/122654055@N06/22680169228)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“Lowell Massachusetts - Boott Cotton Mills Museum Weave Room” by Onasill ~ Bill- 81M views, CC BY-NC-SA 2.0, via Flickr (https://www.flickr.com/photos/7156765@N05/43677799854)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2026-09-27T14:32:56Z</dcterms:created>
  <dcterms:modified xsi:type="dcterms:W3CDTF">2026-09-27T14:32:56Z</dcterms:modified>
</cp:coreProperties>
</file>