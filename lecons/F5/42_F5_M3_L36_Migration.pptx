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Space (Migration). The key notions we shall use today are: immigration, emigration, net migration, standards of living. At the end, you should be able to do this: learners are able to explain migration, its causes and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Control of Population Growth. The question was: Should Cameroon adopt a one-child policy? Give two arguments for and two against.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slower growth, fewer pressures on schools and jobs. Against: cultural values, future ageing, and education and health work better without 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migration and its types. Number 2: explain the causes of migration. Number 3: explain the consequences at source and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young people leave villages for towns. Some Cameroonians go abroad. Refugees flee wars.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young man leaves his village in the Far North for Douala to find work, while his cousin travels to Europe to study. Their village is left with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are migrating.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young man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(internal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effect on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old people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rural areas to reduce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from one place to another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internal and external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migration is within a country; external migration crosses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immigrants arriving.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immigration and emigration.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Immigration is entering a country; emigration is leaving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refugees.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push and two pull factors.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Push: poverty and war; pull: jobs and better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at the source and one at the destination.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Source: loss of young workers; destination: overcrowding and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and Immigration and emigration.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Causes of Migration. Migration has the following types and causes. On this slide we have Internal migration and External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Causes of Migration. On this slide we have Push factors and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Migration. Migration has the following consequences. On this slide we have At the source and At the destination.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Migration.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one place to another to live.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push factor and one pull factor.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war;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emigration; number 2, rural; number 3,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 migrant in your area and write the causes of his or her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Notions on Optimum Population, Over-population and Under-population.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Immigration, emigration, net migration, standards of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(internal and external); general causes; general consequences of migration at source and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migration, its causes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Control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one-child policy?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slower growth, fewer pressures on schools and jobs. Against: cultural values, future ageing, and education and health work better without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at source and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leave villages for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Cameroonians go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Refugees flee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leaves his village in the Far North for Douala to find work, while his cousin travels to Europe to study. Their village is left with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migrating.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young man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(internal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rural areas to reduce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one place to another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external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migration is within a country; external migration crosses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elli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Immigrants arriving.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immigration and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is entering a country; emigration is leaving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push and two pull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poverty and war; pull: jobs and better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at the source and one at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loss of young workers; destination: overcrowding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Space (Migration)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Immigration and emigration: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is entering a country and emigration is leaving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immigrants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the following types and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within a country, such as rural-urban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External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crosses international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wars, disasters and lack of jobs push people away.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and security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 of Migration</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Migration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young workers but receive money sent by 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gain workers but suffer overcrowding, slums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people leave poor countries for rich 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one place to another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push factor and one pull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country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villages to towns is ______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departure of skilled people is ______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migrant in your area and write the causes of his or her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Notions on Optimum Population, Over-population and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and its types. Explain the causes of migration. Explain the consequences at source and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migration, its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Causes of Migration; Consequences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 migrant in your area and write the causes of his or her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 Known Restrictions: Ellis Island Immigrants by National Photo Co., ” by pingnews.com, Public domain 1.0, via Flickr (https://www.flickr.com/photos/39735679@N00/434439223)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2026-09-29T03:12:03Z</dcterms:created>
  <dcterms:modified xsi:type="dcterms:W3CDTF">2026-09-29T03:12:03Z</dcterms:modified>
</cp:coreProperties>
</file>