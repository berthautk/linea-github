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36: Migration.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III: Management of Population Growth and Space Colonisation.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Dynamics of Population and Implications, and the sub-topic is Population Change in Space (Migration). The key notions we shall use today are: immigration, emigration, net migration, standards of living. At the end, you should be able to do this: learners are able to explain migration, its causes and consequences.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Further Study 4: Control of Population Growth. The question was: Should Cameroon adopt a one-child policy? Give two arguments for and two against.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For: slower growth, fewer pressures on schools and jobs. Against: cultural values, future ageing, and education and health work better without force.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migration and its types. Number 2: explain the causes of migration. Number 3: explain the consequences at source and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Many young people leave villages for towns. Some Cameroonians go abroad. Refugees flee wars.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young man leaves his village in the Far North for Douala to find work, while his cousin travels to Europe to study. Their village is left with old people.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People are migrating.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Where does the young man go?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To Douala (internal migration).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the effect on the village?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Only old people remain.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create social amenities in rural areas to reduce rural exodus.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movement of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types of migration.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migration?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movement of people from one place to another to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types of migration.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Distinguish internal and external migration.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Internal migration is within a country; external migration crosses borders.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immigrants arriving.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Distinguish immigration and emigration.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Immigration is entering a country; emigration is leaving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refugees.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push and two pull factors.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Push: poverty and war; pull: jobs and better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slum.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one consequence at the source and one at the destination.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Source: loss of young workers; destination: overcrowding and slums.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Migration and Immigration and emigration.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Net migration.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and Causes of Migration. Migration has the following types and causes. On this slide we have Internal migration and External migration.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and Causes of Migration. On this slide we have Push factors and Pull factors.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types of migration.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Consequences of Migration. Migration has the following consequences. On this slide we have At the source and At the destination.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Consequences of Migration. On this slide we have Brain drain.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Define migration.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movement of people from one place to another to live.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push factor and one pull factor.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war; jobs.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emigration; number 2, rural; number 3, brain.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Interview a migrant in your area and write the causes of his or her migration.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37: Notions on Optimum Population, Over-population and Under-population.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36: MIGRATION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36</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Migration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III: Management of Population Growth and Space Colonisation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Dynamics of Population and Implications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Change in Space (Migration)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36: Migration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Immigration, emigration, net migration, standards of living.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types (internal and external); general causes; general consequences of migration at source and destination.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migration, its causes and consequences.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(Further Study 4: Control of Population Growth):</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Should Cameroon adopt a one-child policy? Give two arguments for and two against.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 slower growth, fewer pressures on schools and jobs. Against: cultural values, future ageing, and education and health work better without force.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migration and its types.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causes of migration.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consequences at source and destination.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Many young people leave villages for towns.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Some Cameroonians go abroad.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Refugees flee wars.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young man leaves his village in the Far North for Douala to find work, while his cousin travels to Europe to study. Their village is left with old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are migrating.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the young man go?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Douala (internal migration).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effect on the village?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Only old people remain.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Create social amenities in rural areas to reduce rural exodus.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movement of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migration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Types of migration.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migration?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movement of people from one place to another to live.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migration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Types of migration.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internal and external migration.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Internal migration is within a country; external migration crosses borders.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TERMS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ellis.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Immigrants arriving.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TERMS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immigration and emigration.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TERMS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Immigration is entering a country; emigration is leaving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CAUSES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refuge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Refugees.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push and two pull factors.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Push: poverty and war; pull: jobs and better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CONSEQUENCES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slum.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slum.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consequence at the source and one at the destination.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Source: loss of young workers; destination: overcrowding and slums.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Dynamics of Population and Implications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Population Change in Space (Migration)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36: Migration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Migration: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movement of people from one place to another to live.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Immigration and emigration: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Immigration is entering a country and emigration is leaving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Net migration: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difference between immigrants and emigrants.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and Causes of Migration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Migration has the following types and causes: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Internal migration: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takes place within a country, such as rural-urban migration.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External migration: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crosses international borders.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and Causes of Migration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Push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Poverty, wars, disasters and lack of jobs push people away.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Pull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Jobs, schools, hospitals and security attract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and Causes of Migration</a:t>
            </a:r>
            <a:endParaRPr lang="en-US" sz="3600" dirty="0"/>
          </a:p>
        </p:txBody>
      </p:sp>
      <p:pic>
        <p:nvPicPr>
          <p:cNvPr id="4" name="Image 0" descr="/home/claude/f4/img/v2/migration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types of migration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Consequences of Migration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Migration has the following consequences: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At the source: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Villages lose young workers but receive money sent by migrants.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At the destination: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Towns gain workers but suffer overcrowding, slums and unemployment.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Consequences of Migration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Brain drain: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Skilled people leave poor countries for rich ones.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migration.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movement of people from one place to another to live.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push factor and one pull factor.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War; jobs.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Leaving a country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Moving from villages to towns is ______ exodus.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departure of skilled people is ______ drain.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Interview a migrant in your area and write the causes of his or her migration.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37: Notions on Optimum Population, Over-population and Under-population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Migration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migration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Immigration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L'immigration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Emigration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L'émigration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Refugee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réfugié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Rural exodus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L'exode rural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Brain drain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fuite des cerveaux</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Dynamics of Population and Implications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36: Migration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migration and its types. Explain the causes of migration. Explain the consequences at source and destination.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migration, its causes and consequences.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Types and Causes of Migration; Consequences of Migration.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Interview a migrant in your area and write the causes of his or her migration.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give examples.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define.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III: Management of Population Growth and Space Colonisation.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“No Known Restrictions: Ellis Island Immigrants by National Photo Co., ” by pingnews.com, Public domain 1.0, via Flickr (https://www.flickr.com/photos/39735679@N00/434439223)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“Secretary-General Visits Refugee Camps in Chad” by United Nations Photo, CC BY-NC-ND 2.0, via Flickr (https://www.flickr.com/photos/35483578@N03/6140060599)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“Mathare” by Book Aid International, CC BY-NC-ND 2.0, via Flickr (https://www.flickr.com/photos/45024905@N07/4135561707)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2026-10-02T05:13:45Z</dcterms:created>
  <dcterms:modified xsi:type="dcterms:W3CDTF">2026-10-02T05:13:45Z</dcterms:modified>
</cp:coreProperties>
</file>