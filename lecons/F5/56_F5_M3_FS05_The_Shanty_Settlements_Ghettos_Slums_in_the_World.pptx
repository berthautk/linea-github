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The Shanty Settlements (Ghettos/Slums) in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shanty town, slum, ghetto, urban renewal. At the end, you should be able to do this: learners are able to describe shanty settlements in the world and assess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48: Consequences of the Urbanisation Process. The question was: List three urban problems of your town and propose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Waste (bins and collection), floods (clean drains), traffic jams (new roads and public transport).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shanty settlements in Africa. Number 2: describe shanty settlements in NICs and AICs. Number 3: assess the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causes slums. Poor migrants build cheap houses. Slums lack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Kibera in Nairobi, the favelas of Rio de Janeiro and old ghettos in some American cities all have poor housing, but their causes and solutions differ.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Shanty settlements exist in all parts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African example.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Kibera (Nairobi).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NIC example.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favelas of Rio de Janeiro.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renewal of old dilapidated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 major urban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shanty town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shanty towns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of mud, wood or metal sheets, and no water, drains or toilets.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houses on stilts in a swamp.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an example and a solution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Kibera in Nairobi or Makoko in Lagos; slum upgrading with water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hillside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an example and a solution in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favelas of Rio; self-help housing and cable cars to link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renewed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ghettos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poor inner-city areas, often of minorities, with bad housing and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urban renewal.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attempted solutions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 renewal and social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Shanty town.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Shanty settlements in LICs and NICs have the following examples. On this slide we have Africa.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On this slide we have NICs.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are attempted. On this slide we have Slum upgrading and Site-and-service schemes.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Self-help housing.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Ghettos in AICs have the following characteristics. On this slide we have Poor housing, Unemployment and Crime.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are attempted. On this slide we have Urban renewal and Social housing.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Job programmes.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renewal.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shanty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unplanned settlement of poor self-built houses without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and one solution in an NIC.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favelas of Rio; self-help housing.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favelas; number 2, Kibera; number 3,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a poor quarter in a town of Cameroon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49: Functions of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THE SHANTY SETTLEMENTS (GHETTOS/SLUMS) IN THE WORLD</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Shanty Settlements (Ghettos/Slums) in the World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The Shanty Settlements (Ghettos/Slums) in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Shanty town, slum, ghetto, urban renewal.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Examples in Africa, their characteristics and attempted solutions; examples in NICs, their characteristics and attempted solutions; ghettos and slums in AICs, their characteristics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shanty settlements in the world and assess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48: Consequences of the Urbanisation Process):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propose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(bins and collection), floods (clean drains), traffic jams (new roads and public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shanty settlements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shanty settlements in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causes slums.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migrants build cheap houses.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Slums lack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the favelas of Rio de Janeiro and old ghettos in some American cities all have poor housing, but their causes and solutions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Shanty settlements exist in all parts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African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(Nairobi).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NIC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de Janeiro.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renewal of old dilapidated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 major urban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shanty town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shanty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of mud, wood or metal sheets, and no water, drains or toilets.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on stilts in a swamp.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and a solution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or Makoko in Lagos; slum upgrading with water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Hillside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and a solution in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self-help housing and cable cars to link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Renewed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ghettos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poor inner-city areas, often of minorities, with bad housing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attempted solutions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 and social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5: The Shanty Settlements (Ghettos/Slums) in the World</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Shanty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unplanned settlement of poor, self-built houses without basic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Examples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Shanty settlements in LICs and NICs have the following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and Makoko in Lagos have huts of mud and metal sheets without water or toilets.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Examples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de Janeiro and the slums of Mumbai are crowded on hills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Attempted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are attempted: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Slum upgrading: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roads and toilets are added to existing slums.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Site-and-service schemes: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Plots with water and roads are given to poor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Attempted Solutions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Self-help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their own houses with cheap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Ghettos in AICs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houses in the inner city are in bad condition.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have no job.</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Crime rates are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Attempted Solutions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are attempted: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renewal: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buildings are replaced by new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flats are built for poor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Attempted Solutions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 programmes: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trained and helped to find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shanty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unplanned settlement of poor self-built houses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and one solution in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self-help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Shanty towns in Brazil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slum in Nairobi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Rebuilding old city areas is urban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poor quarter in a town of Cameroon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49: Functions of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Shanty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taudis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Upgrading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L'amélioration / la réhabilitation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Social 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logement social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Self-help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The Shanty Settlements (Ghettos/Slums) in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shanty settlements in Africa. Describe shanty settlements in NICs and AICs. Assess the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shanty settlements in the world and assess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Attempted Solutions;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poor quarter in a town of Cameroon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2026-10-02T05:13:48Z</dcterms:created>
  <dcterms:modified xsi:type="dcterms:W3CDTF">2026-10-02T05:13:48Z</dcterms:modified>
</cp:coreProperties>
</file>