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5: The Shanty Settlements (Ghettos/Slums) in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shanty town, slum, ghetto, urban renewal. At the end, you should be able to do this: learners are able to describe shanty settlements in the world and assess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48: Consequences of the Urbanisation Process. The question was: List three urban problems of your town and propose one solution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Waste (bins and collection), floods (clean drains), traffic jams (new roads and public transport).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shanty settlements in Africa. Number 2: describe shanty settlements in NICs and AICs. Number 3: assess the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Urbanisation causes slums. Poor migrants build cheap houses. Slums lack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Kibera in Nairobi, the favelas of Rio de Janeiro and old ghettos in some American cities all have poor housing, but their causes and solutions differ.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Shanty settlements exist in all parts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African example.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Kibera (Nairobi).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NIC example.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favelas of Rio de Janeiro.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the renewal of old dilapidated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 major urban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shanty town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characteristics of shanty towns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of mud, wood or metal sheets, and no water, drains or toilets.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houses on stilts in a swamp.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an example and a solution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Kibera in Nairobi or Makoko in Lagos; slum upgrading with water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hillside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an example and a solution in NICs.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favelas of Rio; self-help housing and cable cars to link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renewed docklands.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ghettos in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Old poor inner-city areas, often of minorities, with bad housing and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urban renewal.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attempted solutions in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Urban renewal and social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Shanty town.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Shanty Settlements in Africa and in NICs. Shanty settlements in LICs and NICs are described as follows. On this slide we have Africa.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Shanty Settlements in Africa and in NICs. On this slide we have NICs and Attempted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Ghettos and Slums in AICs. Ghettos in AICs are described as follows. On this slide we have Characteristics and Attempted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renewal.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shanty town.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unplanned settlement of poor self-built houses without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and one solution in an NIC.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favelas of Rio; self-help housing.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favelas; number 2, Kibera; number 3, renewal.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a poor quarter in a town of Cameroon and propose two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49: Functions of Urban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5: THE SHANTY SETTLEMENTS (GHETTOS/SLUMS) IN THE WORLD</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Shanty Settlements (Ghettos/Slums) in the World</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5: The Shanty Settlements (Ghettos/Slums) in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Shanty town, slum, ghetto, urban renewal.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Examples in Africa, their characteristics and attempted solutions; examples in NICs, their characteristics and attempted solutions; ghettos and slums in AICs, their characteristics and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shanty settlements in the world and assess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48: Consequences of the Urbanisation Process):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urban problems of your town and propose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(bins and collection), floods (clean drains), traffic jams (new roads and public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shanty settlements in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shanty settlements in NICs and AICs.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Urbanisation causes slums.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Poor migrants build cheap houses.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Slums lack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Kibera in Nairobi, the favelas of Rio de Janeiro and old ghettos in some American cities all have poor housing, but their causes and solutions differ.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Shanty settlements exist in all parts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African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Kibera (Nairobi).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NIC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favelas of Rio de Janeiro.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the renewal of old dilapidated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 major urban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shanty town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shanty towns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of mud, wood or metal sheets, and no water, drains or toilets.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i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Houses on stilts in a swamp.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and a solution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Kibera in Nairobi or Makoko in Lagos; slum upgrading with water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lapa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Hillside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and a solution in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favelas of Rio; self-help housing and cable cars to link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docklands.jpg">    </p:cNvPr>
          <p:cNvPicPr>
            <a:picLocks noChangeAspect="1"/>
          </p:cNvPicPr>
          <p:nvPr/>
        </p:nvPicPr>
        <p:blipFill>
          <a:blip r:embed="rId1"/>
          <a:stretch>
            <a:fillRect/>
          </a:stretch>
        </p:blipFill>
        <p:spPr>
          <a:xfrm>
            <a:off x="1978396" y="1783080"/>
            <a:ext cx="8234904"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Renewed docklands.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ghettos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poor inner-city areas, often of minorities, with bad housing and 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enew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renewal.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attempted solutions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renewal and social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5: The Shanty Settlements (Ghettos/Slums) in the World</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Shanty 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unplanned settlement of poor, self-built houses without basic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Shanty Settlements in Africa and in NICs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Shanty settlements in LICs and NICs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Kibera in Nairobi and Makoko in Lagos have huts of mud and metal sheets without water or toilets.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Shanty Settlements in Africa and in NICs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favelas of Rio de Janeiro and the slums of Mumbai are crowded on hills and swamps.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Attempted 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 upgrading, site-and-service schemes and self-help housing are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Ghettos and Slums in AICs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Ghettos in AICs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old inner-city areas with poor housing, unemployment and crime.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Attempted 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renewal, social housing and job programmes are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Ghettos and Slums in AICs</a:t>
            </a:r>
            <a:endParaRPr lang="en-US" sz="3600" dirty="0"/>
          </a:p>
        </p:txBody>
      </p:sp>
      <p:pic>
        <p:nvPicPr>
          <p:cNvPr id="4" name="Image 0" descr="/home/claude/f4/img/v2/renew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renewal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shanty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unplanned settlement of poor self-built houses without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and one solution in an 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favelas of Rio; self-help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Shanty towns in Brazil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large slum in Nairobi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Rebuilding old city areas is urban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poor quarter in a town of Cameroon and 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49: Functions of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Shanty 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taudis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Ghetto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ghetto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Upgrading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L'amélioration / la réhabilitation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Social housing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logement social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Self-help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L'auto-construction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5: The Shanty Settlements (Ghettos/Slums) in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shanty settlements in Africa. Describe shanty settlements in NICs and AICs. Assess the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shanty settlements in the world and assess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Shanty Settlements in Africa and in NICs; Ghettos and Slums in AICs.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 poor quarter in a town of Cameroon and propose two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“Village on the water Brunei.” by Bernard Spragg, CC0 1.0, via Flickr (https://www.flickr.com/photos/88123769@N02/15383937049)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 Paz” by cliff.hellis, CC BY-NC-ND 2.0, via Flickr (https://www.flickr.com/photos/30099537@N02/6348597083)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“Old &amp; new: University Greenwich, The Queen's House &amp; London Docklands” by Bert Kaufmann, CC BY-NC 2.0, via Flickr (https://www.flickr.com/photos/22746515@N02/26742366958)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2026-09-28T21:15:23Z</dcterms:created>
  <dcterms:modified xsi:type="dcterms:W3CDTF">2026-09-28T21:15:23Z</dcterms:modified>
</cp:coreProperties>
</file>