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pipeline, oil, gas, water supply. At the end, you should be able to do this: learners are able to explain the use of pipelines and assess their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Specialised Forms of Transport: Motorways and Cableways. The question was: Suggest where a motorway and a cableway could be useful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Motorway: Douala–Yaoundé (heavy traffic, under construction); cableway: Mount Cameroon or the Mandara Mountains for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pipeline. Number 2: give the advantages and disadvantages of pipelines. Number 3: explain their impact on the economy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Pipelines are a form of land transport. Chad produces oil. Oil spills pollute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Oil from Doba in Chad travels more than 1,000 km under the ground to Kribi in Cameroon. Villagers along the line receive some jobs, but they fear leaks.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role and impact of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pipeline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Crude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villagers fear?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Leaks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any leak or damage to pipelines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 important way of moving fuels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pipeline.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pipeline?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line of pipes that carries liquids or gases over a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large quantities cheaply and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spill.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disadvantages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costly to build and can leak or be sabotaged.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oil producers.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Chad–Cameroon pipeline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brings transit fees and jobs to Cameroon and exports for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effects of pipelines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leaks pollute soil and water, and building destroys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Pipeline.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Pipelines have the following advantages, disadvantages and risks.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Risks.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and the Environment. Pipelines have the following impacts. On this slide we have Economy and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and the Environment.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environmental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pipeline?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line of pipes carrying liquids or gases.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and one environmental impact.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revenue; oil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gases; number 2, Kribi;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Chad–Cameroon pipeline.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PIPELINES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Pipelines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Pipelines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Pipeline, oil, gas,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advantages and disadvantages; impact on the economy and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Specialised Forms of Transport: Motorways and Cableways):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 Douala–Yaoundé (heavy traffic, under construction); cableway: Mount Cameroon or the Mandara Mountains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pipeline.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the economy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Pipelines are a form of land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Chad produces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spills pollute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from Doba in Chad travels more than 1,000 km under the ground to Kribi in Cameroon. Villagers along the line receive some jobs, but they fear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role and impact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pipeline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Crude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fear?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any leak or damage to pipelines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 important way of moving fuels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pipelin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pipeline.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large quantities cheaply and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sp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spill.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costly to build and can leak or be sabotaged.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producers.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Chad–Cameroon pipeline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transit fees and jobs to Cameroon and exports for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pipelines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leaks pollute soil and water, and building destroys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Pipeline: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advantages, disadvantages and risks: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large volumes cheaply, continuously and safely.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costly to build and carry only liquids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theft and sabotage are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revenue, jobs and cheap supply of oil, gas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Chad–Cameroon pipeline carries oil from Doba to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pollute soil and water and building destroys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environmental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pipes carrying liquids or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and one environmental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Revenue; oil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carry liquids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Chad–Cameroon pipeline ends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pipeline leak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L'oléoduc / le 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recettes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Pipelines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pipeline. Give the advantages and disadvantages of pipelines. Explain their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Advantages and Disadvantages;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Chad–Cameroon pipeline.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“Fairbanks - Trans-Alaska Pipeline” by roger4336, CC BY-SA 2.0, via Flickr (https://www.flickr.com/photos/24736216@N07/3824994628)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2026-09-29T03:11:57Z</dcterms:created>
  <dcterms:modified xsi:type="dcterms:W3CDTF">2026-09-29T03:11:57Z</dcterms:modified>
</cp:coreProperties>
</file>