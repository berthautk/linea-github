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13: Pipelines.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 Management of Manufacturing and Tertiary Activities.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World Communication. The key notions we shall use today are: pipeline, oil, gas, water supply. At the end, you should be able to do this: learners are able to explain the use of pipelines and assess their impact.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12: Specialised Forms of Transport: Motorways and Cableways. The question was: Suggest where a motorway and a cableway could be useful in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Motorway: Douala–Yaoundé (heavy traffic, under construction); cableway: Mount Cameroon or the Mandara Mountains for tourism.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 pipeline. Number 2: give the advantages and disadvantages of pipelines. Number 3: explain their impact on the economy and the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Pipelines are a form of land transport. Chad produces oil. Oil spills pollute the environment.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Oil from Doba in Chad travels more than 1,000 km under the ground to Kribi in Cameroon. Villagers along the line receive some jobs, but they fear leaks.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know the role and impact of pipelines.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the pipeline carry?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Crude 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 villagers fear?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Leaks and pollution.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report any leak or damage to pipelines to the authorities.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an important way of moving fuels and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pipeline.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 pipeline?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long line of pipes that carries liquids or gases over a distance.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an oil well.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advantages of pipelines.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carry large quantities cheaply and continuously.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an oil spill.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disadvantages of pipelines.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are costly to build and can leak or be sabotaged.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oil producers.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does the Chad–Cameroon pipeline help the economy?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brings transit fees and jobs to Cameroon and exports for Chad.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pollution.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effects of pipelines on the environment.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Oil leaks pollute soil and water, and building destroys forest.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Pipeline.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Advantages. Pipelines have the following advantages. On this slide we have Large volumes and Low cost.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Advantages. On this slide we have Continuous and safe flow.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Disadvantages and Risks. Pipelines have the following disadvantages and risks. On this slide we have High building cost and Liquids and gases only.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Disadvantages and Risks. On this slide we have Leaks, theft and sabotage.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Impact on the Economy and the Environment. Pipelines have the following impacts. On this slide we have Economy and Example.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Impact on the Economy and the Environment. On this slide we have Environment.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environmental pollution.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a pipeline?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line of pipes carrying liquids or gases.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economic and one environmental impact.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revenue; oil pollution.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gases; number 2, Kribi; number 3, pollution.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sketch map of the Chad–Cameroon pipeline.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14: Globalisation.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13: PIPELINES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Pipelines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Management of Manufacturing and Tertiary Activities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World Communication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13: Pipelines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Pipeline, oil, gas, water supply.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advantages and disadvantages; impact on the economy and on the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use of pipelines and assess their impact.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12: Specialised Forms of Transport: Motorways and Cableways):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Suggest where a motorway and a cableway could be useful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Motorway: Douala–Yaoundé (heavy traffic, under construction); cableway: Mount Cameroon or the Mandara Mountains for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pipeline.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advantages and disadvantages of pipelines.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their impact on the economy and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Pipelines are a form of land transport.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Chad produces oil.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Oil spills pollute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Oil from Doba in Chad travels more than 1,000 km under the ground to Kribi in Cameroon. Villagers along the line receive some jobs, but they fear leaks.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know the role and impact of pipelines.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pipeline carry?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Crude 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villagers fear?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Leaks and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Report any leak or damage to pipelines to the authorities.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an important way of moving fuels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5_pipeline.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pipeline.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pipeline?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long line of pipes that carries liquids or gases over a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ADVANTAGES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oilwell.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oil well.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advantages of pipelines.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carry large quantities cheaply and continuously.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DISADVANTAGES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oilspil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oil spill.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disadvantages of pipelines.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costly to build and can leak or be sabotaged.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 ON THE ECONOMY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oil_producer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Oil producers.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 ON THE ECONOMY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the Chad–Cameroon pipeline help the economy?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 ON THE ECONOMY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brings transit fees and jobs to Cameroon and exports for Chad.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 ON THE ENVIRONMENT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env_pollu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Pollution.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 ON THE ENVIRONMENT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effects of pipelines on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 ON THE ENVIRONMENT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Oil leaks pollute soil and water, and building destroys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World Communication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Pipelines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Pipeline: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long line of pipes that carries liquids or gases over a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Advantages and Disadvantages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Advantages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Pipelines have the following advantages: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Large volumes: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carry a lot of oil, gas or water.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Low cost: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Transport is cheap once the pipe is built.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Advantages and Disadvantages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Advantages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Continuous and safe flow: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work day and night with few accidents.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Advantages and Disadvantages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Disadvantages and Risks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Pipelines have the following disadvantages and risks: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 building cost: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Pipes are very expensive to lay.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Liquids and gases only: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cannot carry solid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Advantages and Disadvantages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B) Disadvantages and Risks (continued)</a:t>
            </a:r>
            <a:endParaRPr lang="en-US" sz="27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Leaks, theft and sabotage: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Oil can escape or be stolen.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Impact on the Economy and the Environment</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Pipelines have the following impacts: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bring revenue, jobs and cheap supply of oil, gas and water.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Chad–Cameroon pipeline carries oil from Doba to Kribi.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Impact on the Economy and the Environment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Environment: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Leaks pollute soil and water and building destroys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Impact on the Economy and the Environment</a:t>
            </a:r>
            <a:endParaRPr lang="en-US" sz="3600" dirty="0"/>
          </a:p>
        </p:txBody>
      </p:sp>
      <p:pic>
        <p:nvPicPr>
          <p:cNvPr id="4" name="Image 0" descr="/home/claude/f4/img/v2/env_pollu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environmental pollution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pipeline?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line of pipes carrying liquids or gases.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economic and one environmental impact.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Revenue; oil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Pipelines carry liquids and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Chad–Cameroon pipeline ends at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pipeline leak causes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the Chad–Cameroon pipeline.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14: Globalisation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Pipeline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L'oléoduc / le pipeline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Gas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gaz</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Crude 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pétrole brut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fuite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Sabotage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sabotage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Revenue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recettes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13: Pipelines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pipeline. Give the advantages and disadvantages of pipelines. Explain their impact on the economy and the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use of pipelines and assess their impact.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Advantages; Disadvantages and Risks; Impact on the Economy and the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sketch map of the Chad–Cameroon pipeline.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 Management of Manufacturing and Tertiary Activities.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“Fairbanks - Trans-Alaska Pipeline” by roger4336, CC BY-SA 2.0, via Flickr (https://www.flickr.com/photos/24736216@N07/3824994628)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“Oil Pump Jack” by Paul Lowry, CC BY 2.0, via Flickr (https://www.flickr.com/photos/10039026@N03/2770193028)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“Exxon Valdez Oil Spill - 0038” by ARLIS Reference, CC BY-SA 2.0, via Flickr (https://www.flickr.com/photos/51606297@N07/4750613516)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2026-10-02T05:13:39Z</dcterms:created>
  <dcterms:modified xsi:type="dcterms:W3CDTF">2026-10-02T05:13:39Z</dcterms:modified>
</cp:coreProperties>
</file>