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pipeline, oil, gas, water supply. At the end, you should be able to do this: learners are able to explain the use of pipelines and assess their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Specialised Forms of Transport: Motorways and Cableways. The question was: Suggest where a motorway and a cableway could be useful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Motorway: Douala–Yaoundé (heavy traffic, under construction); cableway: Mount Cameroon or the Mandara Mountains for tourism.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pipeline. Number 2: give the advantages and disadvantages of pipelines. Number 3: explain their impact on the economy and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Pipelines are a form of land transport. Chad produces oil. Oil spills pollute the environment.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Oil from Doba in Chad travels more than 1,000 km under the ground to Kribi in Cameroon. Villagers along the line receive some jobs, but they fear leaks.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role and impact of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pipeline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Crude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villagers fear?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Leaks and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report any leak or damage to pipelines to the authorities.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 important way of moving fuels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pipeline.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pipeline?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long line of pipes that carries liquids or gases over a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oil well.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advantages of pipelines.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carry large quantities cheaply and continuously.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spill.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disadvantages of pipelines.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costly to build and can leak or be sabotaged.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oil producers.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the Chad–Cameroon pipeline help the economy?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brings transit fees and jobs to Cameroon and exports for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pollution.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effects of pipelines on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leaks pollute soil and water, and building destroys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Pipeline.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Pipelines have the following advantages, disadvantages and risks. On this slide we have Advantages and Disadvantages.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and Disadvantages. On this slide we have Risks.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 on the Economy and the Environment. Pipelines have the following impacts. On this slide we have Economy and Example.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 on the Economy and the Environment. On this slide we have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environmental pollution.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pipeline?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line of pipes carrying liquids or gases.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economic and one environmental impact.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revenue; oil pollution.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gases; number 2, Kribi; number 3,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Chad–Cameroon pipeline.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Globalisation.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PIPELINES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Pipelines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Pipelines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Pipeline, oil, gas, water supply.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advantages and disadvantages; impact on the economy and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use of pipelines and assess their impact.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Specialised Forms of Transport: Motorways and Cableways):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where a motorway and a cableway could be useful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Motorway: Douala–Yaoundé (heavy traffic, under construction); cableway: Mount Cameroon or the Mandara Mountains for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pipeline.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advantages and disadvantages of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impact on the economy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Pipelines are a form of land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Chad produces 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spills pollute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from Doba in Chad travels more than 1,000 km under the ground to Kribi in Cameroon. Villagers along the line receive some jobs, but they fear leaks.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role and impact of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pipeline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Crude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villagers fear?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Leaks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Report any leak or damage to pipelines to the authorities.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 important way of moving fuels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5_pipelin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pipeline.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pipeline?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long line of pipes that carries liquids or gases over a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ilwel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well.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large quantities cheaply and continuously.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oilsp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spill.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costly to build and can leak or be sabotaged.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ECONOMY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Oil producers.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Chad–Cameroon pipeline help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ECONOMY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brings transit fees and jobs to Cameroon and exports for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pipelines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 ON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leaks pollute soil and water, and building destroys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World Communication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Pipelines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Pipeline: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line of pipes that carries liquids or gases over a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Pipelines have the following advantages, disadvantages and risks: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large volumes cheaply, continuously and safely.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costly to build and carry only liquids and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Advantages and Disadvantages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Risks: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Leaks, theft and sabotage are possible.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Economy and the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Pipelines have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revenue, jobs and cheap supply of oil, gas and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Chad–Cameroon pipeline carries oil from Doba to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Economy and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Leaks pollute soil and water and building destroys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Impact on the Economy and the Environment</a:t>
            </a:r>
            <a:endParaRPr lang="en-US" sz="3600" dirty="0"/>
          </a:p>
        </p:txBody>
      </p:sp>
      <p:pic>
        <p:nvPicPr>
          <p:cNvPr id="4" name="Image 0" descr="/home/claude/f4/img/v2/env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environmental pollution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pipeline?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of pipes carrying liquids or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economic and one environmental impact.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Revenue; oil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Pipelines carry liquids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Chad–Cameroon pipeline ends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pipeline leak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Chad–Cameroon pipeline.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Pipeline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L'oléoduc / le pipeline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Crude 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 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fuite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Sabotage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sabotage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recettes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Pipelines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pipeline. Give the advantages and disadvantages of pipelines. Explain their impact on the economy and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use of pipelines and assess their impact.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Advantages and Disadvantages; Impact on the Economy and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Chad–Cameroon pipeline.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“Fairbanks - Trans-Alaska Pipeline” by roger4336, CC BY-SA 2.0, via Flickr (https://www.flickr.com/photos/24736216@N07/3824994628)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“Oil Pump Jack” by Paul Lowry, CC BY 2.0, via Flickr (https://www.flickr.com/photos/10039026@N03/2770193028)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“Exxon Valdez Oil Spill - 0038” by ARLIS Reference, CC BY-SA 2.0, via Flickr (https://www.flickr.com/photos/51606297@N07/4750613516)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2026-09-28T21:15:14Z</dcterms:created>
  <dcterms:modified xsi:type="dcterms:W3CDTF">2026-09-28T21:15:14Z</dcterms:modified>
</cp:coreProperties>
</file>