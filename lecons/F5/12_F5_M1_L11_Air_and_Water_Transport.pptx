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Lst>
  <p:notesMasterIdLst>
    <p:notesMasterId r:id="rId5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notesMaster" Target="notesMasters/notesMaster1.xml"/><Relationship Id="rId56" Type="http://schemas.openxmlformats.org/officeDocument/2006/relationships/presProps" Target="presProps.xml"/><Relationship Id="rId57" Type="http://schemas.openxmlformats.org/officeDocument/2006/relationships/viewProps" Target="viewProps.xml"/><Relationship Id="rId58" Type="http://schemas.openxmlformats.org/officeDocument/2006/relationships/theme" Target="theme/theme1.xml"/><Relationship Id="rId5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11: Air and Water Transport.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5. It belongs to Module I: Management of Manufacturing and Tertiary Activities.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Managing Resources for Development through Economic Activities, and the sub-topic is World Communication. The key notions we shall use today are: container ships, tankers, liners, lakers, drones. At the end, you should be able to do this: learners are able to describe air and water transport and explain their development and importance.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10: Impact of Road and Railway Transport on the Economy. The question was: Explain how the tarring of a road in your region changed the life of the people.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Faster and cheaper travel, more trade and lower prices, new shops and jobs along the road, but more accidents and speeding.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identify the types of air and water transport. Number 2: explain the factors of their development. Number 3: assess their advantages, disadvantages and impact.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Douala and Kribi have seaports. Aeroplanes are the fastest means of transport. Ships carry most world trade.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Cameroon exports timber and cocoa by ship from Kribi and Douala, while fresh flowers from Kenya reach Europe by aeroplane in one night.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We want to know why ships and aeroplanes carry different goods.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do ships carry?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Heavy goods such as timber and cocoa.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do aeroplanes carry?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Light, valuable and perishable goods such as flowers.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respect safety rules on boats and wear a life jacket.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world trade and travel.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a container ship.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Name three types of ships.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Container ships, tankers and liners (also lakers and bulk carriers).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barges on a river.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What is inland water transport?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Transport on rivers, lakes and canals by barges and boats.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passenger aeroplane.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Name two types of air transport.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Passenger flights and cargo flights (also drones and helicopters).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an airport.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Give two factors for the development of air and water transport.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Deep, sheltered harbours for ports and flat land with capital for airports.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diagram: transport costs.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Compare the advantages of sea and air transport.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Sea transport is cheap for heavy goods; air transport is fast for people and valuable goods.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Types of Air and Water Transport. The types of air and water transport are the following. On this slide we have Ocean transport and Inland waterways.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Types of Air and Water Transport. On this slide we have Air transport.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Factors of Development. Air and water transport develop because of the following factors. On this slide we have Physical factors and Economic factors.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Factors of Development. On this slide we have Technology.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Advantages, Disadvantages and Impact. Air and water transport have the following effects. On this slide we have Water transport and Air transport.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Advantages, Disadvantages and Impact. On this slide we have Impact on the economy and Recent developments.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modes of transport.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Give two types of ships.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tankers and container ships.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one advantage and one disadvantage of air transport.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fast; very costly.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tanker; number 2, liner; number 3, 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Name the seaports and international airports of Cameroon.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Further Study 2: Containerisation.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5</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11: AIR AND WATER TRANSPORT</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5</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11</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Air and Water Transport</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5</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I: Management of Manufacturing and Tertiary Activities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Managing Resources for Development through Economic Activities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World Communication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11: Air and Water Transport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Container ships, tankers, liners, lakers, drones.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Types; factors influencing the development of air and water transport; advantages and disadvantages; impact on the economy; recent developments.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describe air and water transport and explain their development and importance.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10: Impact of Road and Railway Transport on the Economy):</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Explain how the tarring of a road in your region changed the life of the people.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Faster and cheaper travel, more trade and lower prices, new shops and jobs along the road, but more accidents and speeding.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Identify the types of air and water transport.</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factors of their development.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Assess their advantages, disadvantages and impact.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Douala and Kribi have seaports.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Aeroplanes are the fastest means of transport.</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Ships carry most world trade.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Cameroon exports timber and cocoa by ship from Kribi and Douala, while fresh flowers from Kenya reach Europe by aeroplane in one night.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 want to know why ships and aeroplanes carry different goods.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 ships carry?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Heavy goods such as timber and cocoa.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 aeroplanes carry?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Light, valuable and perishable goods such as flowers.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Respect safety rules on boats and wear a life jacket.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world trade and travel.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TYPES: WATER</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4_por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container ship.</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TYPES: WATER</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three types of ships.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TYPES: WATER</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Container ships, tankers and liners (also lakers and bulk carriers).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TYPES: INLAND WATERWAYS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5_barg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Barges on a river.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TYPES: INLAND WATERWAYS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inland water transport?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TYPES: INLAND WATERWAYS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Transport on rivers, lakes and canals by barges and boats.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TYPES: AIR</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5_plan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passenger aeroplane.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TYPES: AIR</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two types of air transport.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TYPES: AIR</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Passenger flights and cargo flights (also drones and helicopters).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FACTORS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usa_airpor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 airport.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FACTORS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factors for the development of air and water transport.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FACTORS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Deep, sheltered harbours for ports and flat land with capital for airports.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ADVANTAGES AND IMPACT</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transport_costs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Transport costs.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ADVANTAGES AND IMPACT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Compare the advantages of sea and air transport.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ADVANTAGES AND IMPACT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Sea transport is cheap for heavy goods; air transport is fast for people and valuable goods.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Managing Resources for Development through Economic Activities</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World Communication</a:t>
            </a:r>
            <a:endParaRPr lang="en-US" sz="3200" dirty="0"/>
          </a:p>
          <a:p>
            <a:pPr algn="l" indent="0" marL="0">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Lesson 11: Air and Water Transport</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Types of Air and Water Transport</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types of air and water transport are the following:</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Ocean transport: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Container ships, tankers, bulk carriers and liners cross the seas.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Inland waterways: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Barges and lakers use rivers, lakes and canals.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Types of Air and Water Transport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Air transport: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Passenger and cargo aeroplanes, helicopters and drones fly goods and people.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Factors of Development</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Air and water transport develop because of the following factors: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Physical factors: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Deep sheltered harbours, navigable rivers and flat land for airports are needed.</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Economic factors: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Trade, tourism and large capital support ports and airports.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Factors of Development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Technology: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Big ships, jet aircraft and radar make transport safe and fast.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Advantages, Disadvantages and Impact</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Air and water transport have the following effects: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Water transport: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cheap for bulky goods but slow.</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Air transport: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fast but very costly and carries small loads.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Advantages, Disadvantages and Impact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Impact on the economy: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Ports and airports create jobs, trade and tourism.</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Recent developments: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Giant container ships, cargo drones and larger aircraft are new trends.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Advantages, Disadvantages and Impact</a:t>
            </a:r>
            <a:endParaRPr lang="en-US" sz="3600" dirty="0"/>
          </a:p>
        </p:txBody>
      </p:sp>
      <p:pic>
        <p:nvPicPr>
          <p:cNvPr id="4" name="Image 0" descr="/home/claude/f4/img/v2/mod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modes of transport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types of ships.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Tankers and container ships.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advantage and one disadvantage of air transport.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Fast; very costly.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ship that carries oil is a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ship that carries passengers is a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fastest mode of transport is ______ transport.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seaports and international airports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Further Study 2: Containerisation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Ship</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navire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Tanker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pétrolier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Harbour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port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Airport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L'aéroport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Cargo</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cargaison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Drone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drone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Managing Resources for Development through Economic Activities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11: Air and Water Transport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Identify the types of air and water transport. Explain the factors of their development. Assess their advantages, disadvantages and impact.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describe air and water transport and explain their development and importance.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Types of Air and Water Transport; Factors of Development; Advantages, Disadvantages and Impact.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Name the seaports and international airports of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name ships.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name navigable rivers.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name airports.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discuss.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compare.</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Forms I–V, MINESEC (2023) — Form 5, Module I: Management of Manufacturing and Tertiary Activities.</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“JAXPORT Welcomes Largest Container Ship To Date” by JAXPORT, CC BY-NC 2.0, via Flickr (https://www.flickr.com/photos/24847875@N05/17069054628)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“Cargo handling facilities, Calumet River” by UIC Library Digital Collections, CC BY-NC-SA 2.0, via Flickr (https://www.flickr.com/photos/34893859@N05/7979987843)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“Olympic Airlines A340-313X 'Epidauros'” by caribb, CC BY-NC-ND 2.0, via Flickr (https://www.flickr.com/photos/87857621@N00/194965684)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“Airplane” by jeffk, CC BY 2.0, via Flickr (https://www.flickr.com/photos/44124372247@N01/59597563)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53</Slides>
  <Notes>53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53</vt:i4>
      </vt:variant>
    </vt:vector>
  </HeadingPairs>
  <TitlesOfParts>
    <vt:vector size="5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2026-09-28T21:15:13Z</dcterms:created>
  <dcterms:modified xsi:type="dcterms:W3CDTF">2026-09-28T21:15:13Z</dcterms:modified>
</cp:coreProperties>
</file>