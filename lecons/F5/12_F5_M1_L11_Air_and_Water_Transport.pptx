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Air and Water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World Communication. The key notions we shall use today are: container ships, tankers, liners, lakers, drones. At the end, you should be able to do this: learners are able to describe air and water transport and explain their development and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Impact of Road and Railway Transport on the Economy. The question was: Explain how the tarring of a road in your region changed the life of the people.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Faster and cheaper travel, more trade and lower prices, new shops and jobs along the road, but more accidents and speeding.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types of air and water transport. Number 2: explain the factors of their development. Number 3: assess their advantages, disadvantages and impact.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Douala and Kribi have seaports. Aeroplanes are the fastest means of transport. Ships carry most world trade.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exports timber and cocoa by ship from Kribi and Douala, while fresh flowers from Kenya reach Europe by aeroplane in one night.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why ships and aeroplanes carry different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ships carry?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Heavy goods such as timber and cocoa.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aeroplanes carry?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Light, valuable and perishable goods such as flowers.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safety rules on boats and wear a life jacket.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world trade and travel.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container ship.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types of ships.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Container ships, tankers and liners (also lakers and bulk carriers).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barges on a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inland water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Transport on rivers, lakes and canals by barges and boats.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passenger aeroplane.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two types of air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Passenger flights and cargo flights (also drones and helicopters).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airport.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factors for the development of air and water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Deep, sheltered harbours for ports and flat land with capital for airports.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transport costs.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Compare the advantages of sea and air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Sea transport is cheap for heavy goods; air transport is fast for people and valuable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Air and Water Transport. The types of air and water transport are the following. On this slide we have Ocean transport and Inland waterways.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Air and Water Transport. On this slide we have Air transport.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Development. Air and water transport develop because of the following factors. On this slide we have Physical factors and Economic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Development. On this slide we have Technology.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Water and air transport have the following advantages and disadvantages. On this slide we have Water transport and Air transport.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 and Recent Developments. Water and air transport have the following impact and developments. On this slide we have Jobs and Trade and tourism.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 and Recent Developments. On this slide we have Recent developments.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modes of transport.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types of ships.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tankers and container ships.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air transport.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fast; very costly.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tanker; number 2, liner; number 3,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seaports and international airports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Containerisation.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11: AIR AND WATER TRANSPORT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Air and Water Transport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Air and Water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Container ships, tankers, liners, lakers, drones.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factors influencing the development of air and water transport; advantages and disadvantages; impact on the economy; recent developments.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air and water transport and explain their development and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Impact of Road and Railway Transport on the Economy):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the tarring of a road in your region changed the life of the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Faster and cheaper travel, more trade and lower prices, new shops and jobs along the road, but more accidents and speeding.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of air and water transport.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their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their advantages, disadvantages and impact.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and Kribi have seaports.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Aeroplanes are the fastest means of transport.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Ships carry most world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exports timber and cocoa by ship from Kribi and Douala, while fresh flowers from Kenya reach Europe by aeroplane in one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why ships and aeroplanes carry different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ships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goods such as timber and cocoa.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aeroplanes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 valuable and perishable goods such as flowers.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safety rules on boats and wear a life jacket.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world trade and travel.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WATER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container ship.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ships.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Container ships, tankers and liners (also lakers and bulk carriers).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INLAND WATERWAYS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5_bar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Barges on 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INLAND WATERWAYS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inland water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INLAND WATERWAYS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on rivers, lakes and canals by barges and boats.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AIR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5_pla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passenger aeroplane.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AIR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types of air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AIR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Passenger flights and cargo flights (also drones and helicopters).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air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airport.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for the development of air and water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Deep, sheltered harbours for ports and flat land with capital for airports.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IMPACT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ransport_cost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Transport costs.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IMPACT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advantages of sea and air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IMPACT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 transport is cheap for heavy goods; air transport is fast for people and valuable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World Communication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11: Air and Water Transport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Air and Water Transport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types of air and water transport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Container ships, tankers, bulk carriers and liners cross the seas.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Inland waterways: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Barges and lakers use rivers, lakes and canals.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Air and Water Transport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Passenger and cargo aeroplanes, helicopters and drones fly goods and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Development</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Air and water transport develop because of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Deep sheltered harbours, navigable rivers and flat land for airports are needed.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tourism and large capital support ports and airports.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Big ships, jet aircraft and radar make transport safe and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Disadvantages and Impact</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Advantages and Disadvantages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and air transport have the following advantages and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cheap for bulky goods but slow.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fast but very costly and carries small loads.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Disadvantages and Impact</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Impact and Recent Developments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and air transport have the following impact and developments: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Jobs: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Ports and airports employ many workers.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Trade and 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Goods and tourists arrive by ship and plane.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Disadvantages and Impact</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200" b="1" dirty="0">
                <a:solidFill>
                  <a:srgbClr val="990011"/>
                </a:solidFill>
                <a:latin typeface="Times New Roman" pitchFamily="34" charset="0"/>
                <a:ea typeface="Times New Roman" pitchFamily="34" charset="-122"/>
                <a:cs typeface="Times New Roman" pitchFamily="34" charset="-120"/>
              </a:rPr>
              <a:t>B) Impact and Recent Developments (continued)</a:t>
            </a:r>
            <a:endParaRPr lang="en-US" sz="2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Recent developments: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Giant container ships and larger aircraft are new trends.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Disadvantages and Impact</a:t>
            </a:r>
            <a:endParaRPr lang="en-US" sz="3600" dirty="0"/>
          </a:p>
        </p:txBody>
      </p:sp>
      <p:pic>
        <p:nvPicPr>
          <p:cNvPr id="4" name="Image 0" descr="/home/claude/f4/img/v2/mo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modes of transport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types of ships.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Tankers and container ships.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air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 very costly.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ship that carries oil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ship that carries passengers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fastest mode of transport is ______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seaports and international airports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Containerisation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Ship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navire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Tanker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pétrolier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Harbour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L'aéroport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Cargo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cargaison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drone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Air and Water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types of air and water transport. Explain the factors of their development. Assess their advantages, disadvantages and impact.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air and water transport and explain their development and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of Air and Water Transport; Factors of Development; Advantages and Disadvantages; Impact and Recent Developments.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seaports and international airports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ships.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navigable rivers.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airports.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“JAXPORT Welcomes Largest Container Ship To Date” by JAXPORT, CC BY-NC 2.0, via Flickr (https://www.flickr.com/photos/24847875@N05/17069054628)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“Cargo handling facilities, Calumet River” by UIC Library Digital Collections, CC BY-NC-SA 2.0, via Flickr (https://www.flickr.com/photos/34893859@N05/7979987843)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“Olympic Airlines A340-313X 'Epidauros'” by caribb, CC BY-NC-ND 2.0, via Flickr (https://www.flickr.com/photos/87857621@N00/194965684)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“Airplane” by jeffk, CC BY 2.0, via Flickr (https://www.flickr.com/photos/44124372247@N01/59597563)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2026-10-02T05:13:38Z</dcterms:created>
  <dcterms:modified xsi:type="dcterms:W3CDTF">2026-10-02T05:13:38Z</dcterms:modified>
</cp:coreProperties>
</file>