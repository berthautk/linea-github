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Concept of Urban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town, city, conurbation, megalopolis. At the end, you should be able to do this: learners are able to define and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Rural Settlement Patterns. The question was: Identify the settlement pattern of your area and explain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linear along the main road for transport and trade, or dispersed in the savanna because farms are large.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urban settlements into types. Number 3: give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Douala is a big city. Tokyo is one of the largest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is a town, Douala is a city with millions of people, and in Japan several cities have grown together into one huge urban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cities growing together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conurbation.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to control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different sizes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and dense settlement where most people work in industry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 town and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town is a medium urban settlement; a city is a large one with many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urban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megalopolis?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large chain of conurbations, like Boston–Washington in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megacities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Tokyo and Lagos (also Delhi, Shanghai and Cairo).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Settlements. Urban settlements are classified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Settlements. On this slide we have Conurbation and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conurbation.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several towns that have grown together.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boston–Washington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conurbation; number 2, megalopolis; number 3,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settlements of Cameroon into village, town and 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47: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CONCEPT OF URBAN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Urban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Concept of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Rural Settlement Patterns):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linear along the main road for transport and trade, or dispersed in the savanna because farms are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urban settlements into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a big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Tokyo is one of the largest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 town, Douala is a city with millions of people, and in Japan several cities have grown together into one huge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cities growing together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to control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different sizes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town and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is a medium urban settlement; a city is a large one with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chain of conurbations, like Boston–Washington in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megacities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and Lagos (also Delhi, Shanghai and Cairo).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settlements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medium urban settlement, such as Garoua or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settlement with many functions, such as Douala or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formed when several towns grow together, as in the Ruhr.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of conurbations, such as Boston–Washington or Tokyo–Osaka.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Boston–Washington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that grow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chain of conurbations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of over 10 million people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47: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 / la 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Concept of Urban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urban settlements into types. Give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settlements of Cameroon into village, town and 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2026-09-28T21:15:23Z</dcterms:created>
  <dcterms:modified xsi:type="dcterms:W3CDTF">2026-09-28T21:15:23Z</dcterms:modified>
</cp:coreProperties>
</file>