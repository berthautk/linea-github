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46: The Concept of Urban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Urban Settlements and their Spheres of Influence. The key notions we shall use today are: town, city, conurbation, megalopolis. At the end, you should be able to do this: learners are able to define and classify urban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45: Rural Settlement Patterns. The question was: Identify the settlement pattern of your area and explain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linear along the main road for transport and trade, or dispersed in the savanna because farms are large.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urban settlement. Number 2: classify urban settlements into types. Number 3: give examples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are larger than villages. Douala is a big city. Tokyo is one of the largest cities.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Garoua is a town, Douala is a city with millions of people, and in Japan several cities have grown together into one huge urban area.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classify urban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cities growing together form?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conurbation.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towns to control their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different sizes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urban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large and dense settlement where most people work in industry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a town and a 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town is a medium urban settlement; a city is a large one with many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urban forms.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conurbation?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Several towns that have grown together into one urban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megalopolis.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a megalopolis?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very large chain of conurbations, like Boston–Washington in the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megacities.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megacities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Tokyo and Lagos (also Delhi, Shanghai and Cairo).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Urban Settlements. Urban settlements are classified as follows. On this slide we have Town and City.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Urban Settlements. On this slide we have Conurbation and Megalopolis.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urban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conurbation.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several towns that have grown together.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a megalopolis.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boston–Washington (USA).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conurbation; number 2, megalopolis; number 3, megacity.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Classify five settlements of Cameroon into village, town and city.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47: Urbanisation.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46: THE CONCEPT OF URBAN SETTLEMENT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Concept of Urban Settlement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Settlements and their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46: The Concept of Urban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 city, conurbation, megalopolis.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classification into types.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and classify urban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45: Rural Settlement Patterns):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the settlement pattern of your area and explain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linear along the main road for transport and trade, or dispersed in the savanna because farms are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urban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urban settlements into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each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are larger than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is a big 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Tokyo is one of the largest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a town, Douala is a city with millions of people, and in Japan several cities have grown together into one huge urban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classify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cities growing together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conurbation.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towns to control their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different sizes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kyl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urban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and dense settlement where most people work in industry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TOWN AND CITY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TOWN AND CITY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town and a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TOWN AND CITY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is a medium urban settlement; a city is a large one with many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CONURBATION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rban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Urban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CONURBATION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conurbation?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CONURBATION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Several towns that have grown together into one urban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MEGALOPOLIS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rban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megalopolis.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MEGALOPOLIS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megalopolis?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MEGALOPOLIS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large chain of conurbations, like Boston–Washington in the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egaciti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Megacities.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megacities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Tokyo and Lagos (also Delhi, Shanghai and Cairo).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Urban Settlements and their Spheres of Influence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46: The Concept of Urban Settlement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and dense settlement where most people work in industry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Classification of Urban Settlements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settlements are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Town: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medium urban settlement, such as Garoua or Bertoua.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urban settlement with many functions, such as Douala or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Classification of Urban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Conurbation: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formed when several towns grow together, as in the Ruhr.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Megalopolis: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chain of conurbations, such as Boston–Washington or Tokyo–Osaka.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Classification of Urban Settlements</a:t>
            </a:r>
            <a:endParaRPr lang="en-US" sz="3600" dirty="0"/>
          </a:p>
        </p:txBody>
      </p:sp>
      <p:pic>
        <p:nvPicPr>
          <p:cNvPr id="4" name="Image 0" descr="/home/claude/f4/img/v2/urban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urban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conurbation.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Several towns that have grown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 megalopolis.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Boston–Washington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Towns that grow together form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chain of conurbations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city of over 10 million people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five settlements of Cameroon into village, town and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47: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grande ville / la 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Conurbation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conurbation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Megalopolis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mégalopole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Megacity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mégapole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L'agglomération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46: The Concept of Urban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urban settlement. Classify urban settlements into types. Give examples of each type.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and classify urban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of Urban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five settlements of Cameroon into village, town and city.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locate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use the atlas.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“Aerial View City Skyline Skyscraper” by unknown, CC0 1.0, via rawpixel (https://www.rawpixel.com/image/5967710/aerial-view-city-skyline-skyscraper)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2026-09-29T03:12:05Z</dcterms:created>
  <dcterms:modified xsi:type="dcterms:W3CDTF">2026-09-29T03:12:05Z</dcterms:modified>
</cp:coreProperties>
</file>