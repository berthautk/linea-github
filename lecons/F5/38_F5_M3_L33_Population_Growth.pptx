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33: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Change in Time (Population Growth). The key notions we shall use today are: birth rate, death rate, natural increase, growth rate. At the end, you should be able to do this: learners are able to explain and measure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32: Basic Types of Age-Sex Pyramids. The question was: Draw the three types of age-sex pyramids and give one example of a country for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Progressive (Cameroon), stationary (USA), regressive (Japan), each with age groups on the vertical axis, males left and females right.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population growth. Number 2: explain its determinants. Number 3: calculate the birth rate, death rate and natural increase.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Babies are born every day. People die. People move in and out of countries.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village of 2,000 people, 80 babies are born and 20 people die in one year. The chief wants to know how fast the village is growing.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measure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many births are there?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many deaths are there?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acquire sex education and respect birth control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measure the growth of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world population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population growth?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change in the number of people in an area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factors of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three determinants of population growth.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Births, deaths and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calculating indices.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the birth rate of the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80 ÷ 2,000 × 1,000 = 40 per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birth and death rates.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Calculate the death rate of the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20 ÷ 2,000 × 1,000 = 10 per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growth rates.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Calculate the natural increase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(40 − 10) ÷ 10 = 3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Determinants of Population Growth. Population growth depends on the following. On this slide we have Births, Deaths and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factors of population growth.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of Population Growth. Population growth is measured with the following indices. On this slide we have Birth rate and Death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of Population Growth. On this slide we have Natural increase rate and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determinants of population growth.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births, deaths and migration.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A town of 10,000 has 350 births and 100 deaths. Calculate the natural increase rate.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bR 35‰, DR 10‰, NIR = 2.5 %.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birth; number 2, increase; number 3, emigrants.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 town of 50,000 people has 1,900 births and 450 deaths in a year. Calculate the birth rate, death rate and natural increase rate.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34: The Demographic Transition Model (DTM).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33: POPULATION GROWTH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Growth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in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33: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Birth rate, death rate, natural increase, growth rate.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determinants; measurement of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and measure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32: Basic Types of Age-Sex Pyramids):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three types of age-sex pyramids and give one example of a country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Progressive (Cameroon), stationary (USA), regressive (Japan), each with age groups on the vertical axis, males left and females right.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population growth.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determinants.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birth rate, death rate and natural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Babies are born every day.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die.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move in and out of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village of 2,000 people, 80 babies are born and 20 people die in one year. The chief wants to know how fast the village is growing.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measure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births are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80.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deaths are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Acquire sex education and respect birth control advice.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measure the growth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orld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change in the number of people in an area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DETERMINANTS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rowth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Factors of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DETERMINANTS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determinants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DETERMINANTS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Births, deaths and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 BIRTH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Calculating indices.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 BIRTH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birth rate of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 BIRTH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80 ÷ 2,000 × 1,000 = 40 per thousand.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 DEATH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birth_dea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 and death rates.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 DEATH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death rate of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 DEATH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 ÷ 2,000 × 1,000 = 10 per thousand.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 NATURAL INCREASE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rowth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Growth rates.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 NATURAL INCREASE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natural increase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 NATURAL INCREASE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(40 − 10) ÷ 10 = 3 percent.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Change in Time (Population Growth)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33: Population Growth</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in the number of people in an area over a period.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Determinants of Population Growth</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growth depends on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Births: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add people to the population.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remove people from the population.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Immigrants add people and emigrants remove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Determinants of Population Growth</a:t>
            </a:r>
            <a:endParaRPr lang="en-US" sz="3600" dirty="0"/>
          </a:p>
        </p:txBody>
      </p:sp>
      <p:pic>
        <p:nvPicPr>
          <p:cNvPr id="4" name="Image 0" descr="/home/claude/f4/img/v2/growth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factors of population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of Population Growth</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growth is measured with the following indices: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births divided by population times 1,000, in per thousand.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deaths divided by population times 1,000, in per thousand.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of Population Growth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increase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birth rate minus death rate, divided by 10, in percent.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adds net migration to the natural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determinants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Births, deaths and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10,000 has 350 births and 100 deaths. Calculate the natural increase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 35‰, DR 10‰, NIR = 2.5 %.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Births per 1,000 people is the ______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 rate minus death rate gives the natural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People who leave a country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50,000 people has 1,900 births and 450 deaths in a year. Calculate the birth rate, death rate and natural increase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34: The Demographic Transition Model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mortalité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Natural increase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L'accroissement naturel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 thousand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Pour mille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33: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growth. Explain its determinants. Calculate the birth rate, death rate and natural increase.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and measure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Determinants of Population Growth; Measurement of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 town of 50,000 people has 1,900 births and 450 deaths in a year. Calculate the birth rate, death rate and natural increase rate.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calculate.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calculate.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2026-09-28T21:15:20Z</dcterms:created>
  <dcterms:modified xsi:type="dcterms:W3CDTF">2026-09-28T21:15:20Z</dcterms:modified>
</cp:coreProperties>
</file>