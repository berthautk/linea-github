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rate, death rate, natural increase, growth rate. At the end, you should be able to do this: learners are able to explain and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Basic Types of Age-Sex Pyramids. The question was: Draw the three types of age-sex pyramids and give one example of a country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Progressive (Cameroon), stationary (USA), regressive (Japan), each with age groups on the vertical axis, males left and females right.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growth. Number 2: explain its determinants. Number 3: calculate the birth rate, death rate and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Babies are born every day. People die. People move in and out of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of 2,000 people, 80 babies are born and 20 people die in one year. The chief wants to know how fast the village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births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many deaths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respect birth control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growth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change in the number of people in an area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factors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determinants of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birth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80 ÷ 2,000 × 1,000 = 40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death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2,000 × 1,000 = 10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of Population Growth. Population growth depends on the following. On this slide we have Births, Deaths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Population Growth. Population growth is measured with the following indices.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Population Growth.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determinants of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deaths and 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town of 10,000 has 350 births and 100 deaths. Calculate the natural increase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35‰, DR 10‰, NIR = 2.5 %.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birth; number 2, increase; number 3,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50,000 people has 1,900 births and 450 deaths in a year. Calculate the birth rate, death rate and natural increase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The Demographic Transition Model (DTM).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determinants; measurement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Basic Types of Age-Sex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(Cameroon), stationary (USA), regressive (Japan), each with age groups on the vertical axis, males left and females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determinants.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birth rate, death rate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Babies are born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die.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in and out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of 2,000 people, 80 babies are born and 20 people die in one year. The chief wants to know how fast the village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measure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births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deaths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respect birth control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2,000 × 1,000 = 40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2,000 × 1,000 = 10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Population Growth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a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depends on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people to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people from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add people and emigrants remove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 in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 in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net migration to the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 has 350 births and 100 deaths. 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35‰, DR 10‰, NIR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per 1,000 people is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leave a country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growth. Explain its determinants. Calculate the birth rate, death rate and natural increase.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Determinants of Population Growth; Measurement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50,000 people has 1,900 births and 450 deaths in a year. Calculate the birth rate, death rate and natural increase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2026-09-29T03:12:03Z</dcterms:created>
  <dcterms:modified xsi:type="dcterms:W3CDTF">2026-09-29T03:12:03Z</dcterms:modified>
</cp:coreProperties>
</file>