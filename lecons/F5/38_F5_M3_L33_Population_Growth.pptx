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notesMasterIdLst>
    <p:notesMasterId r:id="rId5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notesMaster" Target="notesMasters/notesMaster1.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33: Population Growth.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5. It belongs to Module III: Management of Population Growth and Space Colonisation.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Dynamics of Population and Implications, and the sub-topic is Population Change in Time (Population Growth). The key notions we shall use today are: birth rate, death rate, natural increase, growth rate. At the end, you should be able to do this: learners are able to explain and measure population growth.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32: Basic Types of Age-Sex Pyramids. The question was: Draw the three types of age-sex pyramids and give one example of a country for each.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Progressive (Cameroon), stationary (USA), regressive (Japan), each with age groups on the vertical axis, males left and females right.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population growth. Number 2: explain its determinants. Number 3: calculate the birth rate, death rate and natural increase.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Babies are born every day. People die. People move in and out of countries.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a village of 2,000 people, 80 babies are born and 20 people die in one year. The chief wants to know how fast the village is growing.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We want to measure population growth.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How many births are there?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80.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How many deaths are there?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acquire sex education and respect birth control advice.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measure the growth of population.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world population growth.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population growth?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change in the number of people in an area over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factors of growth.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Name the three determinants of population growth.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Births, deaths and migration.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calculating indices.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Calculate the birth rate of the village.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80 ÷ 2,000 × 1,000 = 40 per thousand.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birth and death rates.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Calculate the death rate of the village.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20 ÷ 2,000 × 1,000 = 10 per thousand.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growth rates.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Calculate the natural increase rate.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(40 − 10) ÷ 10 = 3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Population growth.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Determinants of Population Growth. Population growth depends on the following. On this slide we have Births, Deaths and Migration.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factors of population growth.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Measurement of Population Growth. Population growth is measured with the following indices. On this slide we have Birth rate and Death rate.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Measurement of Population Growth. On this slide we have Natural increase rate and Growth rate.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Name the determinants of population growth.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births, deaths and migration.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A town of 10,000 has 350 births and 100 deaths. Calculate the natural increase rate.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bR 35‰, DR 10‰, NIR = 2.5 %.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birth; number 2, increase; number 3, emigrants.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A town of 50,000 people has 1,900 births and 450 deaths in a year. Calculate the birth rate, death rate and natural increase rate.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34: The Demographic Transition Model (DTM).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5</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33: POPULATION GROWTH</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5</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33</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Population Growth</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5</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III: Management of Population Growth and Space Colonisation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Dynamics of Population and Implications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Population Change in Time (Population Growth)</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33: Population Growth</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Birth rate, death rate, natural increase, growth rate.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determinants; measurement of population growth.</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and measure population growth.</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32: Basic Types of Age-Sex Pyramids):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three types of age-sex pyramids and give one example of a country for each.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Progressive (Cameroon), stationary (USA), regressive (Japan), each with age groups on the vertical axis, males left and females right.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population growth.</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its determinants.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Calculate the birth rate, death rate and natural increase.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Babies are born every day.</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People die.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People move in and out of countries.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a village of 2,000 people, 80 babies are born and 20 people die in one year. The chief wants to know how fast the village is growing.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want to measure population growth.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many births are there?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80.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many deaths are there?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20.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Acquire sex education and respect birth control advice.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measure the growth of 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world_growth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World population growth.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population growth?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change in the number of people in an area over time.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DETERMINANTS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growth_factor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Factors of growth.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DETERMINANTS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three determinants of population growth.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DETERMINANTS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Births, deaths and migration.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MEASUREMENT: BIRTH RATE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pw_indic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Calculating indices.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MEASUREMENT: BIRTH RATE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Calculate the birth rate of the village.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MEASUREMENT: BIRTH RATE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80 ÷ 2,000 × 1,000 = 40 per thousand.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MEASUREMENT: DEATH RATE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birth_death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Birth and death rates.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MEASUREMENT: DEATH RATE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Calculate the death rate of the village.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MEASUREMENT: DEATH RATE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20 ÷ 2,000 × 1,000 = 10 per thousand.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MEASUREMENT: NATURAL INCREASE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growth_rates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Growth rates.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MEASUREMENT: NATURAL INCREASE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Calculate the natural increase rate.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MEASUREMENT: NATURAL INCREASE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(40 − 10) ÷ 10 = 3 percent.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The Dynamics of Population and Implications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Population Change in Time (Population Growth)</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33: Population Growth</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Population growth: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change in the number of people in an area over a period.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Determinants of Population Growth</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Population growth depends on the following: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Births: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add people to the population.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Deaths: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remove people from the population.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Migration: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Immigrants add people and emigrants remove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Determinants of Population Growth</a:t>
            </a:r>
            <a:endParaRPr lang="en-US" sz="3600" dirty="0"/>
          </a:p>
        </p:txBody>
      </p:sp>
      <p:pic>
        <p:nvPicPr>
          <p:cNvPr id="4" name="Image 0" descr="/home/claude/f4/img/v2/growth_factor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factors of population growth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Measurement of Population Growth</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Population growth is measured with the following indices: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Birth rate: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births divided by population times 1,000, in per thousand.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Death rate: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deaths divided by population times 1,000, in per thousand.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Measurement of Population Growth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Natural increase rate: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birth rate minus death rate, divided by 10, in percent.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Growth rate: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adds net migration to the natural increase.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determinants of population growth.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Births, deaths and migration.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town of 10,000 has 350 births and 100 deaths. Calculate the natural increase rate.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BR 35‰, DR 10‰, NIR = 2.5 %.</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Births per 1,000 people is the ______ rate.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Birth rate minus death rate gives the natural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People who leave a country are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town of 50,000 people has 1,900 births and 450 deaths in a year. Calculate the birth rate, death rate and natural increase rate.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34: The Demographic Transition Model (DTM)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Birth rate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taux de natalité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Death rate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taux de mortalité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Natural increase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L'accroissement naturel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Migration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migration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Per thousand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Pour mille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Growth rate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taux de croissance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Dynamics of Population and Implications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33: Population Growth</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population growth. Explain its determinants. Calculate the birth rate, death rate and natural increase.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and measure population growth.</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Determinants of Population Growth; Measurement of Population Growth.</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A town of 50,000 people has 1,900 births and 450 deaths in a year. Calculate the birth rate, death rate and natural increase rate.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list.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calculate.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calculate.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calculate.</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5, Module III: Management of Population Growth and Space Colonisation.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50</Slides>
  <Notes>50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2026-10-02T05:13:45Z</dcterms:created>
  <dcterms:modified xsi:type="dcterms:W3CDTF">2026-10-02T05:13:45Z</dcterms:modified>
</cp:coreProperties>
</file>