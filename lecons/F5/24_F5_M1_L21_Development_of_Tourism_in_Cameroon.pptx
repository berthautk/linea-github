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Development of Tourism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Economic Development Potentials of Cameroon. The key notions we shall use today are: tourist attractions, national parks, cultural sites. At the end, you should be able to do this: learners are able to locate tourist attractions in Cameroon and propose ways to develop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General Effects of Tourism. The question was: Give two positive and two negative effects of tourism at Kribi.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Positive: jobs in hotels and restaurants, income for fishermen and craftsmen; negative: waste on beaches, rising prices and pressure on the Lobé Falls site.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tourist attractions in Cameroon. Number 2: explain the problems and effects of tourism in Cameroon. Number 3: describe government efforts to promote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Waza is a national park. Tourism brings foreign currency.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beaches, mountains, parks and rich cultures, but it receives few tourists compared with Kenya. Visitors complain about bad roads and insecurity.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receives few tourists despite its attractions.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attractions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Beaches and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visitors complain about?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tourist guides, produce works of art and denounce harassment of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value the tourist potential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tourist attractions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and locate three natural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Waza Park (Far North), Mount Cameroon (South West) and Kribi beaches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Mandara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cultural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Foumban palace and the Rhumsiki villages (also the Ngondo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distribution of attractions.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distribution of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parks are in the North, mountains and cultures in the West, and beaches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insecurity and poor hotels (also high costs and poor advertising).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limbe.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promote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Creating national parks and training tourism workers (also building roads and hotels).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Location and Distribution of Attractions. The tourist attractions of Cameroon are distributed as follows. On this slide we have North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Location and Distribution of Attractions. On this slide we have Coast and South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tourist attractions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Effects of Tourism. Tourism in Cameroon faces the following problems and effects. On this slide we have Problems and Effects on the economy.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Effects of Tourism. On this slide we have Effects on the people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to Promote Tourism. The government promotes tourism in the following ways. On this slide we have Protection of sites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to Promote Tourism. On this slide we have Training and promotion.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and locate two tourist attractions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waza Park (Far North) and Kribi beaches (South).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tourism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insecurity.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miniature; number 2, Foumban;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six tourist attractions.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Economic Growth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DEVELOPMENT OF TOURISM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Tourism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Development of Tourism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Tourist attractions, national parks, cultural sites.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attractions; distribution of attractions; problems of tourism; effects on the environment, the people (culture) and the economy; government effort to promote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tourist attractions in Cameroon and propose ways to develop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General Effects of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effects of tourism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in hotels and restaurants, income for fishermen and craftsmen; negative: waste on beaches, rising prices and pressure on the Lobé Falls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tourist attractions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effects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promote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Waza is a national park.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brings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beaches, mountains, parks and rich cultures, but it receives few tourists compared with Kenya. Visitors complain about 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receives few tourists despite its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attractions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and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visitors complain about?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tourist guides, produce works of art and denounce harassment of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value the tourist potential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 attractions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and locate three natural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Mount Cameroon (South West)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Mandara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cultural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Foumban palace and the Rhumsiki villages (also the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Distribution of attractions.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parks are in the North, mountains and cultures in the West, and beaches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and poor hotels (also high costs and poor advertising).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limb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Limbe.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promote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national parks and training tourism workers (also building roads and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Development Potentials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Development of Tourism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tourist attractions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Benue and Bouba Ndjida parks and the Rhumsiki landscape attract visitors.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Foumban palace, crater lakes and highland cultures attract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beaches of Kribi and Limbe, the Lobé Falls and Mount Cameroon attract visitors.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and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 and Lobéké reserves protect forests and gorillas.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tourist attractions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faces the following problems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poor hotels, harassment and weak advertising limit tourism.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foreign currency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the people and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promotes local crafts but can pollute sites and change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Promote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promotes tourism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reserves are created and guarded.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airports and hotels are built and improved.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Promote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and promotion: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schools train workers and fairs advertise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and locate two tourist attractions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called Africa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famous palace in the West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Lobé Falls are near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six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Economic Growth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 touristique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Harassment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harcèlement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Development of Tourism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tourist attractions in Cameroon. Explain the problems and effects of tourism in Cameroon. Describe government efforts to promote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tourist attractions in Cameroon and propose ways to develop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Location and Distribution of Attractions; Problems and Effects of Tourism; Government Efforts to Promote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six tourist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2026-09-28T21:15:16Z</dcterms:created>
  <dcterms:modified xsi:type="dcterms:W3CDTF">2026-09-28T21:15:16Z</dcterms:modified>
</cp:coreProperties>
</file>