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21: Development of Tourism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Economic Development Potentials of Cameroon. The key notions we shall use today are: tourist attractions, national parks, cultural sites. At the end, you should be able to do this: learners are able to locate tourist attractions in Cameroon and propose ways to develop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20: General Effects of Tourism. The question was: Give two positive and two negative effects of tourism at Kribi.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Positive: jobs in hotels and restaurants, income for fishermen and craftsmen; negative: waste on beaches, rising prices and pressure on the Lobé Falls site.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and locate tourist attractions in Cameroon. Number 2: explain the problems and effects of tourism in Cameroon. Number 3: describe government efforts to promote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is called Africa in miniature. Waza is a national park. Tourism brings foreign currency.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has beaches, mountains, parks and rich cultures, but it receives few tourists compared with Kenya. Visitors complain about bad roads and insecurity.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 receives few tourists despite its attractions.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attractions of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Beaches and national parks.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visitors complain about?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Bad roads and insecurity.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tourist guides, produce works of art and denounce harassment of tourists.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value the tourist potential of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tourist attractions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and locate three natural attractions.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Waza Park (Far North), Mount Cameroon (South West) and Kribi beaches (South).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Mandara Mountains.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cultural attractions.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Foumban palace and the Rhumsiki villages (also the Ngondo festival).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distribution of attractions.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the distribution of attractions.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Wildlife parks are in the North, mountains and cultures in the West, and beaches on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bad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problems of tourism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Bad roads, insecurity and poor hotels (also high costs and poor advertising).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limbe.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government efforts to promote tourism.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Creating national parks and training tourism workers (also building roads and hotels).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Identification, Location and Distribution of Attractions. The tourist attractions of Cameroon are distributed as follows. On this slide we have North and West.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Identification, Location and Distribution of Attractions. On this slide we have Coast and South and East.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tourist attractions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Tourism in Cameroon faces the following problems. On this slide we have Bad roads and Insecurity.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On this slide we have Poor hotels and Harassment and weak advertising.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Tourism in Cameroon has the following effects. On this slide we have On the economy and On the people.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this slide we have On the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Government Efforts to Promote Tourism. The government promotes tourism in the following ways. On this slide we have Protection of sites and Infrastructure.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Government Efforts to Promote Tourism. On this slide we have Training and promotion.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and locate two tourist attractions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waza Park (Far North) and Kribi beaches (South).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tourism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bad roads and insecurity.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miniature; number 2, Foumban; number 3, Kribi.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Cameroon showing six tourist attractions.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22: Economic Growth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21: DEVELOPMENT OF TOURISM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Development of Tourism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Development Potentials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21: Development of Tourism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Tourist attractions, national parks, cultural sites.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and location of attractions; distribution of attractions; problems of tourism; effects on the environment, the people (culture) and the economy; government effort to promote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tourist attractions in Cameroon and propose ways to develop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20: General Effects of Tourism):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and two negative effects of tourism at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jobs in hotels and restaurants, income for fishermen and craftsmen; negative: waste on beaches, rising prices and pressure on the Lobé Falls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and locate tourist attractions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and effects of tourism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government efforts to promote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is called Africa in miniature.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Waza is a national park.</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Tourism brings foreign currency.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beaches, mountains, parks and rich cultures, but it receives few tourists compared with Kenya. Visitors complain about bad roads and insecurity.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receives few tourists despite its attractions.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attractions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Beaches and national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visitors complain about?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and insecurity.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tourist guides, produce works of art and denounce harassment of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value the tourist potential of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ATTRACTIONS: NATURAL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tourism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Tourist attractions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ATTRACTIONS: NATURAL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and locate three natural attractions.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ATTRACTIONS: NATURAL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Waza Park (Far North), Mount Cameroon (South West) and Kribi beaches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ATTRACTIONS: CULTURAL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andara.jpg">    </p:cNvPr>
          <p:cNvPicPr>
            <a:picLocks noChangeAspect="1"/>
          </p:cNvPicPr>
          <p:nvPr/>
        </p:nvPicPr>
        <p:blipFill>
          <a:blip r:embed="rId1"/>
          <a:stretch>
            <a:fillRect/>
          </a:stretch>
        </p:blipFill>
        <p:spPr>
          <a:xfrm>
            <a:off x="274320" y="2383231"/>
            <a:ext cx="11643055" cy="3069946"/>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Mandara Mountains.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ATTRACTIONS: CULTURAL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cultural attractions.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ATTRACTIONS: CULTURAL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Foumban palace and the Rhumsiki villages (also the Ngondo festival).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tourism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Distribution of attractions.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distribution of attractions.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Wildlife parks are in the North, mountains and cultures in the West, and beaches on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bad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problems of tourism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insecurity and poor hotels (also high costs and poor advertising).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GOVERNMENT EFFORTS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limb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Limbe.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GOVERNMENT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government efforts to promote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GOVERNMENT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Creating national parks and training tourism workers (also building roads and hotels).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Economic Development Potentials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21: Development of Tourism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Location and Distribution of Attractions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tourist attractions of Cameroon are distributed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Waza, Benue and Bouba Ndjida parks and the Rhumsiki landscape attract visitors.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Foumban palace, crater lakes and highland cultures attract visitors.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Location and Distribution of Attractions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beaches of Kribi and Limbe, the Lobé Falls and Mount Cameroon attract visitors.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South and East: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Dja and Lobéké reserves protect forests and gorillas.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Location and Distribution of Attractions</a:t>
            </a:r>
            <a:endParaRPr lang="en-US" sz="3600" dirty="0"/>
          </a:p>
        </p:txBody>
      </p:sp>
      <p:pic>
        <p:nvPicPr>
          <p:cNvPr id="4" name="Image 0" descr="/home/claude/f4/img/v2/cmr_tourism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tourist attractions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and Effects of Tourism</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Problems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in Cameroon faces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Bad 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sites are hard to reach.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regions are dangerous for visitors.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and Effects of Tourism</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Problems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hotels: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few good hotels outside the big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Harassment and weak advertising: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Tourists are disturbed, and Cameroon is little known abroad.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and Effects of Tourism</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Effects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in Cameroon has the following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the economy: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brings foreign currency and jobs.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the people: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promotes local crafts but can change cultures.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and Effects of Tourism</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Effects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the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can pollute tourist sites.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Government Efforts to Promote Tourism</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government promotes tourism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Protection of sites: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National parks and reserves are created and guarded.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airports and hotels are built and improved.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Government Efforts to Promote Tourism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Training and promotion: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Tourism schools train workers and fairs advertise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and locate two tourist attractions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Waza Park (Far North) and Kribi beaches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tourism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and insecurity.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called Africa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famous palace in the West is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Lobé Falls are near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Cameroon showing six tourist attractions.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Economic Growth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National park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parc national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Tourist guide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guide touristique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L'artisanat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Palace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palais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Harassment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harcèlement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21: Development of Tourism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and locate tourist attractions in Cameroon. Explain the problems and effects of tourism in Cameroon. Describe government efforts to promote tourism.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tourist attractions in Cameroon and propose ways to develop tourism.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Identification, Location and Distribution of Attractions; Problems; Effects; Government Efforts to Promote Tourism.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Cameroon showing six tourist attractions.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“Rhumsiki peak, North Cameroon” by krishna.naudin, CC BY-SA 2.0, via Flickr (https://www.flickr.com/photos/141297921@N05/25989204581)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“Sunset in Limbe” by visulogik, CC BY 2.0, via Flickr (https://www.flickr.com/photos/55671677@N00/2202334428)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2026-10-02T05:13:41Z</dcterms:created>
  <dcterms:modified xsi:type="dcterms:W3CDTF">2026-10-02T05:13:41Z</dcterms:modified>
</cp:coreProperties>
</file>