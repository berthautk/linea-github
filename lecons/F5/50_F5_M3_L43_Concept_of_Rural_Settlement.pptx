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43: Concept of Rural Settlement.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Settlements and their Implications, and the sub-topic is Rural Settlements, their Morphology and Implications on the Environment. The key notions we shall use today are: farmstead, hamlet, village. At the end, you should be able to do this: learners are able to define rural settlement and identify its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42: Location of Settlements. The question was: Describe the site and situation of your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Garoua: site on the right bank of the Benue on flat land; situation on the Ngaoundéré–Maroua road near Nigeria and Chad.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rural settlement. Number 2: identify the types of rural settlements. Number 3: give the characteristics of each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Rural people are mostly farmers. Villages have a chief. Some farmers live alone on their farms.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herder lives with his family alone near his cattle, five families live together near a stream, and a large village has a market, a school and a chief.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classify rural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herder's home?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farmstead (isolated dwelling).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large settlement?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village.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create social amenities in rural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rural world where many Cameroonians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village.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rural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settlement in the countryside where most people farm, fish or herd.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farmstead.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a farmstead?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isolated farm house with its outbuildings.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settlement hierarchy.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a hamlet?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small group of houses with few or no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village and farms.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a village?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larger rural settlement with some services such as a school, a market and a church or mosque.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nomadic camp.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nomadic herders have temporary settlements?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move with their animals in search of pasture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Rural settlement.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Rural Settlements. The types of rural settlements are the following. On this slide we have Farmstead and Hamlet.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Rural Settlements. On this slide we have Village and Temporary settlement.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settlement hierarchy.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 hamlet.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small group of houses with few services.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services found in a village.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school and a market.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farmstead; number 2, hamlet; number 3, temporary.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a village you know and list its services.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44: Rural Settlement Form.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43: CONCEPT OF RURAL SETTLEMENT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Concept of Rural Settlement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Settlements and their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Settlements, their Morphology and Implications on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43: Concept of Rural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Farmstead, hamlet, village.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(farmstead, hamlet, village).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rural settlement and identify its types.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42: Location of Settlements):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and situation of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Garoua: site on the right bank of the Benue on flat land; situation on the Ngaoundéré–Maroua road near Nigeria and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rural settlement.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types of rural settlements.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characteristics of each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Rural people are mostly farmers.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Villages have a chief.</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farmers live alone on their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herder lives with his family alone near his cattle, five families live together near a stream, and a large village has a market, a school and a chief.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classify rural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herder's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farmstead (isolated dwelling).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large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Create social amenities in rural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rural world where many Cameroonians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hillvillag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village.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rural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settlement in the countryside where most people farm, fish or herd.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FARMSTEAD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bigfarm.jpg">    </p:cNvPr>
          <p:cNvPicPr>
            <a:picLocks noChangeAspect="1"/>
          </p:cNvPicPr>
          <p:nvPr/>
        </p:nvPicPr>
        <p:blipFill>
          <a:blip r:embed="rId1"/>
          <a:stretch>
            <a:fillRect/>
          </a:stretch>
        </p:blipFill>
        <p:spPr>
          <a:xfrm>
            <a:off x="2181454" y="1783080"/>
            <a:ext cx="7828788"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farmstead.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FARMSTEAD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farmstead?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FARMSTEAD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isolated farm house with its outbuildings.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HAMLET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 hierarchy.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HAMLET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hamlet?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HAMLET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small group of houses with few or no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VILLAGE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cmr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village and farms.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VILLAGE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VILLAGE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larger rural settlement with some services such as a school, a market and a church or mosque.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nom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nomadic camp.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nomadic herders have temporary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move with their animals in search of pasture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Settlements and their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Rural Settlements, their Morphology and Implications on the Environment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43: Concept of Rural Settlement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settlement: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settlement in the countryside where most people farm, fish or herd.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Types of Rural Settlements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types of rural settlements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Farmstead: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isolated farm house with its stores and animal pens.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Hamlet: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small group of houses with few or no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Types of Rural Settlements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Village: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larger group of houses with a school, a market and a place of worship.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Temporary settlement: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Nomadic herders build camps that they leave when they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Types of Rural Settlements</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settlement hierarchy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hamlet.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small group of houses with few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services found in a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school and a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isolated farm house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small group of houses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Nomads live in ______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 village you know and list its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44: Rural Settlement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Farmstead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ferme isolée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Hamlet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hameau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campement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Countryside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campagne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Settlements and their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43: Concept of Rural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rural settlement. Identify the types of rural settlements. Give the characteristics of each type.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rural settlement and identify its types.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Rural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a village you know and list its services.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“Village built into the hillside” by 10b travelling / Carsten ten Brink, CC BY-NC-ND 2.0, via Flickr (https://www.flickr.com/photos/77334245@N00/5677301357)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“Wheat fields. New Zealand.” by Bernard Spragg, CC0 1.0, via Flickr (https://www.flickr.com/photos/88123769@N02/24607172362)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(https://www.flickr.com/photos/51431730@N04/46914753474)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 roadside stop for souvenirs &amp; exploring dry wells, Northern Sahara, ” by ali eminov, CC BY-NC 2.0, via Flickr (https://www.flickr.com/photos/27435717@N00/3437516165)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2026-10-02T05:13:47Z</dcterms:created>
  <dcterms:modified xsi:type="dcterms:W3CDTF">2026-10-02T05:13:47Z</dcterms:modified>
</cp:coreProperties>
</file>