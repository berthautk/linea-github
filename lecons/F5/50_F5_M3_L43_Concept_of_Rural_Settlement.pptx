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Concept of Rural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farmstead, hamlet, village. At the end, you should be able to do this: learners are able to define rural settlement and identify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Location of Settlements. The question was: Describe the site and situation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site on the right bank of the Benue on flat land; situation on the Ngaoundéré–Maroua road near Nigeria and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identify the types of rural settlements. Number 3: give the characteristics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are mostly farmers. Villages have a chief. Some farmers live alone on their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lives with his family alone near his cattle, five families live together near a stream, and a large village has a market, a school and a chief.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herder's home?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farmstead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large settlement?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rural world where many Cameroonians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 fish or herd.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farmstead.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farmstead?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farm house with its outbuildings.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hamlet?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group of houses with few or no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and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larger rural settlement with some services such as a school, a market and a church or mosque.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nomadic herders have temporary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with their animals in search of pasture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Settlements. The types of rural settlements are the following. On this slide we have Farmstead and Hamlet.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Settlements. On this slide we have Village and Temporary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hamlet.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small group of houses with few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services found in a village.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school and a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farmstead; number 2, hamlet; number 3,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village you know and list its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Rural Settlement Form.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43: CONCEPT OF RURAL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Rural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Concept of 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Location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site on the right bank of the Benue on flat land; situation on the Ngaoundéré–Maroua road near Nigeria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a chief.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live alone on their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lives with his family alone near his cattle, five families live together near a stream, and a large village has a market, a school and a chief.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herder's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farmstead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large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rural world where many Cameroonians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igfarm.jpg">    </p:cNvPr>
          <p:cNvPicPr>
            <a:picLocks noChangeAspect="1"/>
          </p:cNvPicPr>
          <p:nvPr/>
        </p:nvPicPr>
        <p:blipFill>
          <a:blip r:embed="rId1"/>
          <a:stretch>
            <a:fillRect/>
          </a:stretch>
        </p:blipFill>
        <p:spPr>
          <a:xfrm>
            <a:off x="2181454" y="1783080"/>
            <a:ext cx="782878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farmstead.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farmstead?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farm house with its outbuildings.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and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larger rural settlement with some services such as a school, a market and a church or mosque.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nomadic herders have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with their animals in search of pasture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Farmstead: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farm house with its stores and animal pens.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Hamlet: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larger group of houses with a school, a market and a place of worship.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Temporary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herders build camps that they leave when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services found in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school and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isolated farm house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Farmstead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isolée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Concept of 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Identify the types of rural settlements. Give the characteristics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village you know and list its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“Wheat fields. New Zealand.” by Bernard Spragg, CC0 1.0, via Flickr (https://www.flickr.com/photos/88123769@N02/24607172362)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2026-09-29T03:12:05Z</dcterms:created>
  <dcterms:modified xsi:type="dcterms:W3CDTF">2026-09-29T03:12:05Z</dcterms:modified>
</cp:coreProperties>
</file>