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Development of Road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earth roads, tarred roads, road network. At the end, you should be able to do this: learners are able to describe road transport and assess its advantages and disadvantages.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Communication. The question was: List the means of transport and telecommunication used in your family.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Transport: foot, bicycle, motorbike, taxi, bus; telecommunication: mobile phone, radio, television, internet.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varieties of roads. Number 2: explain the conditions for road development. Number 3: give the advantages and disadvantages of road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Land transport includes roads. Many roads in Cameroon are earth roads. Lorries carry goods.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the rainy season, the earth road from a village to Garoua becomes muddy and lorries get stuck. The farmers cannot sell their crops.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earth road is impassable in the rainy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suffers from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and traders.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solution?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Tarring and maintaining the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the highway code and denounce the overloading of vehicles.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most common mode of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an earth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two varieties of roads.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Earth roads and tarred roads (also motorways).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transport network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physical conditions for road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Flat relief and firm ground (few rivers and swamps).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modern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human conditions for road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Capital and technology (also traffic demand and good maintenance).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lorry.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advantages of road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flexible and gives door-to-door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traffic jam.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disadvantages of road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Accidents and traffic jams (also pollution and small 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Varieties of Roads. The varieties of roads are the following. On this slide we have Earth roads and Tarred roads.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Varieties of Roads. On this slide we have Motorways.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Conditions for the Development of Road Transport. Roads develop under the following conditions. On this slide we have Relief and soil and Capital and technology.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Conditions for the Development of Road Transport. On this slide we have Demand.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Road transport has the following advantages and disadvantages. On this slide we have Advantages and Disadvantages.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On this slide we have Limits.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transport costs and distance.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conditions for road development.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flat relief and capital.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road transport.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door-to-door service; accidents.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tarred; number 2, door-to-door; number 3,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state of the road leading to your village and propose two improvements.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Development of Rail Transport.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DEVELOPMENT OF ROAD TRANSPORT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Development of Road Transport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Development of Road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Earth roads, tarred roads, road network.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Varieties; conditions for the development of road transport; advantages and disadvantages of road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road transport and assess its advantages and disadvantages.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Communication):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means of transport and telecommunication used in your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foot, bicycle, motorbike, taxi, bus; telecommunication: mobile phone, radio, television, internet.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varieties of roads.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conditions for road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advantages and disadvantages of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Land transport includes roads.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roads in Cameroon are earth roads.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Lorries carry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the rainy season, the earth road from a village to Garoua becomes muddy and lorries get stuck. The farmers cannot sell their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road is impassable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suffers from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and traders.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Tarring and maintaining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the highway code and denounce the overloading of vehicles.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most common mode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VARIETIES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earth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VARIETIES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varieties of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VARIETIES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Earth roads and tarred roads (also motorways).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Transport network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conditions for road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relief and firm ground (few rivers and swamps).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5_motorwa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conditions for road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CONDITIONS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Capital and technology (also traffic demand and good maintenance).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of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flexible and gives door-to-door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jam.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disadvantages of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Accidents and traffic jams (also pollution and small loads).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World Communication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8: Development of Road Transport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Varieties of Roads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varieties of roads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 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cheap to build but are muddy in the rainy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Tarred 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covered with asphalt and are usable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Varieties of Roads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Motorways: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wide roads with separate lanes for fast traffic.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Conditions for the Development of Road Transport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Roads develop under the following conditions: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and 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and firm ground make road building easy.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Capital and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Money and machines are needed to build and maintain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Conditions for the Development of Road Transport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are built where many people and goods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and Disadvantages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Road transport has the following advantages and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flexible, reaches remote places and gives door-to-door service.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causes accidents, traffic jams and air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and Disadvantages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small loads and is costly over long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and Disadvantages</a:t>
            </a:r>
            <a:endParaRPr lang="en-US" sz="3600" dirty="0"/>
          </a:p>
        </p:txBody>
      </p:sp>
      <p:pic>
        <p:nvPicPr>
          <p:cNvPr id="4" name="Image 0" descr="/home/claude/f4/img/v2/transport_cost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transport costs and distance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conditions for road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relief and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Door-to-door service; accidents.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road covered with asphalt is a ______ road.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Road transport gives ______ service.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Road transport causes air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state of the road leading to your village and propose two improvements.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Development of Rail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 road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route en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Tarred road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route bitumée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camion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Accident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L'accident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Traffic jam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L'embouteillage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Highway code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code de la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Development of Road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varieties of roads. Explain the conditions for road development. Give the advantages and disadvantages of road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road transport and assess its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Varieties of Roads; Conditions for the Development of Road Transport;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state of the road leading to your village and propose two improvements.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roads of your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advantages.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disadvantages.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“'Mini Stack' Interchange of Interstate 10, Loop 202, and State Route 5” by squeaks2569, CC BY-SA 2.0, via Flickr (https://www.flickr.com/photos/38478466@N06/5180259860)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“Traveling by truck” by World Bank Photo Collection, CC BY-NC-ND 2.0, via Flickr (https://www.flickr.com/photos/10816734@N03/2628517227)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2026-09-28T21:15:12Z</dcterms:created>
  <dcterms:modified xsi:type="dcterms:W3CDTF">2026-09-28T21:15:12Z</dcterms:modified>
</cp:coreProperties>
</file>