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Development of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earth roads, tarred roads, road network. At the end, you should be able to do this: learners are able to describe road transport and assess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Communication. The question was: List the means of transport and telecommunication used in your family.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Transport: foot, bicycle, motorbike, taxi, bus; telecommunication: mobile phone, radio, television, internet.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varieties of roads. Number 2: explain the conditions for road development. Number 3: give the advantages and disadvantages of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transport includes roads. Many roads in Cameroon are earth roads. Lorries carry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rainy season, the earth road from a village to Garoua becomes muddy and lorries get stuck. The farmers cannot sell their crops.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road is impassable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suffers from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traders.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Tarring and maintaining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highway code and denounce the overloading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most common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earth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varieties of roads.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Earth roads and tarred roads (also motorways).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conditions for road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relief and firm ground (few rivers and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modern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conditions for road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Capital and technology (also traffic demand and good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flexible and gives door-to-door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Accidents and traffic jams (also pollution and small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Varieties of Roads. The varieties of roads are the following. On this slide we have Earth roads and Tarred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Varieties of Roads. On this slide we have Motorways.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Conditions for the Development of Road Transport. Roads develop under the following conditions. On this slide we have Relief and soil and Capital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Conditions for the Development of Road Transport. On this slide we have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Road transport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costs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road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relief and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door-to-door service; accidents.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tarred; number 2, door-to-door; number 3,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state of the road leading to your village and propose two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Development of Rail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DEVELOPMENT OF ROAD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Road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Development of Road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 roads, tarred roads, road network.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Varieties; conditions for the development of road transport; advantages and disadvantages of road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road transport and assess its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Communication):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means of transport and telecommunication used in your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foot, bicycle, motorbike, taxi, bus; telecommunication: mobile phone, radio, television,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varieties of roads.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transport includes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roads in Cameroon are earth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Lorries carry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rainy season, the earth road from a village to Garoua becomes muddy and lorries get stuck. The farmers cannot sell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road is impassable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Tarring and maintaining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highway code and denounce the overloading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most common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varieties of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 roads and tarred roads (also motorways).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relief and firm ground (few rivers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and technology (also traffic demand and good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and gives door-to-door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Accidents and traffic jams (also pollution and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Development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Roads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varieties of roads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cheap to build but are muddy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Tarred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covered with asphalt and are usable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Roads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wide roads with separate lanes for fast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Road Transport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Roads develop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and firm ground make road building easy.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and machines are needed to build and maintain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Road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built where many people and goods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 transport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reaches remote places and gives door-to-door service.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accidents, traffic jams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small loads and is costly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costs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relief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Door-to-door service;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covered with asphalt is a ______ road.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 transport gives ______ service.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 transport causes air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road leading to your village and propose two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Development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en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Tarred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bitumée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camion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Highway code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code de 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Development of Road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varieties of roads. Explain the conditions for road development. Give the advantages and disadvantages of road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road transport and assess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Varieties of Roads; Conditions for the Development of Road Transport;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state of the road leading to your village and propose two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roads of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disadvantages.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2026-09-27T14:32:56Z</dcterms:created>
  <dcterms:modified xsi:type="dcterms:W3CDTF">2026-09-27T14:32:56Z</dcterms:modified>
</cp:coreProperties>
</file>