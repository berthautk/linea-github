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Development of Road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earth roads, tarred roads, road network. At the end, you should be able to do this: learners are able to describe road transport and assess its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Communication. The question was: List the means of transport and telecommunication used in your family.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Transport: foot, bicycle, motorbike, taxi, bus; telecommunication: mobile phone, radio, television, internet.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varieties of roads. Number 2: explain the conditions for road development. Number 3: give the advantages and disadvantages of road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transport includes roads. Many roads in Cameroon are earth roads. Lorries carry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rainy season, the earth road from a village to Garoua becomes muddy and lorries get stuck. The farmers cannot sell their crops.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earth road is impassable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suffers from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and traders.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Tarring and maintaining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highway code and denounce the overloading of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most common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earth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varieties of roads.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Earth roads and tarred roads (also motorways).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transport network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physical conditions for road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relief and firm ground (few rivers and swamps).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modern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human conditions for road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Capital and technology (also traffic demand and good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lorry.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advantages of road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flexible and gives door-to-door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disadvantages of road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Accidents and traffic jams (also pollution and small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Varieties of Roads. The varieties of roads are the following. On this slide we have Earth roads and Tarred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Varieties of Roads. On this slide we have Motorways.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Conditions for the Development of Road Transport. Roads develop under the following conditions. On this slide we have Relief and soil and Capital and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Conditions for the Development of Road Transport. On this slide we have Demand.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Road transport has the following advantages. On this slide we have Flexibility and Access to remote places.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On this slide we have Door-to-door service.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Disadvantages. Road transport has the following disadvantages. On this slide we have Accidents, Traffic jams and Air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Disadvantages. On this slide we have Small loads.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costs and distance.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conditions for road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flat relief and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road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door-to-door service; accidents.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tarred; number 2, door-to-door; number 3,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state of the road leading to your village and propose two improvements.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Development of Rail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DEVELOPMENT OF ROAD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Development of Road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Development of Road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Earth roads, tarred roads, road network.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Varieties; conditions for the development of road transport; advantages and disadvantages of road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road transport and assess its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Communication):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means of transport and telecommunication used in your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foot, bicycle, motorbike, taxi, bus; telecommunication: mobile phone, radio, television,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varieties of roads.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conditions for road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advantages and disadvantages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transport includes roads.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roads in Cameroon are earth roads.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Lorries carry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rainy season, the earth road from a village to Garoua becomes muddy and lorries get stuck. The farmers cannot sell their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road is impassable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and traders.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Tarring and maintaining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highway code and denounce the overloading of vehicles.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most common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earth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varieties of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 roads and tarred roads (also motorways).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network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conditions for road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relief and firm ground (few rivers and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5_motor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conditions for road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Capital and technology (also traffic demand and good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flexible and gives door-to-door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Accidents and traffic jams (also pollution and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Development of Road Transport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Varieties of Roads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varieties of roads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cheap to build but are muddy in the rainy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Tarred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covered with asphalt and are usable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Varieties of Roads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Motorways: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wide roads with separate lanes for fast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Conditions for the Development of Road Transport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Roads develop under the following conditions: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and firm ground make road building easy.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Money and machines are needed to build and maintain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Conditions for the Development of Road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Demand: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are built where many people and goods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Advantages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Road transport has the following 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Flexibility: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can go anywhere at any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Access to remote places: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reach villages far from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Advantages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Door-to-door service: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delivered to the customer.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Disadvantages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Road transport has the following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Accidents: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die on the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Traffic jams: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congested.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give off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Disadvantages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loads: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costly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costs and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road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relief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Door-to-door service;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road covered with asphalt is a ______ road.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Road transport gives ______ service.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Road transport causes air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state of the road leading to your village and propose two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Development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en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Tarred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bitumée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camion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Accident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L'accident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 jam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L'embouteillage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Highway code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code de 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Development of Road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varieties of roads. Explain the conditions for road development. Give the advantages and disadvantages of road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road transport and assess its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Varieties of Roads; Conditions for the Development of Road Transport; Advantages;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state of the road leading to your village and propose two improvements.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roads of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disadvantages.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“'Mini Stack' Interchange of Interstate 10, Loop 202, and State Route 5” by squeaks2569, CC BY-SA 2.0, via Flickr (https://www.flickr.com/photos/38478466@N06/5180259860)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2026-10-02T05:13:37Z</dcterms:created>
  <dcterms:modified xsi:type="dcterms:W3CDTF">2026-10-02T05:13:37Z</dcterms:modified>
</cp:coreProperties>
</file>