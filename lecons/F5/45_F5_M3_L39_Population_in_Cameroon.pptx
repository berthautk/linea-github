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Population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population growth, structure, distribution. At the end, you should be able to do this: learners are able to describe and explain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Population and Resource Model (Malthus). The question was: Is Malthus's theory relevant to Cameroon today? Give two arguments.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Yes: rapid growth and food shortages in the Far North. No: Cameroon has much unused fertile land and can raise production with technology.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growth and structure of the population of Cameroon. Number 2: describe its spatial distribution. Number 3: explain the reasons for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The Littoral is dense. The East is sparse.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population of Cameroon has almost quadrupled since 1976. People are crowded in the West, the Littoral and the Far North, but the East has few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describe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has the population changed?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grown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 has few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participate in planning services for the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population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growth of the population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grew from 7.7 million in 1976 to about 28 million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structure of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youthful, with a progressive pyramid and about 42 percent under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dense and sparse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Littoral, West, Far North, North-West; sparse: East, South, Adamaoua.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volcanic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physical reasons for dense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volcanic soils and a mild highland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human reasons for dense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and jobs in towns, and history (old kingdoms, refuges).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Growth Pattern and Structure. The population of Cameroon has the following growth and structure. On this slide we have Growth and Rates.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Growth Pattern and Structure. On this slide we have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age-sex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 of Distribution. The population is distributed as follows.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 of Distribution. On this slide we have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Distribution. The distribution is explained by the following reasons. On this slide we have Physical factors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Distribution. On this slide we have Historical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structure of the population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youthful with a progressive pyramid.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high density of the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volcanic soils and a mild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28; number 2, progressive;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Mandara Mountains are densely populated.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Migration Patterns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POPULATION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Population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structure,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Growth pattern and structure; spatial pattern of distribution; reasons for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Population and Resource Model (Malthus)):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Malthus's theory relevant to Cameroon today? Give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rapid growth and food shortages in the Far North. No: Cameroon has much unused fertile land and can raise production with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and structure of the population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spatial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dense.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of Cameroon has almost quadrupled since 1976. People are crowded in the West, the Littoral and the Far North, but the East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describe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the population changed?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grown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Participate in planning services for the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population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growth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7.7 million in 1976 to about 28 million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structure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youthful, with a progressive pyramid and about 42 percent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dense and sparse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Littoral, West, Far North, North-West; sparse: East, South,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reasons for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mild highland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reasons for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and jobs in towns, and history (old kingdoms, refuges).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Population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has the following growth and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about 7.7 million in 1976 to about 28 million today.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about 35 per thousand and the death rate about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youthful, with about 42 percent under 15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age-sex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West, North-West and Far North are dense.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South-West and North have moderate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Adamaoua are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is explained by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mild climates attract people, while dense forest repels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ports and plantations offer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kingdoms and refuges in the mountains concentrated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structure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youthful with a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high density of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mild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______ million.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pyramid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is sparse because of the dense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Mandara Mountains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Migration Patterns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refuge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Kingdom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royaume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Population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and structure of the population of Cameroon. Describe its spatial distribution. Explain the reasons for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population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Growth Pattern and Structure; Spatial Pattern of Distribution; Reasons for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Mandara Mountains are densely populated.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2026-10-02T05:13:46Z</dcterms:created>
  <dcterms:modified xsi:type="dcterms:W3CDTF">2026-10-02T05:13:46Z</dcterms:modified>
</cp:coreProperties>
</file>