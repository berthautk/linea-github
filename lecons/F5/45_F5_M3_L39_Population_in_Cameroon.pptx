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39: Population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of Cameroon. The key notions we shall use today are: population growth, structure, distribution. At the end, you should be able to do this: learners are able to describe and explain the population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38: Population and Resource Model (Malthus). The question was: Is Malthus's theory relevant to Cameroon today? Give two arguments.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Yes: rapid growth and food shortages in the Far North. No: Cameroon has much unused fertile land and can raise production with technology.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growth and structure of the population of Cameroon. Number 2: describe its spatial distribution. Number 3: explain the reasons for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about 28 million people. The Littoral is dense. The East is sparse.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population of Cameroon has almost quadrupled since 1976. People are crowded in the West, the Littoral and the Far North, but the East has few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describe the population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has the population changed?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grown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region has few people?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participate in planning services for the growing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population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population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growth of the population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grew from 7.7 million in 1976 to about 28 million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pyramid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structure of the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youthful, with a progressive pyramid and about 42 percent under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density by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dense and sparse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Littoral, West, Far North, North-West; sparse: East, South, Adamaoua.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volcanic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physical reasons for dense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Fertile volcanic soils and a mild highland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human reasons for dense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Industries and jobs in towns, and history (old kingdoms, refuges).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Growth Pattern and Structure. The population of Cameroon has the following growth and structure. On this slide we have Growth and Rates.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Growth Pattern and Structure. On this slide we have Structure.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age-sex pyramid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Pattern of Distribution. The population is distributed as follows. On this slide we have Dense areas and Moderate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Pattern of Distribution. On this slide we have Sparse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density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Distribution. The distribution is explained by the following reasons. On this slide we have Physical factors and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Distribution. On this slide we have Historical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structure of the population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youthful with a progressive pyramid.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the high density of the 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fertile volcanic soils and a mild climate.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28; number 2, progressive; number 3,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the Mandara Mountains are densely populated.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40: Migration Patterns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39: POPULATION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39: Population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structure,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Growth pattern and structure; spatial pattern of distribution; reasons for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population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38: Population and Resource Model (Malthus)):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Malthus's theory relevant to Cameroon today? Give two arguments.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rapid growth and food shortages in the Far North. No: Cameroon has much unused fertile land and can raise production with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growth and structure of the population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spatial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about 28 million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Littoral is dense.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East is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of Cameroon has almost quadrupled since 1976. People are crowded in the West, the Littoral and the Far North, but the East has few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describe the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has the population changed?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grown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has few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Participate in planning services for the growing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population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GROWTH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GROWTH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growth of the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GROWTH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grew from 7.7 million in 1976 to about 28 million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structure of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youthful, with a progressive pyramid and about 42 percent under 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dense and sparse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Littoral, West, Far North, North-West; sparse: East, South, Adamaoua.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PHYSICAL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Volcanic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PHYSICAL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reasons for dense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PHYSICAL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volcanic soils and a mild highland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HUMAN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HUMAN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reasons for dense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HUMAN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and jobs in towns, and history (old kingdoms, refuges).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Population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Growth Pattern and Structure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population of Cameroon has the following growth and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grew from about 7.7 million in 1976 to about 28 million today.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is about 35 per thousand and the death rate about 9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Growth Pattern and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is youthful, with about 42 percent under 15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Growth Pattern and Structure</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age-sex 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 of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population is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West, North-West and Far North are dense.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Moderate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Centre, South-West and North have moderate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 of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South and Adamaoua are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 of Distribution</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density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distribution is explained by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volcanic soils and mild climates attract people, while dense forest repels them.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ports and plantations offer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kingdoms and refuges in the mountains concentrated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structure of the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youthful with a progressive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the high density of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volcanic soils and a mild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population of Cameroon is about ______ million.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pyramid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East is sparse because of the dense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Mandara Mountains are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Migration Patterns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Youthful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Jeune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Volcanic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volcanique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refuge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Kingdom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royaume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39: Population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growth and structure of the population of Cameroon. Describe its spatial distribution. Explain the reasons for the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population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Growth Pattern and Structure; Spatial Pattern of Distribution; Reasons for the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Mandara Mountains are densely populated.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2026-09-28T21:15:21Z</dcterms:created>
  <dcterms:modified xsi:type="dcterms:W3CDTF">2026-09-28T21:15:21Z</dcterms:modified>
</cp:coreProperties>
</file>