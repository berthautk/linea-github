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48: Consequences of the Urbanisation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5. It belongs to Module III: Management of Population Growth and Space Colonisation.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Development of Settlements and their Implications, and the sub-topic is Urban Settlements and their Spheres of Influence. The key notions we shall use today are: ghettos, armed robbery, traffic jams, delinquencies. At the end, you should be able to do this: learners are able to assess the consequences of urbanisation and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47: Urbanisation. The question was: Explain three reasons for the rapid growth of Garoua.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Rural-urban migration from the North, regional administration, trade with Nigeria and Chad, and industries such as CICAM and SODECOTON.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explain the positive consequences of urbanisation. Number 2: explain the negative consequences. Number 3: propose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Towns grow fast. Towns have jobs and services. Some quarters are unplanned.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Douala, people find jobs and good hospitals, but traffic jams, floods, waste and armed robbery make life difficult in many quarters.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Urbanisation has good and bad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Give one positive effect.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Jobs (also hospitals).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Give two negative effects.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Traffic jams and armed robbery.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denounce delinquency and use waste bins.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urban problems and their 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city centre.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Give two positive consequences of urbanisation.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Jobs and better services (schools, hospitals,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slum.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Give two social problems of towns.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Slums and ghettos, and crime such as armed robbery.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traffic jam.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Give two transport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Traffic jams and poor roads.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urban problems.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environmental problems.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Waste and floods (also air and water pollution).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controlling urban growth.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three solutions.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Town planning, satellite towns and green belts (also waste facilities and renewal of old quarters).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Positive Consequences. Urbanisation has the following positive consequences. On this slide we have Economic and Social.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Negative Consequences. Urbanisation has the following negative consequences. On this slide we have Social and Transport.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Negative Consequences. On this slide we have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urban problems.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Solutions. Urban problems can be solved in the following ways. On this slide we have Planning and Services.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Solutions. On this slide we have Renewal and rural development.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two positive consequences of urbanisation.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jobs and services.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negative consequences and two solutions.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slums and traffic jams; town planning and satellite towns.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slums (shanty towns); number 2, belt; number 3, satellite.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List three urban problems of your town and propose one solution for each.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Further Study 5: The Shanty Settlements (Ghettos/Slums) in the World.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5</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48: CONSEQUENCES OF THE URBANISATION PROCESS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5</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48</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Consequences of the Urbanisation Process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5</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III: Management of Population Growth and Space Colonisation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Development of Settlements and their Implications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Urban Settlements and their Spheres of Influence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48: Consequences of the Urbanisation Process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Ghettos, armed robbery, traffic jams, delinquencies.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Positive consequences; negative consequences;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assess the consequences of urbanisation and propose solutions.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47: Urbanisation):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three reasons for the rapid growth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Rural-urban migration from the North, regional administration, trade with Nigeria and Chad, and industries such as CICAM and SODECOTON.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positive consequences of urbanisation.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negative consequences.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Propose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grow fast.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Towns have jobs and services.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Some quarters are unplanned.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Douala, people find jobs and good hospitals, but traffic jams, floods, waste and armed robbery make life difficult in many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Urbanisation has good and bad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positive effect.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(also hospitals).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armed robbery.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Denounce delinquency and use waste bins.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urban problems and their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cbd.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city centre.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consequences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POSITIVE CONSEQUENCES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better services (schools, hospitals,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slum.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social problems of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SOCIAL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ghettos, and crime such as armed robbery.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traffic.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traffic jam.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transport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TRANSPORT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poor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environmental problems.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NEGATIVE: ENVIRONMENT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and floods (also air and water pollution).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prawl_control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Controlling urban growth.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three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SOLUTIONS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 planning, satellite towns and green belts (also waste facilities and renewal of old quarters).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Development of Settlements and their Implications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Urban Settlements and their Spheres of Influence</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48: Consequences of the Urbanisation Process</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Positive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the following positive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Economic: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create jobs, markets and industries.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offer schools, hospitals, water and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Urbanisation has the following negative consequences: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Social: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ghettos, unemployment, armed robbery and delinquency increase.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Transport: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Traffic jams and accidents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Waste, floods and pollution spread.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Negative Consequences</a:t>
            </a:r>
            <a:endParaRPr lang="en-US" sz="3600" dirty="0"/>
          </a:p>
        </p:txBody>
      </p:sp>
      <p:pic>
        <p:nvPicPr>
          <p:cNvPr id="4" name="Image 0" descr="/home/claude/f4/img/v2/urban_problem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urban problems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Urban problems can be solved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Master plans, satellite towns and green belts control growth.</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Services: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Roads, waste facilities and low-cost housing should be provided.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Solutions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Renewal and rural development: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Old quarters are renewed and villages are developed to reduce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positive consequences of urbanisation.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and services.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negative consequences and two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Slums and traffic jams; town planning and satellite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Poor unplanned quarters are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belt of green land around a town is a green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New towns built near a city are ______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urban problems of your town and propose one solution for 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Further Study 5: The Shanty Settlements (Ghettos/Slums) in the World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ghetto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Armed robbery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vol à main armée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Delinquency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délinquance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Green belt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ceinture verte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Satellite town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ville satellite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Town planning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L'urbanisme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Development of Settlements and their Implications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48: Consequences of the Urbanisation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Explain the positive consequences of urbanisation. Explain the negative consequences.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assess the consequences of urbanisation and propose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Positive Consequences; Negative Consequences; Solutions.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List three urban problems of your town and propose one solution for each.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5, Module III: Management of Population Growth and Space Colonisation.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“Central Business District” by alantankenghoe, CC BY 2.0, via Flickr (https://www.flickr.com/photos/57785759@N06/5548938771)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“Nairobi Traffic Jam” by rogiro, CC BY-NC 2.0, via Flickr (https://www.flickr.com/photos/43132185@N00/48712135)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2026-09-29T03:12:05Z</dcterms:created>
  <dcterms:modified xsi:type="dcterms:W3CDTF">2026-09-29T03:12:05Z</dcterms:modified>
</cp:coreProperties>
</file>