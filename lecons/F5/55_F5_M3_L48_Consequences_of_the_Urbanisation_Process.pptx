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48: Consequences of the Urbanisation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ghettos, armed robbery, traffic jams, delinquencies. At the end, you should be able to do this: learners are able to assess the consequences of urbanisation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47: Urbanisation. The question was: Explain three reasons for the rapid growth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Rural-urban migration from the North, regional administration, trade with Nigeria and Chad, and industries such as CICAM and SODECOTON.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consequences of urbanisation. Number 2: explain the negative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fast. Towns have jobs and services. Some quarters are unplanned.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people find jobs and good hospitals, but traffic jams, floods, waste and armed robbery make life difficult in many quarters.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 has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Jobs (also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negative effects.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armed robbery.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delinquency and use waste 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urban problems and their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positive consequences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better services (schools, hospitals,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social problems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and ghettos, and crime such as armed robbery.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transport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Traffic jams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urban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environmental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Waste and floods (also air and water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controlling urban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planning, satellite towns and green belts (also waste facilities and renewal of old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Consequences. Urbanisation has the following positive consequences. On this slide we have Economic and Social.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Consequences. Urbanisation has the following negative consequences. On this slide we have Social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Consequences.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problems.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Urban problems can be solved in the following ways. On this slide we have Planning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Renewal and rural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consequences of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jobs and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negative consequences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and traffic jams; town planning and satellite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slums (shanty towns); number 2, belt; number 3, satellite.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urban problems of your town and propose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The Shanty Settlements (Ghettos/Slums) in the World.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48: CONSEQUENCES OF THE URBANISATION PROCESS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Urbanisation Process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48: Consequences of the Urbanisation Process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Ghettos, armed robbery, traffic jams, delinquencies.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consequences; negative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the consequences of urbanisation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47: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reasons for the rapid growth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from the North, regional administration, trade with Nigeria and Chad, and industries such as CICAM and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consequences of 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quarters are unplanned.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people find jobs and good hospitals, but traffic jams, floods, waste and armed robbery make life difficult in many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has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(also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armed robbery.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delinquency and use waste 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urban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consequences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better services (schools, hospitals,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problems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ghettos, and crime such as armed robbery.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transport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environmental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floods (also air and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Controlling urban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satellite towns and green belts (also waste facilities and renewal of old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48: Consequences of the Urbanisation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the following positive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create jobs, markets and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offer schools, hospitals, water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the following negative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ghettos, unemployment, armed robbery and delinquency increase.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accidents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floods and pollution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can be solved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Master plans, satellite towns and green belts control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waste facilities and low-cost housing should be provided.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Renewal and rural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quarters are renewed and villages are developed to reduce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consequences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consequences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traffic jams; town planning and satellite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Poor unplanned quarters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belt of green land around a town is a green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towns built near a city are ______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propose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The Shanty Settlements (Ghettos/Slums)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Armed robbery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 à main armée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Delinquency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délinquance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48: Consequences of the Urbanisation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consequences of urbanisation. Explain the negative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the consequences of urbanisation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Positive Consequences; Negative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urban problems of your town and propose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2026-09-27T14:33:03Z</dcterms:created>
  <dcterms:modified xsi:type="dcterms:W3CDTF">2026-09-27T14:33:03Z</dcterms:modified>
</cp:coreProperties>
</file>