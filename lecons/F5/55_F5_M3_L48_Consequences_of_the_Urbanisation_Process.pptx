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48: Consequences of the Urbanisation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Urban Settlements and their Spheres of Influence. The key notions we shall use today are: ghettos, armed robbery, traffic jams, delinquencies. At the end, you should be able to do this: learners are able to assess the consequences of urbanisation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47: Urbanisation. The question was: Explain three reasons for the rapid growth of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Rural-urban migration from the North, regional administration, trade with Nigeria and Chad, and industries such as CICAM and SODECOTON.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positive consequences of urbanisation. Number 2: explain the negative consequences.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grow fast. Towns have jobs and services. Some quarters are unplanned.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people find jobs and good hospitals, but traffic jams, floods, waste and armed robbery make life difficult in many quarters.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Urbanisation has good and bad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positive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Jobs (also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two negative effects.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Traffic jams and armed robbery.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denounce delinquency and use waste bins.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urban problems and their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city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positive consequences of 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and better services (schools, hospitals,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slum.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social problems of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Slums and ghettos, and crime such as armed robbery.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traffic jam.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transport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Traffic jams and poor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urban problems.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environmental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Waste and floods (also air and water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controlling urban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solutions.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Town planning, satellite towns and green belts (also waste facilities and renewal of old quarters).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Consequences. Urbanisation has the following positive consequences. On this slide we have Economic and Social.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Consequences. Urbanisation has the following negative consequences. On this slide we have Social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Consequences. On this slide we have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 problems.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Urban problems can be solved in the following ways. On this slide we have Planning and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Renewal and rural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positive consequences of urbanisation.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jobs and services.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negative consequences and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slums and traffic jams; town planning and satellite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slums (shanty towns); number 2, belt; number 3, satellite.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urban problems of your town and propose one solution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5: The Shanty Settlements (Ghettos/Slums) in the World.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48: CONSEQUENCES OF THE URBANISATION PROCESS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Consequences of the Urbanisation Process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Settlements and their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48: Consequences of the Urbanisation Process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Ghettos, armed robbery, traffic jams, delinquencies.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Positive consequences; negative consequences;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assess the consequences of urbanisation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47: Urbanisation):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three reasons for the rapid growth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from the North, regional administration, trade with Nigeria and Chad, and industries such as CICAM and SODECOTON.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consequences of urbanisation.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negative consequences.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fast.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jobs and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quarters are unplanned.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people find jobs and good hospitals, but traffic jams, floods, waste and armed robbery make life difficult in many quarters.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Urbanisation has good and bad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(also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negative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jams and armed robbery.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Denounce delinquency and use waste bins.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urban problems and their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city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consequences of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and better services (schools, hospitals,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SOCIAL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slum.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SOCIAL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social problems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SOCIAL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and ghettos, and crime such as armed robbery.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jam.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transport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jams and poor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rban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Urban problems.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environmental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and floods (also air and water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prawl_contro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Controlling urban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planning, satellite towns and green belts (also waste facilities and renewal of old quarters).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Urban Settlements and their Spheres of Influence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48: Consequences of the Urbanisation Process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has the following positive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create jobs, markets and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offer schools, hospitals, water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has the following negative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ghettos, unemployment, armed robbery and delinquency increase.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jams and accidents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Consequences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floods and pollution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Consequences</a:t>
            </a:r>
            <a:endParaRPr lang="en-US" sz="3600" dirty="0"/>
          </a:p>
        </p:txBody>
      </p:sp>
      <p:pic>
        <p:nvPicPr>
          <p:cNvPr id="4" name="Image 0" descr="/home/claude/f4/img/v2/urban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 problems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problems can be solved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Master plans, satellite towns and green belts control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waste facilities and low-cost housing should be provided.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Renewal and rural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quarters are renewed and villages are developed to reduce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consequences of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negative consequences and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and traffic jams; town planning and satellite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Poor unplanned quarters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belt of green land around a town is a green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New towns built near a city are ______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urban problems of your town and propose one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5: The Shanty Settlements (Ghettos/Slums)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Ghetto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ghetto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Armed robbery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 à main armée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Delinquency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délinquance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verte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 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 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48: Consequences of the Urbanisation Process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positive consequences of urbanisation. Explain the negative consequences.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assess the consequences of urbanisation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Positive Consequences; Negative Consequences;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urban problems of your town and propose one solution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2026-09-28T21:15:23Z</dcterms:created>
  <dcterms:modified xsi:type="dcterms:W3CDTF">2026-09-28T21:15:23Z</dcterms:modified>
</cp:coreProperties>
</file>