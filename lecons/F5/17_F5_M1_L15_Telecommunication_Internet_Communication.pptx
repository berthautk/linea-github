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Telecommunication (Internet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telecommunication networks, internet, mobile phones, satellites, optic fibre. At the end, you should be able to do this: learners are able to describe telecommunication networks and assess their socio-economic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Globalisation. The question was: List five foreign products used in your home and their countries of origin.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phone (China), rice (Thailand), car (Japan), clothes (Turkey or China), medicine (France or India).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types of telecommunication networks. Number 2: describe the nature and uses of the internet. Number 3: assess the advantages, disadvantages and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Telecommunication sends information over a distance. Many people use mobile phones. Mobile money is used in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farmer in the North checks the price of maize on his phone, sends money by mobile money and follows lessons on the radio. His son is victim of an internet scam.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uses and dangers of telecommunication.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uses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Checking prices and sending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danger is mentioned?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Internet scams (cybercrime).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your passwords and denounce cybercrime.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use modern telecommunication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internet cables.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types of telecommunication networks.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Fixed telephone lines, mobile phone networks and the internet (also satellites and radio).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using GPS.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carries telecommunication signals?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Optic fibre cables, radio waves, relay antennas and satellites.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computer class.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uses of the internet.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Communication, education and trade (also banking and entertainment).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mobile money.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socio-economic impacts of telecommunication.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creates jobs and makes money transfer and trade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mobile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disadvantages of telecommunication.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Cybercrime and spread of false news (also high costs and addiction).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Telecommunication Networks. The main telecommunication networks are the following. On this slide we have Fixed telephone and Mobile networks.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Telecommunication Networks. On this slide we have Internet and Broadcasting.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and Uses of the Internet. The internet is used as follows. On this slide we have Communication and Education and information.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and Uses of the Internet. On this slide we have Trade and banking.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Disadvantages and Socio-economic Impacts. Telecommunication has the following effects. On this slide we have Advantages and Disadvantages.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Disadvantages and Socio-economic Impacts. On this slide we have Socio-economic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telecommunication networks.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mobile networks and the internet.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the internet.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fast communication; cybercrime.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fibre; number 2, money; number 3, cybercrime.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three ways telecommunication helps farmers and traders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Transport Development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15: TELECOMMUNICATION (INTERNET COMMUNICATION)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Telecommunication (Internet Communication)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Telecommunication (Internet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Telecommunication networks, internet, mobile phones, satellites, optic fibre.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telecommunication networks; the nature and uses; advantages and disadvantages; socio-economic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telecommunication networks and assess their socio-economic impact.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Globalisation):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foreign products used in your home and their countries of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phone (China), rice (Thailand), car (Japan), clothes (Turkey or China), medicine (France or India).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of telecommunication networks.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nature and uses of the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advantages, disadvantages and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Telecommunication sends information over a distance.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people use mobile phones.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Mobile money is used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farmer in the North checks the price of maize on his phone, sends money by mobile money and follows lessons on the radio. His son is victim of an internet scam.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uses and dangers of telecommunication.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Checking prices and sending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danger is mentioned?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Internet scams (cybercrime).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your passwords and denounce cybercrime.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use modern telecommunication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interne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Internet cables.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telecommunication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Fixed telephone lines, mobile phone networks and the internet (also satellites and radio).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gp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Using GPS.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carries telecommunication signals?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Optic fibre cables, radio waves, relay antennas and satellites.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AND 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mputer_clas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computer class.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the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Communication, education and trade (also banking and entertainment).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obile_mon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Mobile money.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socio-economic impacts of telecommunication.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jobs and makes money transfer and trade easier.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mobile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telecommunication.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Cybercrime and spread of false news (also high costs and addiction).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Communication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Telecommunication (Internet 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Telecommunication Networks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telecommunication networks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Fixed telephone: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and cables link homes and offices.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Mobile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Antennas carry calls, text messages and data to mobile phones.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Telecommunication Networks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Optic fibre and satellites link computers all over the world.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Broadcasting: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Radio and television send information to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Nature and Uses of the Internet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internet is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Communication: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send e-mails, messages and make video calls.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information: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find lessons, books and news online.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Nature and Uses of the Internet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and banking: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buy, sell and transfer money online.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Disadvantages and Socio-economic Impacts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Telecommunication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fast, reduces distance and creates jobs.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Cybercrime, viruses, false news and addiction are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Disadvantages and Socio-economic Impacts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Socio-economic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Mobile money and online trade help small businesses.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telecommunication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Mobile networks and the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the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communication; cybercrime.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Glass cables that carry data are optic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Sending money by phone is mobile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Crime committed on the internet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telecommunication helps farmers and traders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Transport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Optic fibre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fibre optique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Antenna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L'antenne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Cybercrime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cybercriminalité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Mobile money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L'argent mobile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Telecommunication (Internet Communication)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types of telecommunication networks. Describe the nature and uses of the internet. Assess the advantages, disadvantages and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telecommunication networks and assess their socio-economic impact.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Telecommunication Networks; Nature and Uses of the Internet; Advantages, Disadvantages and Socio-economic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three ways telecommunication helps farmers and traders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“Woman uses a computer in an internet cafe” by World Bank Photo Collection, CC BY-NC-ND 2.0, via Flickr (https://www.flickr.com/photos/10816734@N03/7556691396)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“DAPA GPS Fruit 5” by CIAT International Center for Tropical Agriculture, CC BY-SA 2.0, via Flickr (https://www.flickr.com/photos/38476503@N08/4821530518)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Oneputa Combined School goes from Grade 1 through to Grade 10” by World Bank Photo Collection, CC BY-NC-ND 2.0, via Flickr (https://www.flickr.com/photos/10816734@N03/5321464442)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“Scenes from Rwanda” by International Monetary Fund, CC BY-NC-ND 2.0, via Flickr (https://www.flickr.com/photos/38851430@N07/52660758172)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“Using mobile technology to give feedback about the crop trials” by Bioversity International, CC BY-NC-ND 2.0, via Flickr (https://www.flickr.com/photos/50383637@N07/15019002626)</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2026-09-27T14:32:58Z</dcterms:created>
  <dcterms:modified xsi:type="dcterms:W3CDTF">2026-09-27T14:32:58Z</dcterms:modified>
</cp:coreProperties>
</file>