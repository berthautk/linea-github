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Telecommunication (Internet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telecommunication networks, internet, mobile phones, satellites, optic fibre. At the end, you should be able to do this: learners are able to describe telecommunication networks and assess their socio-economic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Globalisation. The question was: List five foreign products used in your home and their countries of origin.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phone (China), rice (Thailand), car (Japan), clothes (Turkey or China), medicine (France or India).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telecommunication networks. Number 2: describe the nature and uses of the internet. Number 3: assess the advantages, disadvantages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Telecommunication sends information over a distance. Many people use mobile phones. Mobile money is used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in the North checks the price of maize on his phone, sends money by mobile money and follows lessons on the radio. His son is victim of an internet scam.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uses and dangers of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Checking prices and sending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Internet scams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passwords and denounce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use modern telecommunication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internet cables.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types of telecommunication networks.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Fixed telephone lines, mobile phone networks and the internet (also satellites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using GPS.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carries telecommunication signals?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Optic fibre cables, radio waves, relay antennas and satellites.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uses of the internet.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Communication, education and trade (also banking and entertainment).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socio-economic impacts of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jobs and makes money transfer and trade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mobile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Cybercrime and spread of false news (also high costs and addiction).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Telecommunication Networks. The main telecommunication networks are the following. On this slide we have Fixed telephone and Mobile networks.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Telecommunication Networks. On this slide we have Internet and Broadcasting.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and Uses of the Internet. The internet is used as follows. On this slide we have Communication and Education and information.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and Uses of the Internet. On this slide we have Trade and banking.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Disadvantages and Socio-economic Impacts. Telecommunication has the following effects.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Disadvantages and Socio-economic Impacts. On this slide we have Socio-economic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telecommunication networks.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mobile networks and the internet.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the internet.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communication; cybercrime.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fibre; number 2, money; number 3,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ways telecommunication helps farmers and traders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Transport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TELECOMMUNICATION (INTERNET COMMUNICATION)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Telecommunication (Internet Communication)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Telecommunication (Internet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Telecommunication networks, internet, mobile phones, satellites, optic fibre.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telecommunication networks; the nature and uses; advantages and disadvantages; socio-economic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telecommunication networks and assess their socio-economic impact.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Globalisation):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foreign products used in your home and their countries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phone (China), rice (Thailand), car (Japan), clothes (Turkey or China), medicine (France or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telecommunication networks.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nature and uses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disadvantages and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Telecommunication sends information over a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use mobile phones.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Mobile money is used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in the North checks the price of maize on his phone, sends money by mobile money and follows lessons on the radio. His son is victim of an internet scam.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uses and dangers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Checking prices and sending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Internet scams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passwords and denounce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use modern telecommunication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interne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Internet cables.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telecommunication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Fixed telephone lines, mobile phone networks and the internet (also satellites and radio).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gp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Using GPS.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carries telecommunication signals?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Optic fibre cables, radio waves, relay antennas and satellites.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Communication, education and trade (also banking and entertainment).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socio-economic impacts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jobs and makes money transfer and trade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mobile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Cybercrime and spread of false news (also high costs and addiction).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Telecommunication (Internet Communication)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Telecommunication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telecommunication networks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Fixed telephone: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and cables link homes and offices.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Mobile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Antennas carry calls, text messages and data to mobile phones.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Telecommunication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Optic fibre and satellites link computers all over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Broadcasting: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and television send information to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Nature and Uses of the Internet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internet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send e-mails, messages and make video calls.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information: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find lessons, books and news online.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Nature and Uses of the Internet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and banking: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sell and transfer money online.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Socio-economic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Telecommunication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fast, reduces distance and creates jobs.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Cybercrime, viruses, false news and addiction are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Socio-economic Impacts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Mobile money and online trade help small businesses.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telecommunication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Mobile networks and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communication;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Glass cables that carry data are optic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Sending money by phone is mobile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Crime committed on the internet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telecommunication helps farmers and traders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Optic fibre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fibre optique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Antenna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Cybercrime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cybercriminalité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Mobile money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L'argent mobile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Telecommunication (Internet 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telecommunication networks. Describe the nature and uses of the internet. Assess the advantages, disadvantages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telecommunication networks and assess their socio-economic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Telecommunication Networks; Nature and Uses of the Internet; Advantages, Disadvantages and Socio-economic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ways telecommunication helps farmers and traders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“Woman uses a computer in an internet cafe” by World Bank Photo Collection, CC BY-NC-ND 2.0, via Flickr (https://www.flickr.com/photos/10816734@N03/7556691396)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“DAPA GPS Fruit 5” by CIAT International Center for Tropical Agriculture, CC BY-SA 2.0, via Flickr (https://www.flickr.com/photos/38476503@N08/4821530518)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2026-09-28T21:15:14Z</dcterms:created>
  <dcterms:modified xsi:type="dcterms:W3CDTF">2026-09-28T21:15:14Z</dcterms:modified>
</cp:coreProperties>
</file>