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Land Reclamation.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The key notions we shall use today are: land reclamation, landfill, dykes, irrigation, poldering, drainage. At the end, you should be able to do this: learners are able to explain land reclamation and assess reclamation schemes.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Economic Growth of Cameroon. The question was: Suggest three actions young people can take to help Cameroon reach emergence.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Learn technical skills, create small businesses or cooperatives, buy local products, and refuse corruption (also take part in community work).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land reclamation. Number 2: give examples of land reclamation schemes. Number 3: assess their advantages, disadvantages and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lands are too wet, too dry or eroded to be used. The Netherlands is a low country. Irrigation brings water to dry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Netherlands, people built dykes and pumped water out of the sea to create farmland. In the Far North of Cameroon, farmers irrigate dry land to grow 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people make unused land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did the Dutch gain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dykes and pumping out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dry land used in the Far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manures, terraces and tree planting to restore degraded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improve difficult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methods of land reclamation.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Making unused or degraded land usable for farming, settlement or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polder in the Netherlands.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polder?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taken from the sea or a lake by building dykes and pumping out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irrigation canals.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examples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of drylands and landfill on coasts (Singapore, Dubai).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singapore, built partly on reclaimed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advantage and one disadvantage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land for farming or building; destruction of wetlands and high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challenges of land reclamation.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costs and the risk of floods or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Land reclamation.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Land Reclamation Schemes. Land is reclaimed in the following ways. On this slide we have Poldering and Drainage and landfill.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Land Reclamation Schemes. On this slide we have Irrigation and Soil restoration.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methods of land reclamation.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Land reclamation has the following advantages. On this slide we have More farmland and Land for settlement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Disadvantages and Challenges. Land reclamation has the following disadvantages and challenges. On this slide we have Loss of wetlands and Salinisation.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Disadvantages and Challenges. On this slide we have High costs.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polder?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taken from the sea by dykes and pumping.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challenge of land reclamation.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more farmland; high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polder; number 2, dykes;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ways to reclaim degraded land in the North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Multipurpose River Development Project (MRDP).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23: LAND RECLAMATION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 Reclamation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Land Reclamation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reclamation, landfill, dykes, irrigation, poldering,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advantages and disadvantages of land reclamation schemes; challenges of land reclamation.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land reclamation and assess reclamation schemes.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Economic Growth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actions young people can take to help Cameroon reach emergence.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create small businesses or cooperatives, buy local products, and refuse corruption (also take part in community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land reclamation.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land reclamation schemes.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their advantages, disadvantages and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lands are too wet, too dry or eroded to be used.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Netherlands is a low country.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Irrigation brings water to dry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Netherlands, people built dykes and pumped water out of the sea to create farmland. In the Far North of Cameroon, farmers irrigate dry land to grow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people make unused land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Dutch gain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dykes and pumping out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dry land used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manures, terraces and tree planting to restore degraded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improve difficult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clam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Methods of land reclamation.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Making unused or degraded land usable for farming, settlement 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5_pold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polder in the Netherlands.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POLDERS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taken from the sea or a lake by building dykes and pumping out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Irrigation canals.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examples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 DRYLANDS AND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of drylands and landfill on coasts (Singapore, Dubai).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 built partly on reclaimed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land for farming or building; destruction of wetlands and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challenges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costs and the risk of floods or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Projects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reclamation: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of making unused or degraded land usable.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is reclaimed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Poldering: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are built and water is pumped out, as in the Netherlands.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landfill: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Swamps are drained and coasts are filled, as in Singapore.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lands are watered, as at SEMRY in the Far North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restoration: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Terraces, manures and trees restore eroded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Land Reclamation Schemes</a:t>
            </a:r>
            <a:endParaRPr lang="en-US" sz="3600" dirty="0"/>
          </a:p>
        </p:txBody>
      </p:sp>
      <p:pic>
        <p:nvPicPr>
          <p:cNvPr id="4" name="Image 0" descr="/home/claude/f4/img/v2/reclam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methods of land reclamation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Disadvantages and Challenges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reclamation has the following 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land can be cultivated.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for settlement and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and factories can expand.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Disadvantages and Challenges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 and Challenges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reclamation has the following disadvantages and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wetlands: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Habitats of birds and fish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Salinisation: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Salt can make the soil infertile.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Disadvantages and Challenges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Disadvantages and Challenges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much capital, technology and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taken from the sea by dykes and pumping.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challenge of land reclamation.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farmland; high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taken from the sea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Walls built to hold back water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Watering dry land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reclaim degraded land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Multipurpose River Development Project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reclamation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mise en valeur des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remblai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salinisation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Land Reclamation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land reclamation. Give examples of land reclamation schemes. Assess their advantages, disadvantages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land reclamation and assess reclamation schemes.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Land Reclamation Schemes; Advantages; Disadvantages and Challenges.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ways to reclaim degraded land in the North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“Mills Kinderdijk, Holland - 3632” by HereIsTom, CC BY-NC-ND 2.0, via Flickr (https://www.flickr.com/photos/47035764@N03/8141380736)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2026-10-02T05:13:42Z</dcterms:created>
  <dcterms:modified xsi:type="dcterms:W3CDTF">2026-10-02T05:13:42Z</dcterms:modified>
</cp:coreProperties>
</file>