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45: Rural Settlement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Rural Settlements, their Morphology and Implications on the Environment. The key notions we shall use today are: nucleated, dispersed, linear. At the end, you should be able to do this: learners are able to identify rural settlement patterns and explain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44: Rural Settlement Form. The question was: Draw the forms of two settlements you know and name them.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village along the Garoua–Maroua road (linear); a village at a crossroads (cruciform).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settlement pattern. Number 2: identify the types of patterns. Number 3: explain the factors influencing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Some houses are grouped. Some houses are scattered. Water attracts settlement.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savanna, houses are scattered over the fields, while in the Mandara Mountains, houses are grouped closely together on the slopes.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Settlements have different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pattern is in the savanna?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Dispersed (scattered).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pattern is on the slopes?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Nucleated (grouped).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rural settlements to ease access to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settlements are spread over an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settlement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settlement pattern?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way settlements are spread over an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nucleated pattern.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nucleated pattern?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Settlements grouped closely together around a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settlements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dispersed and linear patterns.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Dispersed: scattered houses; linear: houses in a line along a road or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water point.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factors of nucleated patterns.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Scarce water points and defence (also flat land and social 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factors of dispersed patterns.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available everywhere and large farms (also peace and pastoralism).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Settlement pattern.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Patterns. The types of rural settlement patterns are the following. On this slide we have Nucleated and Dispersed.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Patterns. On this slide we have Linear.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settlement patterns.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Influencing Patterns. Patterns are influenced by the following factors. On this slide we have Water supply and Relief and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Influencing Patterns. On this slide we have Defence and social ties and Routes and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types of patterns.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nucleated, dispersed and linear.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factor of a dispersed pattern.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available everywhere.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nucleated; number 2, dispersed; number 3,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Identify the settlement pattern of your area and explain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46: The Concept of Urban Settlement.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45: RURAL SETTLEMENT PATTERNS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Rural Settlement Patterns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Settlements, their Morphology and Implications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45: Rural Settlement Patterns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Nucleated, dispersed, linear.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factors influencing patterns.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rural settlement patterns and explain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44: Rural Settlement Form):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forms of two settlements you know and name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village along the Garoua–Maroua road (linear); a village at a crossroads (cruciform).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settlement pattern.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types of patterns.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influencing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houses are grouped.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houses are scattered.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attracts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savanna, houses are scattered over the fields, while in the Mandara Mountains, houses are grouped closely together on the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have different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pattern is in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Dispersed (scattered).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pattern is on the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Nucleated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rural settlements to ease access to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settlements are spread over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settlement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way settlements are spread over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NUCLEATED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Nucleated pattern.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NUCLEATED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nucleated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NUCLEATED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grouped closely together around a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DISPERSED AND LINEAR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opo_sett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Settlements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DISPERSED AND LINEAR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dispersed and linear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DISPERSED AND LINEAR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Dispersed: scattered houses; linear: houses in a line along a road or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NUCLEATED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fetchwat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water point.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NUCLEATED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nucleated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NUCLEATED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Scarce water points and defence (also flat land and social 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DISPERSED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DISPERSED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dispersed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DISPERSED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available everywhere and large farms (also peace and pastoralism).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Rural Settlements, their Morphology and Implications on the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45: Rural Settlement Patterns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Settlement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settlements are spread over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Patterns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types of rural settlement patterns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Nucleated: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grouped closely together.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Dispersed: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scattered over the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Patterns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are arranged in a line along a road, river or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Patterns</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settlement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Patterns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Patterns are influenced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supply: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Scarce water points group houses, while water everywhere scatters them.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and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points and fertile patches group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Patterns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Defence and social 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Insecurity and family ties group houses together.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Routes and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create linear patterns and large farms scatter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Nucleated, dispersed and linear.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factor of a dispersed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available everywhere.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Grouped houses form a ______ pattern.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Scattered houses form a ______ pattern.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Houses along a road form a ______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the settlement pattern of your area and explain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46: The Concept of Urban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Pattern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structure / 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Nucleated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Groupé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Dispersed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Dispersé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Scattered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Éparpillé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Insecurity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L'insécurité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45: Rural Settlement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settlement pattern. Identify the types of patterns. Explain the factors influencing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rural settlement patterns and explain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Patterns; Factors Influencing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settlement pattern of your area and explain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“Women fetch water in Kilte-Awlaelo woreda, Tigray” by UNICEF Ethiopia, CC BY-NC-ND 2.0, via Flickr (https://www.flickr.com/photos/86783452@N02/14056445728)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2026-09-29T03:12:05Z</dcterms:created>
  <dcterms:modified xsi:type="dcterms:W3CDTF">2026-09-29T03:12:05Z</dcterms:modified>
</cp:coreProperties>
</file>