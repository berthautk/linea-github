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45: Rural Settlement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Settlements and their Implications, and the sub-topic is Rural Settlements, their Morphology and Implications on the Environment. The key notions we shall use today are: nucleated, dispersed, linear. At the end, you should be able to do this: learners are able to identify rural settlement patterns and explain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44: Rural Settlement Form. The question was: Draw the forms of two settlements you know and name them.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a village along the Garoua–Maroua road (linear); a village at a crossroads (cruciform).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settlement pattern. Number 2: identify the types of patterns. Number 3: explain the factors influencing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Some houses are grouped. Some houses are scattered. Water attracts settlement.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savanna, houses are scattered over the fields, while in the Mandara Mountains, houses are grouped closely together on the slopes.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Settlements have different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pattern is in the savanna?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Dispersed (scattered).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pattern is on the slopes?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Nucleated (grouped).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 rural settlements to ease access to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settlements are spread over an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settlement patterns.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 settlement pattern?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way settlements are spread over an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nucleated pattern.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a nucleated pattern?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Settlements grouped closely together around a centre.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settlements on a map (invented).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Distinguish dispersed and linear patterns.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Dispersed: scattered houses; linear: houses in a line along a road or 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water point.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factors of nucleated patterns.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Scarce water points and defence (also flat land and social 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savanna.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factors of dispersed patterns.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Water available everywhere and large farms (also peace and pastoralism).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Settlement pattern.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Patterns. The types of rural settlement patterns are the following. On this slide we have Nucleated and Dispersed.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Patterns. On this slide we have Linear.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settlement patterns.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Influencing Patterns. Patterns are influenced by the following factors. On this slide we have Water supply and Relief and soils.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Influencing Patterns. On this slide we have Defence and social ties and Routes and farming.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three types of patterns.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nucleated, dispersed and linear.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factor of a dispersed pattern.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water available everywhere.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nucleated; number 2, dispersed; number 3, linear.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Identify the settlement pattern of your area and explain it.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46: The Concept of Urban Settlement.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45: RURAL SETTLEMENT PATTERNS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Rural Settlement Patterns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Settlements and their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 Settlements, their Morphology and Implications on the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45: Rural Settlement Patterns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Nucleated, dispersed, linear.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types; factors influencing patterns.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rural settlement patterns and explain them.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44: Rural Settlement Form):</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forms of two settlements you know and name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a village along the Garoua–Maroua road (linear); a village at a crossroads (cruciform).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settlement pattern.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types of patterns.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influencing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houses are grouped.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houses are scattered.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Water attracts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savanna, houses are scattered over the fields, while in the Mandara Mountains, houses are grouped closely together on the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Settlements have different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pattern is in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Dispersed (scattered).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pattern is on the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Nucleated (grouped).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 rural settlements to ease access to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settlements are spread over an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atter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Settlement patterns.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settlement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way settlements are spread over an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NUCLEATED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atter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Nucleated pattern.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NUCLEATED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nucleated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NUCLEATED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Settlements grouped closely together around a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DISPERSED AND LINEAR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topo_sett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Settlements on a map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DISPERSED AND LINEAR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dispersed and linear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DISPERSED AND LINEAR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Dispersed: scattered houses; linear: houses in a line along a road or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NUCLEATED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fetchwat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water point.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NUCLEATED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of nucleated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NUCLEATED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Scarce water points and defence (also flat land and social 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DISPERSED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savanna.jpg">    </p:cNvPr>
          <p:cNvPicPr>
            <a:picLocks noChangeAspect="1"/>
          </p:cNvPicPr>
          <p:nvPr/>
        </p:nvPicPr>
        <p:blipFill>
          <a:blip r:embed="rId1"/>
          <a:stretch>
            <a:fillRect/>
          </a:stretch>
        </p:blipFill>
        <p:spPr>
          <a:xfrm>
            <a:off x="281042" y="1783080"/>
            <a:ext cx="116296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savanna.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DISPERSED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of dispersed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DISPERSED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available everywhere and large farms (also peace and pastoralism).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Development of Settlements and their Implications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Rural Settlements, their Morphology and Implications on the Environment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45: Rural Settlement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Settlement 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way settlements are spread over an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Patterns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types of rural settlement patterns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Nucleated: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are grouped closely together.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Dispersed: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are scattered over the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Patterns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Linear: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are arranged in a line along a road, river or valley.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Patterns</a:t>
            </a:r>
            <a:endParaRPr lang="en-US" sz="3600" dirty="0"/>
          </a:p>
        </p:txBody>
      </p:sp>
      <p:pic>
        <p:nvPicPr>
          <p:cNvPr id="4" name="Image 0" descr="/home/claude/f4/img/v2/patter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settlement patterns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Influencing Patterns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Patterns are influenced by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supply: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Scarce water points group houses, while water everywhere scatters them.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and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Dry points and fertile patches group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Influencing Patterns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Defence and social 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Insecurity and family ties group houses together.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Routes and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Roads create linear patterns and large farms scatter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types of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Nucleated, dispersed and linear.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factor of a dispersed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available everywhere.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Grouped houses form a ______ pattern.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Scattered houses form a ______ pattern.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Houses along a road form a ______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Identify the settlement pattern of your area and explain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46: The Concept of Urban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Pattern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structure / la répartition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Nucleated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Groupé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Dispersed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Dispersé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Scattered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Éparpillé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 point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point d'eau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Insecurity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L'insécurité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Settlements and their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45: Rural Settlement Patterns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settlement pattern. Identify the types of patterns. Explain the factors influencing patterns.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rural settlement patterns and explain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of Patterns; Factors Influencing Patterns.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settlement pattern of your area and explain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“Women fetch water in Kilte-Awlaelo woreda, Tigray” by UNICEF Ethiopia, CC BY-NC-ND 2.0, via Flickr (https://www.flickr.com/photos/86783452@N02/14056445728)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2026-09-27T14:33:02Z</dcterms:created>
  <dcterms:modified xsi:type="dcterms:W3CDTF">2026-09-27T14:33:02Z</dcterms:modified>
</cp:coreProperties>
</file>