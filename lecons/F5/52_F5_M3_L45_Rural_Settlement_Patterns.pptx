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45: Rural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nucleated, dispersed, linear. At the end, you should be able to do this: learners are able to identify rural settlement patterns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44: Rural Settlement Form. The question was: Draw the forms of two settlements you know and name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village along the Garoua–Maroua road (linear); a village at a crossroads (cruciform).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pattern. Number 2: identify the types of patterns. Number 3: explain the factors influencing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houses are grouped. Some houses are scattered. Water attracts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savanna, houses are scattered over the fields, while in the Mandara Mountains, houses are grouped closely together on the slopes.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have different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pattern is in the savanna?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pattern is on the slopes?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Nucleated (grouped).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settlements to ease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settlements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settlements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nucleated pattern.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nucleated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Settlements grouped closely together around a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dispersed and linear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scattered houses; linear: houses in a line along a road or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water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factors of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Scarce water points and defence (also flat land and social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of dispersed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available everywhere and large farms (also peace and pastoralism).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Patterns. The types of rural settlement patterns are the following. On this slide we have Nucleated and Dispersed.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Patterns. On this slide we have Linear.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Patterns. Patterns are influenced by the following factors. On this slide we have Water supply and Relief and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Patterns. On this slide we have Defence and social ties and Routes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patterns.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factor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available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dispersed;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the settlement pattern of your area and explain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46: The Concept of Urban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45: RURAL SETTLEMENT PATTERNS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Patterns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45: Rural Settlement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Nucleated, dispersed, linear.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factors influencing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rural settlement patterns and explain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44: Rural Settlement Form):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forms of two settlements you know and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village along the Garoua–Maroua road (linear); a village at a crossroads (cruciform).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houses are grouped.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houses are scattered.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attracts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houses are scattered over the fields, while in the Mandara Mountains, houses are grouped closely together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have different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is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is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settlements to ease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Nucleated pattern.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nucleated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grouped closely together around a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linear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scattered houses; linear: houses in a line along a road or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Scarce water points and defence (also flat land and social 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dispersed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available everywhere and large farms (also peace and pastoralism).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45: Rural Settlement Patterns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rural settlement patterns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over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arranged in a line along a road, river or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Patterns are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Scarce water points group houses, while water everywhere scatters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points and fertile patches group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and social 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and family ties group houses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Routes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create linear patterns and large farms scatter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factor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available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settlement pattern of your area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Concept of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 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Éparpillé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45: Rural Settlement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pattern. Identify the types of patterns. Explain the factors influencing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rural settlement patterns and explain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Patterns; Factors Influencing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settlement pattern of your area and explain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2026-09-28T21:15:22Z</dcterms:created>
  <dcterms:modified xsi:type="dcterms:W3CDTF">2026-09-28T21:15:22Z</dcterms:modified>
</cp:coreProperties>
</file>