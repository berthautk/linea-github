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30: Spatial Distribution of the World's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and Population Distribution. The key notions we shall use today are: dense, moderate, sparse, uneven distribution. At the end, you should be able to do this: learners are able to locate and explain the dense and sparse areas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3: Population Densities in Cameroon. The question was: Draw the choropleth map of population densities of Cameroon using four classes.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Classes: under 20, 20–50, 50–100, over 100 per km²; darkest for the Littoral, West, Far North and North-West; lightest for the East and South.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uneven distribution of the world population. Number 2: locate the major dense, moderate and sparse areas. Number 3: explain the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density is people per km². Asia has many people. Deserts have few people.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world map of population, some areas like South and East Asia are dark with people, while the Sahara and Siberia are almost empty.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world population is unevenly distributed.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a dense area.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South or East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a sparse area.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Sahara or Siberia.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create social amenities in areas of low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where people live in the world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world population distribution.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world distribution of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uneven: most people live in a few regions, and large areas are almost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tokyo.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four dense areas of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 Asia, South Asia, Western Europe and North-East USA (also West Africa and the Nile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share of world population.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two moderately populated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savannas of Africa and the pampas of South America.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sand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sparse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deserts, cold polar lands and equatorial forests (also high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population and altitude.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reasons for dense and sparse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Fertile plains and moderate climates attract people; extreme climates and poor soils repel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Uneven Distribution. The world population is distributed as follows. On this slide we have Uneven pattern and Hemispheres.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world population distribution.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Areas of Dense, Moderate and Sparse Population. The main population areas are the following. On this slide we have Dense areas and Moderate areas.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Areas of Dense, Moderate and Sparse Population. On this slide we have Sparse areas and Reasons.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dense and two sparse areas of the world.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east Asia and Western Europe; the Sahara and Siberia.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reason for a sparse area.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extreme climate (hot or cold deserts).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Asia; number 2, sparse; number 3, Northern.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world showing three dense and three sparse areas.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31: Age Composition of Population.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30: SPATIAL DISTRIBUTION OF THE WORLD'S POPULATION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Spatial Distribution of the World's Population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and Population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30: Spatial Distribution of the World's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Dense, moderate, sparse, uneven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Uneven distribution (map); major areas of dense, moderate and sparse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and explain the dense and sparse areas of the world.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3: Population Densities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choropleth map of population densities of Cameroon using four classes.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Classes: under 20, 20–50, 50–100, over 100 per km²; darkest for the Littoral, West, Far North and North-West; lightest for the East and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uneven distribution of the world population.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major dense, moderate and sparse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density is people per km².</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Asia has many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Deserts have few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world map of population, some areas like South and East Asia are dark with people, while the Sahara and Siberia are almost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population is unevenly distributed.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a dense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or East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a sparse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or Siberia.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Create social amenities in areas of low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where people live in the world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UNEVEN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orld_densit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population distribution.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UNEVEN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world distribution of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UNEVEN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uneven: most people live in a few regions, and large areas are almost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DENSE AREAS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toky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Tokyo.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DENSE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dense areas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DENSE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Asia, South Asia, Western Europe and North-East USA (also West Africa and the Nile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MODERATE AREAS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op_shar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Share of world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MODERATE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moderately populated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MODERATE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savannas of Africa and the pampas of South America.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SPARSE AREAS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sand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SPARSE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sparse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SPARSE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deserts, cold polar lands and equatorial forests (also high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ltitude_po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and altitude.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dense and sparse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Fertile plains and moderate climates attract people; extreme climates and poor soils repel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and Population Distribution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Spatial Distribution of the World's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Uneven Distribution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world population is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Uneven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people live on a small part of the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Hemispheres: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90 percent of people live in the Northern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Uneven Distribution</a:t>
            </a:r>
            <a:endParaRPr lang="en-US" sz="3600" dirty="0"/>
          </a:p>
        </p:txBody>
      </p:sp>
      <p:pic>
        <p:nvPicPr>
          <p:cNvPr id="4" name="Image 0" descr="/home/claude/f4/img/v2/world_densit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world population distribution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Areas of Dense, Moderate and Sparse Population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population areas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Asia, South Asia, Western Europe, North-East USA and West Africa are dense.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Moderate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Savannas, prairies and pampas have moderate densities.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Areas of Dense, Moderate and Sparse Population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Sparse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deserts, polar lands, equatorial forests and high mountains are sparse.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climate, soils, water, resources and history explain the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dense and two sparse areas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Asia and Western Europe; the Sahara and Siberia.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reason for a sparse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extreme climate (hot or cold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populated continent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Sahara is a ______ area.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people live in the ______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world showing three dense and three sparse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Age Composition of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Uneven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Inégal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Hemisphere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L'hémisphère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Settlement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peuplement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30: Spatial Distribution of the World's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uneven distribution of the world population. Locate the major dense, moderate and sparse areas. Explain the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and explain the dense and sparse areas of the world.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Uneven Distribution; Major Areas of Dense, Moderate and Sparse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world showing three dense and three sparse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locate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locate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locate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“Tokyo from the Air” by Trey Ratcliff, CC BY-NC-SA 2.0, via Flickr (https://www.flickr.com/photos/95572727@N00/4140101118)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2026-09-27T14:33:00Z</dcterms:created>
  <dcterms:modified xsi:type="dcterms:W3CDTF">2026-09-27T14:33:00Z</dcterms:modified>
</cp:coreProperties>
</file>