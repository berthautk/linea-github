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Spatial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dense, moderate, sparse, uneven distribution. At the end, you should be able to do this: learners are able to locate and explain the dense and sparse areas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Population Densities in Cameroon. The question was: Draw the choropleth map of population densities of Cameroon using four classes.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Classes: under 20, 20–50, 50–100, over 100 per km²; darkest for the Littoral, West, Far North and North-West; lightest for the East and South.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uneven distribution of the world population. Number 2: locate the major dense, moderate and sparse areas. Number 3: explain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is people per km². Asia has many people. Deserts have few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some areas like South and East Asia are dark with people, while the Sahara and Siberia are almost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population is unevenly 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a dense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South or 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 sparse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or Siberia.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areas of low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people live in the world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world distribution of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uneven: most people live in a few regions, and large areas are almost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tokyo.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dense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Western Europe and North-East USA (also West Africa and the Nile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share of world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moderately populated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savannas of Africa and the pampas of South America.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sand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deserts, cold polar lands and equatorial forests (also high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population and altitude.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dense and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plains and moderate climates attract people; extreme climates and poor soils repel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Uneven Distribution. The world population is distributed as follows. On this slide we have Uneven pattern and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distribution.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Areas of Dense, Moderate and Sparse Population. The main population areas are the following.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Areas of Dense, Moderate and Sparse Population. On this slide we have Sparse areas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dense and two sparse areas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east Asia and Western Europe; the Sahara and Siberia.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reason for a sparse area.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extreme climate (hot or cold deserts).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Asia; number 2, sparse; number 3, Northern.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world showing three dense and three sparse areas.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Age Composition of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30: SPATIAL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Spatial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Dense, moderate, sparse,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Uneven distribution (map); major areas of dense, moderate and sparse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explain the dense and sparse areas of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choropleth map of population densities of Cameroon using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Classes: under 20, 20–50, 50–100, over 100 per km²; darkest for the Littoral, West, Far North and North-West; lightest for the East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uneven distribution of the world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is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has many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have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some areas like South and East Asia are dark with people, while the Sahara and Siberia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population is unevenly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dense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or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sparse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or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areas of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people live in the world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world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uneven: most people live in a few regions, and large areas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Tokyo.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dense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Western Europe and North-East USA (also West Africa and the Nile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_shar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moderately populated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savannas of Africa and the pampas of South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cold polar lands and equatorial forests (also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dense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plains and moderate climates attract people; extreme climates and poor soils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30: Spatial Distribution of the World's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Uneven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Uneven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people live on a small part of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percent of people live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Uneven Distribution</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population areas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Western Europe, North-East USA and West Africa are dense.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Savannas, prairies and pampas have moderate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polar lands, equatorial forests and high mountains are sparse.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climate, soils, water, resources and history explain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dense and two sparse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Western Europe; the Sahara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for a sparse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extreme climate (hot or cold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populated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people live in the ______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three dense and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Age Composition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Uneven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Inégal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Spatial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uneven distribution of the world population. Locate the major dense, moderate and sparse areas. Explain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explain the dense and sparse areas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Uneven Distribution; Major Areas of Dense, Moderate and Sparse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world showing three dense and three sparse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2026-09-28T21:15:19Z</dcterms:created>
  <dcterms:modified xsi:type="dcterms:W3CDTF">2026-09-28T21:15:19Z</dcterms:modified>
</cp:coreProperties>
</file>