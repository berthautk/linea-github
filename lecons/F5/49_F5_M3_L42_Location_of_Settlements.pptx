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42: Location of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Settlements and their Implications, and the sub-topic is Rural Settlements, their Morphology and Implications on the Environment. The key notions we shall use today are: location, site, situation. At the end, you should be able to do this: learners are able to explain the site, situation and factors of location of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41: Settlement. The question was: Compare your village or quarter with a big town in five points.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Population size, main activities, type of houses, services available and way of life.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distinguish site and situation. Number 2: identify types of sites. Number 3: explain the factors of location of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People need water. Some villages are on hills. Towns grow near roads and rivers.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Garoua was built on the Benue River, where people found water and could travel by boat. Today, roads link it to Maroua, Ngaoundéré and Chad.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know why settlements are located where they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was Garoua built on the Benue?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For water and river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links Garoua to other towns?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avoid building in flood zones and on unstable slopes.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why settlements grow in some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site and situation.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Distinguish site and situation.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Site is the land a settlement is built on; situation is its position in relation to the surrounding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types of sites.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four types of sites.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Wet point, dry point, defence site and bridging point (also gap and confluence).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fetching water.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three physical factors of location.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Water supply, flat land and fertile soil (also safety from floods).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hilltop town.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human factors of location.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Defence and routes (also trade and mining).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site factors.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 people avoid swamps and steep slopes?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are unhealthy, flood-prone or difficult to build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Site and Situation.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Sites. The main types of sites are the following. On this slide we have Wet point and Dry point.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Sites. On this slide we have Defence site and Bridging point and gap.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sites.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Location. Settlements are located according to the following factors. On this slide we have Physical factors and Human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site and situation.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site is the land; situation is the position in the region.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physical factors of location.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water supply and flat land.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site; number 2, wet; number 3, bridging.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Describe the site and situation of your town.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43: Concept of Rural Settlement.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42: LOCATION OF SETTLEMENTS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Location of Settlements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Settlements and their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 Settlements, their Morphology and Implications on the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42: Location of Settlements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site, situation.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notion of site and situation; factors of location.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site, situation and factors of location of settlements.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41: Settlement):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your village or quarter with a big town in five points.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size, main activities, type of houses, services available and way of 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site and situation.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types of sites.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location of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need water.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villages are on hills.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grow near roads and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was built on the Benue River, where people found water and could travel by boat. Today, roads link it to Maroua, Ngaoundéré and Chad.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why settlements are located where they 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was Garoua built on the Benue?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water and river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links Garoua to other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Avoid building in flood zones and on unstable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settlements grow in some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SITE AND SITUATION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ite_situa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Site and situation.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SITE AND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site and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SITE AND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Site is the land a settlement is built on; situation is its position in relation to the surrounding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SITES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ite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sites.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SITES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types of sites.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SITES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Wet point, dry point, defence site and bridging point (also gap and confluence).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PHYSICAL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fetchwat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Fetching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PHYSICAL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physical factors of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PHYSICAL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supply, flat land and fertile soil (also safety from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monteriggion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hilltop town.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human factors of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Defence and routes (also trade and 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site_facto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Site factors.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people avoid swamps and steep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unhealthy, flood-prone or difficult to build 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Development of Settlements and their Implications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Rural Settlements, their Morphology and Implications on the Environment</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42: Location of Settlements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land on which a settlement is built.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Situation: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position of a settlement in relation to its surroundings.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Sites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types of sites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Wet point: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settlement is near a reliable water supply.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Dry point: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settlement is on raised land above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Sites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Defence site: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settlement is on a hill or in a river bend.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Bridging point and gap: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settlement is where a river can be crossed or a valley cuts through hills.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Sites</a:t>
            </a:r>
            <a:endParaRPr lang="en-US" sz="3600" dirty="0"/>
          </a:p>
        </p:txBody>
      </p:sp>
      <p:pic>
        <p:nvPicPr>
          <p:cNvPr id="4" name="Image 0" descr="/home/claude/f4/img/v2/site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sites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Location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Settlements are located according to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Physical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flat land, fertile soil and a healthy climate attract settlement.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Defence, routes, trade, mining and religion also attract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site and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Site is the land; situation is the position in the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physical factors of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supply and flat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land a town is built on is its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settlement near water is a ______ point.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town where a river is crossed is a ______ point.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site and situation of your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43: Concept of Rural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L'emplacement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Situation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situation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Bridge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Defence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défense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 supply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L'approvisionnement en 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Settlements and their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42: Location of Settlements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Distinguish site and situation. Identify types of sites. Explain the factors of location of settlements.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site, situation and factors of location of settlements.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Sites; Factors of Location.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site and situation of your town.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define.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“Women fetch water in Kilte-Awlaelo woreda, Tigray” by UNICEF Ethiopia, CC BY-NC-ND 2.0, via Flickr (https://www.flickr.com/photos/86783452@N02/14056445728)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“Piazza Roma, Monteriggioni, Tuscany” by Ray in Manila, CC BY 2.0, via Flickr (https://www.flickr.com/photos/21186555@N07/27053980373)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2026-09-28T21:15:22Z</dcterms:created>
  <dcterms:modified xsi:type="dcterms:W3CDTF">2026-09-28T21:15:22Z</dcterms:modified>
</cp:coreProperties>
</file>