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Specialised Forms of Transport: Motorways and Cableways.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motorways, cableways, ropeways. At the end, you should be able to do this: learners are able to describe specialised forms of transport and assess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Containerisation. The question was: Explain why Kribi port was built for container ships.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port is shallow and congested; Kribi has deep water for large container ships and space for terminals, and links to mines and industries.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motorways and cableways. Number 2: explain the reasons for their creation. Number 3: give their advantages and disadvantages.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Roads are the most common mode of transport. Mountains make transport difficult. Big towns have traffic jams.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La Paz, a mountain city, people travel above the traffic in cabins hanging on cables. In Europe, lorries use wide motorways without crossroads.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about specialised forms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transport is used in La Paz?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Cableways.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roads do lorries use in Europe?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Motorways.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speed limits and safety rules on fast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modern solutions to transport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motorway interchange.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motorway?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wide road with separate lanes and no crossroads, built for fast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cable cars.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cableway?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system of cabins or buckets hanging on moving 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traffic jam.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motorways built?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reduce traffic jams and link big towns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 Paz.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cableways built?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cross steep mountains, valleys and crowded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transport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disadvantage of 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Motorways are fast but costly; cableways cross mountains but carry small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Motorway and Cableway.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Their Creation. Specialised forms of transport are created for the following reasons. On this slide we have Traffic jams and Difficult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Their Creation. On this slide we have Tourism and mining.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and Disadvantages. Motorways and cableways have the following advantages and disadvantages. On this slide we have Motorways and Cableways.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and Disadvantages. On this slide we have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motorway.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wide road with separate lanes and no crossroads.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cableways built?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cross steep mountains and valleys.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motorway; number 2, cableway; number 3, mountainous.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where a motorway and a cableway could be useful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Pipelines.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12: SPECIALISED FORMS OF TRANSPORT: MOTORWAYS AND CABLEWAYS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Specialised Forms of Transport: Motorways and Cableways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Specialised Forms of Transport: Motorways and Cableways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Motorways, cableways, ropeways.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motorways and cableways; reasons for their creation;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specialised forms of transport and assess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Containerisation):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Kribi port was built for container 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port is shallow and congested; Kribi has deep water for large container ships and space for terminals, and links to mines and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motorways and cableways.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their creation.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their advantages and disadvantages.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Roads are the most common mode of transport.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Mountains make transport difficult.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 towns have traffic jams.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La Paz, a mountain city, people travel above the traffic in cabins hanging on cables. In Europe, lorries use wide motorways without crossroads.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about specialised forms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transport is used in La Paz?</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Cableways.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roads do lorries use in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Motorways.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speed limits and safety rules on fast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modern solutions to transport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MOTORWAYS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5_motorwa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motorway interchange.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MOTORWAYS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motorway?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MOTORWAYS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wide road with separate lanes and no crossroads, built for fast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CABLEWAYS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5_cablec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Cable cars.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CABLEWAYS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cableway?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CABLEWAYS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system of cabins or buckets hanging on moving cables.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CREATION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jam.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CREATION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motorways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CREATION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reduce traffic jams and link big towns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CREATION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lapaz.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 Paz.</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CREATION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cableways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CREATION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cross steep mountains, valleys and crowded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transport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Motorways are fast but costly; cableways cross mountains but carry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World Communication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12: Specialised Forms of Transport: Motorways and Cableways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Motorway: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wide road with separate lanes and no crossroads for fast traffic.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Cableway: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system of cabins or buckets moved by cables over difficult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for Their Creation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Specialised forms of transport are created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Traffic jams: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Motorways carry heavy traffic between big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Difficult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Cableways cross steep mountains and deep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for Their Creation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and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Cableways carry skiers, tourists and ores in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and Disadvantages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Motorways and cableways have the following advantages and disadvantages: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Motorways: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fast and safe but costly and take much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Cableways: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cross difficult relief but carry few people and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and Disadvantages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Motorways increase pollution while cableways cause little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motorway.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wide road with separate lanes and no crossroads.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cableways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cross steep mountains and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road without crossroads for fast traffic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Cabins moved by cables form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Cableways are useful in ______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where a motorway and a cableway could be useful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Pipelines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Motorway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Cableway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téléphérique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voie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Crossroads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Speed limit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limitation de vitesse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Cabin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cabine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Specialised Forms of Transport: Motorways and Cableways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motorways and cableways. Explain the reasons for their creation. Give their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specialised forms of transport and assess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Reasons for Their Creation;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where a motorway and a cableway could be useful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“'Mini Stack' Interchange of Interstate 10, Loop 202, and State Route 5” by squeaks2569, CC BY-SA 2.0, via Flickr (https://www.flickr.com/photos/38478466@N06/5180259860)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“Over the clouds” by radkuch.13, CC BY 2.0, via Flickr (https://www.flickr.com/photos/137294100@N08/51913188868)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 Paz” by cliff.hellis, CC BY-NC-ND 2.0, via Flickr (https://www.flickr.com/photos/30099537@N02/6348597083)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2026-10-02T05:13:39Z</dcterms:created>
  <dcterms:modified xsi:type="dcterms:W3CDTF">2026-10-02T05:13:39Z</dcterms:modified>
</cp:coreProperties>
</file>