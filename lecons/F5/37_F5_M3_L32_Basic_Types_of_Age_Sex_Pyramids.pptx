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Basic Types of Age-Sex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Structure and Composition. The key notions we shall use today are: population pyramid, progressive, regressive, stationary. At the end, you should be able to do this: learners are able to draw and interpret the types of age-sex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Age Composition of Population. The question was: Give three needs of the young population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Schools and teachers, health care and vaccines, and jobs for school leavers (also sports and leisure facilities).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age-sex pyramid. Number 2: draw the three types of pyramids. Number 3: give the characteristics and examples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has age groups. Cameroon has many young people. Japan has many old people.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teacher shows two pyramids: one with a wide base and a narrow top, the other narrow at the base and wide at the top. The class must name and explain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interpret population pyramids.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a wide base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Many young people (high birth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a narrow base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Few births.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graphs neatly with a title, axes and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age structure of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pyramid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age-sex pyramid?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graph showing the population by age groups and sex.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pyramids.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a progressive pyramid and give an example.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Wide base and narrow top (high birth and death rates), as in Cameroon or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types of pyramids.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a stationary pyramid and give an example.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Almost straight sides (low birth and death rates), as in the USA or 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pyramid of Japan.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a regressive pyramid and give an example.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Narrow base and wider top (very low births, many old people), as in Japan or Germany.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young and ageing populations.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type shows a growing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progressive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Age-sex pyramid.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Pyramids. There are three basic types of pyramids. On this slide we have Progressive pyramid and Stationary pyramid.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Pyramids. On this slide we have Regressive pyramid.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age-sex pyramids.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Characteristics. Each type has the following characteristics. On this slide we have Progressive and Stationary.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Characteristics. On this slide we have Regressive.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types of pyramids.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progressive, stationary and regressive.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and one example of a progressive pyramid.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wide base; Cameroon.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progressive; number 2, regressive; number 3,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three types of age-sex pyramids and give one example of a country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Population Growth.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32: BASIC TYPES OF AGE-SEX PYRAMIDS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Basic Types of Age-Sex Pyramids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Structure and Composition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Basic Types of Age-Sex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pyramid, progressive, regressive, stationary.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population pyramid; types (progressive, regressive, stationary) with diagrams and examples of countries; main characteristics of each group.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interpret the types of age-sex pyramids.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Age Composition of Population):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needs of the young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Schools and teachers, health care and vaccines, and jobs for school leavers (also sports and leisure facilities).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age-sex pyramid.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three types of pyramids.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characteristics and examples of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has age groups.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many young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Japan has many old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teacher shows two pyramids: one with a wide base and a narrow top, the other narrow at the base and wide at the top. The class must name and explain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interpret population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wide base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young people (high birth 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narrow base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 births.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graphs neatly with a title, axes and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age structure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age-sex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graph showing the population by age groups and sex.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PROGRESSIVE PYRAMID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yram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pyramids.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PROGRESSIVE PYRAMID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progressive pyramid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PROGRESSIVE PYRAMID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base and narrow top (high birth and death rates), as in Cameroon or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STATIONARY PYRAMID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yram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pyramids.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STATIONARY PYRAMID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stationary pyramid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STATIONARY PYRAMID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Almost straight sides (low birth and death rates), as in the USA or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REGRESSIVE PYRAMID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Pyramid of Japan.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REGRESSIVE PYRAMID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 regressive pyramid and give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REGRESSIVE PYRAMID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Narrow base and wider top (very low births, many old people), as in Japan or Germany.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youth_age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and ageing populations.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type shows a growing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progressive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Structure and Composition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32: Basic Types of Age-Sex Pyramids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Age-sex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showing the population by age groups and sex.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Pyramids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There are three basic types of pyramids: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Progressive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wide base and a narrow top, as in Cameroon and Niger.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Stationary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almost straight sides, as in the USA and France.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Pyramids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Regressive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narrow base and a wider top, as in Japan and Germany.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Pyramids</a:t>
            </a:r>
            <a:endParaRPr lang="en-US" sz="3600" dirty="0"/>
          </a:p>
        </p:txBody>
      </p:sp>
      <p:pic>
        <p:nvPicPr>
          <p:cNvPr id="4" name="Image 0" descr="/home/claude/f4/img/v2/pyramid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age-sex pyramids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Each type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Progressive: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birth rates, many young people and rapid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Stationary: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birth and death rates and slow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Regressive: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low birth rates, many old people and declining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pyramids.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Progressive, stationary and regressive.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and one example of a progressive pyramid.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Wide base;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pyramid with a wide base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Japan has a ______ pyramid.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Males are shown on the ______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three types of age-sex pyramids and give one example of a country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Progressive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Progressive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Regressive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Régressive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Stationary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Masculin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Female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Féminin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Basic Types of Age-Sex Pyramids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age-sex pyramid. Draw the three types of pyramids. Give the characteristics and examples of each type.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interpret the types of age-sex pyramids.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Pyramids; Main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three types of age-sex pyramids and give one example of a country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2026-09-29T03:12:03Z</dcterms:created>
  <dcterms:modified xsi:type="dcterms:W3CDTF">2026-09-29T03:12:03Z</dcterms:modified>
</cp:coreProperties>
</file>