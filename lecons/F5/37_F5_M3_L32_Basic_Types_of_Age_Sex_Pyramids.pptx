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Basic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Structure and Composition. The key notions we shall use today are: population pyramid, progressive, regressive, stationary. At the end, you should be able to do this: learners are able to draw and interpret the types of age-sex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Age Composition of Population. The question was: Give three needs of the young population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Schools and teachers, health care and vaccines, and jobs for school leavers (also sports and leisure facilities).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age-sex pyramid. Number 2: draw the three types of pyramids. Number 3: give the characteristics and examples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has age groups. Cameroon has many young people. Japan has many old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shows two pyramids: one with a wide base and a narrow top, the other narrow at the base and wide at the top. The class must name and explain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 wide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young people (high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a narrow base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graphs neatly with a title, axes and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age structure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age-sex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graph showing the population by age groups and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 progressive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Wide base and narrow top (high birth and death rates), as in Cameroon or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types of pyramids.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a stationary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Almost straight sides (low birth and death rates), as in the USA or France.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a regressive pyramid and give an example.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Narrow base and wider top (very low births, many old people), as in Japan or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young and ageing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type shows a growing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progressive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Age-sex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Pyramids. There are three basic types of pyramids. On this slide we have Progressive pyramid and Stationary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Pyramids. On this slide we have Regressive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age-sex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Characteristics. Each type has the following characteristics. On this slide we have Progressive and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Characteristics. On this slide we have Regressive.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pyramids.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progressive, stationary and regressive.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and one example of a progressive pyramid.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wide base; Cameroon.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progressive; number 2, regressive; number 3,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three types of age-sex pyramids and give one example of a country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BASIC TYPES OF AGE-SEX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Basic Types of Age-Sex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Basic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pyramid, progressive, regressive, stationary.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pyramid; types (progressive, regressive, stationary) with diagrams and examples of countries; main characteristics of each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Age Composition of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needs of the young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teachers, health care and vaccines, and jobs for school leavers (also sports and leisure facilities).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age-sex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three types of pyramids.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has age groups.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young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shows two pyramids: one with a wide base and a narrow top, the other narrow at the base and wide at the top. The class must name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wide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(high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narrow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graphs neatly with a title, axes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age structure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age-sex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progressive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and narrow top (high birth and death rates), as in Cameroon or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stationary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STATIONARY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Almost straight sides (low birth and death rates), as in the USA or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regressive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REGRESSIVE PYRAMID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Narrow base and wider top (very low births, many old people), as in Japan or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shows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Structure and Composition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Basic Types of Age-Sex Pyramids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Age-sex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basic types of pyramids: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wide base and a narrow top, as in Cameroon and Niger.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straight sides, as in the USA and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wider top, as in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Pyramids</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age-sex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type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birth rates, many young people and rapid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birth and death rates and slow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Regressive: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low birth rates, many old people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Progressive, stationary and regressive.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and one example of a progressive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pyramid with a wide base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Males are shown on the ______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three types of age-sex pyramids and give one example of a country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Régressive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Masculin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Féminin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Basic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age-sex pyramid. Draw the three types of pyramids. Give the characteristics and examples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interpret the types of age-sex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Pyramids; Main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three types of age-sex pyramids and give one example of a country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2026-10-02T05:13:45Z</dcterms:created>
  <dcterms:modified xsi:type="dcterms:W3CDTF">2026-10-02T05:13:45Z</dcterms:modified>
</cp:coreProperties>
</file>