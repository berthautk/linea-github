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44: Rural Settlement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Rural Settlements, their Morphology and Implications on the Environment. The key notions we shall use today are: star form, linear form, rectangular form, cruciform. At the end, you should be able to do this: learners are able to identify and draw the forms of rural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43: Concept of Rural Settlement. The question was: Describe a village you know and list its services.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about 1,000 people, houses grouped near the road, with a primary school, a market, a mosque or church, a health centre and a chief's palace.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settlement form. Number 2: identify the shapes of rural settlements. Number 3: explain the reasons for each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Villages have houses and roads. Many houses line the roads. Some villages grow at crossroads.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Seen from a plane, one village looks like a line along a road, another like a cross at a crossroads and another like a star with many 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Villages have different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shape follows a road?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shape grows at a crossroads?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Cruciform.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planning rules when building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describe the shapes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forms of rural settlements.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settlement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shape of a settlement as seen from above or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star form.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a star-shaped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Houses spread along several roads that meet at a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settlement shapes.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a linear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Houses lined along a road, river or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rectangular form.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a rectangular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Houses arranged around a rectangular square or block, often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cruciform.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a cruciform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Houses along two roads that cross, forming a 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Settlement form.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Shapes of Rural Settlements. Rural settlements have the following shapes. On this slide we have Star form and Linear form.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Shapes of Rural Settlements. On this slide we have Rectangular form and Cruciform.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forms of rural settlements.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forms of rural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star, linear, rectangular and cruciform.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linear settlements develop?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houses follow a road, river or coast.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cruciform; number 2, linear; number 3, star-shaped.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forms of two settlements you know and name them.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45: Rural Settlement Patterns.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44: RURAL SETTLEMENT FORM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Rural Settlement Form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Settlements, their Morphology and Implications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44: Rural Settlement Form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Star form, linear form, rectangular form, cruciform.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shapes.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and draw the forms of rural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43: Concept of Rural Settlement):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village you know and list its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about 1,000 people, houses grouped near the road, with a primary school, a market, a mosque or church, a health centre and a chief's palace.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settlement form.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shapes of rural settlements.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each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have houses and roads.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houses line the roads.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villages grow at crossroads.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Seen from a plane, one village looks like a line along a road, another like a cross at a crossroads and another like a star with many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have different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shape follows a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shape grows at a crossroads?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Cruciform.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planning rules when building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describe the shapes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ural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Forms of rural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settlement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shape of a settlement as seen from above or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STAR FORM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ural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Star form.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STAR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star-shaped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STAR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spread along several roads that meet at a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LINEAR FORM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ha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 shapes.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LINEAR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linear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LINEAR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lined along a road, river or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RECTANGULAR FORM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ural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Rectangular form.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RECTANGULAR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rectangular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RECTANGULAR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arranged around a rectangular square or block, often planned.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CRUCIFORM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ural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Cruciform.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CRUCIFORM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cruciform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CRUCIFORM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along two roads that cross, forming a cross.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Rural Settlements, their Morphology and Implications on the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44: Rural Settlement Form</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Settlement 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shape of a settlement as seen from above or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Shapes of Rural Settlements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Rural settlements have the following shapes: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Star 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spread along several roads that meet at a centre.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Linear 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are lined along a road, river, valley or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Shapes of Rural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Rectangular 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surround a rectangular square or block.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Cruciform: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are built along two crossing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Shapes of Rural Settlements</a:t>
            </a:r>
            <a:endParaRPr lang="en-US" sz="3600" dirty="0"/>
          </a:p>
        </p:txBody>
      </p:sp>
      <p:pic>
        <p:nvPicPr>
          <p:cNvPr id="4" name="Image 0" descr="/home/claude/f4/img/v2/rural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forms of rural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forms of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Star, linear, rectangular and cruciform.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linear settlements develop?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follow a road, river or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shaped like a cross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along a road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with many radiating roads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forms of two settlements you know and name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45: Rural Settlement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Linear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Linéaire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Star-shaped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 étoile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Cruciform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Cruciforme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Crossroads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Square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44: Rural Settlement Form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settlement form. Identify the shapes of rural settlements. Explain the reasons for each shape.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and draw the forms of rural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Shapes of Rural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forms of two settlements you know and name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2026-09-29T03:12:05Z</dcterms:created>
  <dcterms:modified xsi:type="dcterms:W3CDTF">2026-09-29T03:12:05Z</dcterms:modified>
</cp:coreProperties>
</file>