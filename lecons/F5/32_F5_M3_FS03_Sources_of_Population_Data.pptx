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Sources of Population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and Population Distribution. The key notions we shall use today are: census, survey, vital registration, migration records. At the end, you should be able to do this: learners are able to explain the sources of population data and assess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Basic Notions on Population. The question was: Find the population of Cameroon in the censuses of 1976, 1987 and 2005.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1976: about 7.7 million; 1987: about 10.5 million; 2005: about 17.5 million (about 28 million estimated today).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census and its methods. Number 2: explain surveys and vital registrations. Number 3: assess the advantages and weaknesses of each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BUCREP organises censuses in Cameroon. Births must be declared. Passports record travel.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Census agents visit every house in Garoua to count the people. At the same time, the council records births and deaths, and the police record travellers at the border.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how population data are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counts people in every house?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Census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 records births and deaths?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council (civil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declare births and deaths and cooperate with census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where population figures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questionnaire.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census?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official counting of all the people of a country at a given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sources of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de facto and de jure census.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 facto counts people where they are on census night; de jure counts them at their usual residence.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people interviewed.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sample survey?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study of a small part of the population to learn about the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newborn baby.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vital registration?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recording of births, deaths and marriages by civil status offices.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passport.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weakness of migration records.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count people crossing borders; clandestine migrants are not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Census. The census is organised as follows. On this slide we have Meaning and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Census. On this slide we have Advantages and Weaknesses.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sources of population data.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Sources. Other sources of population data are the following. On this slide we have Surveys.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Sources. On this slide we have Vital registration and Migration records.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census?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official counting of all the people of a country.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weakness of vital registration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many births and deaths are not declared.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BUCREP; number 2, vital; number 3, survey (sample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two reasons why census figures in Cameroon may be inaccurate.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Population Distribution.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3: SOURCES OF POPULATION DATA</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Sources of Population Data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Population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Sources of Population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Census, survey, vital registration, migration records.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Census: meaning, methods, advantages and weaknesses; surveys: meaning, types, advantages and weaknesses; vital registrations; migration records.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sources of population data and assess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Basic Notions on Population):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population of Cameroon in the censuses of 1976, 1987 and 2005.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1976: about 7.7 million; 1987: about 10.5 million; 2005: about 17.5 million (about 28 million estimated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census and its methods.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surveys and vital registrations.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 advantages and weaknesses of each source.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BUCREP organises censuses in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Births must be declared.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Passports record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Census agents visit every house in Garoua to count the people. At the same time, the council records births and deaths, and the police record travellers at the border.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how population data are collected.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counts people in every house?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Census agents.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records births and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council (civil status).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Declare births and deaths and cooperate with census agents.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where population figures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CENSUS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questionnai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questionnaire.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CENSUS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CENSUS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official counting of all the people of a country at a given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CENSUS: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ata_sour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Sources of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CENSUS: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de facto and de jure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CENSUS: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 facto counts people where they are on census night; de jure counts them at their usual residence.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SURVEYS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girl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interviewed.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SURVEYS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sample survey?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SURVEYS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study of a small part of the population to learn about the whole.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VITAL REGISTRATION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newbor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newborn baby.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VITAL REGISTRATION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vital registration?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VITAL REGISTRATION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recording of births, deaths and marriages by civil status offices.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MIGRATION RECORDS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pass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passport.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MIGRATION RECORDS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weakness of migration records.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MIGRATION RECORDS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count people crossing borders; clandestine migrants are not recorded.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and Population Distribution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3: Sources of Population Data</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Census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census is organised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official counting of all the people of a country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 facto census counts people where they are, and a de jure census counts them at their usual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Census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complete data on age, sex, education and housing.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costly, rare and some people are not counted.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Census</a:t>
            </a:r>
            <a:endParaRPr lang="en-US" sz="3600" dirty="0"/>
          </a:p>
        </p:txBody>
      </p:sp>
      <p:pic>
        <p:nvPicPr>
          <p:cNvPr id="4" name="Image 0" descr="/home/claude/f4/img/v2/data_sour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sources of population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Other 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sources of population data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Surveys: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study a sample of the population, and they are cheap but less complete.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Other Sources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Vital registration: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records births, deaths and marriages, but many events are not declared.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records: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record people crossing borders, but clandestine migrants escape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official counting of all the people of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weakness of vital registration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births and deaths are not declared.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institution in charge of censuses in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Recording births and deaths is ______ registration.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study of part of the population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two reasons why census figures in Cameroon may be inaccurate.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Population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Census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recensement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Survey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L'enquête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Sample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L'échantillon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 certificate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L'acte de naissance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Civil status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L'état civil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frontière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Sources of Population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census and its methods. Explain surveys and vital registrations. Assess the advantages and weaknesses of each source.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sources of population data and assess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Census; Other 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two reasons why census figures in Cameroon may be inaccurate.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“Students in Primary Seven at Zanaki Primary School” by World Bank Photo Collection, CC BY-NC-ND 2.0, via Flickr (https://www.flickr.com/photos/10816734@N03/33423887921)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“Newborn baby rests” by World Bank Photo Collection, CC BY-NC-ND 2.0, via Flickr (https://www.flickr.com/photos/10816734@N03/19845580540)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“London Heathrow T4 arrivals” by markhillary, CC BY 2.0, via Flickr (https://www.flickr.com/photos/56087830@N00/1568955656)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2026-09-28T21:15:19Z</dcterms:created>
  <dcterms:modified xsi:type="dcterms:W3CDTF">2026-09-28T21:15:19Z</dcterms:modified>
</cp:coreProperties>
</file>