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census, survey, vital registration, migration records. At the end, you should be able to do this: learners are able to explain the sources of population data and assess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Basic Notions on Population. The question was: Find the population of Cameroon in the censuses of 1976, 1987 and 2005.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1976: about 7.7 million; 1987: about 10.5 million; 2005: about 17.5 million (about 28 million estimated today).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census and its methods. Number 2: explain surveys and vital registrations. Number 3: assess the advantages and weaknesses of each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BUCREP organises censuses in Cameroon. Births must be declared. Passports record travel.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Census agents visit every house in Garoua to count the people. At the same time, the council records births and deaths, and the police record travellers at the border.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population data are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counts people in every house?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Census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records births and deaths?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(civil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declare births and deaths and cooperate with census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where population figures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questionnaire.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census?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official counting of all the people of a country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sources of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de facto and de jure census.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 facto counts people where they are on census night; de jure counts them at their usual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people interviewed.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sample survey?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study of a small part of the population to learn about the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vital registration?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recording of births, deaths and marriages by civil status offices.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passport.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weakness of migration records.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count people crossing borders; clandestine migrants are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Methods. The census is explained as follows. On this slide we have Meaning and De facto method.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Methods. On this slide we have De jure method.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Weaknesses. The census has the following advantages and weaknesses. On this slide we have Complete data and High cost.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Weaknesses. On this slide we have Rare and Some people missed.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sources of population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Sources. Other sources of population data are the following. On this slide we have Surveys.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Sources. On this slide we have Vital registration and Migration records.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census?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official counting of all the people of a country.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vital registration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births and deaths are not declared.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BUCREP; number 2, vital; number 3, survey (sample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two reasons why census figures in Cameroon may be inaccurate.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survey, vital registration,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meaning, methods, advantages and weaknesses; surveys: meaning, types, advantages and weaknesses; vital registrations;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sources of population data and assess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Basic Notions on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of Cameroon in the censuses of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1976: about 7.7 million; 1987: about 10.5 million; 2005: about 17.5 million (about 28 million estimated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census and its methods.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surveys and vital registrations.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weaknesses of each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BUCREP organises censuses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must be declared.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Passports record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agents visit every house in Garoua to count the people. At the same time, the council records births and deaths, and the police record travellers at the border.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population data are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counts people in every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records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(civil status).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Declare births and deaths and cooperate with census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where population figures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questionnaire.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official counting of all the people of a country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Sources of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 facto and de jure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 facto counts people where they are on census night; de jure counts them at their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interviewed.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sample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a small part of the population to learn about the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vital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recording of births, deaths and marriages by civil status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passport.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weakness of migration records.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count people crossing borders; clandestine migrants are not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Sources of Population Data</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and Methods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census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counting of all the people of a country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 facto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counted where they are on census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Meaning and Methods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 jure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counted at their usual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Advantages and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census has the following advantages and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Complete data: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data on age, sex, education and housing.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expensive to organise.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Advantages and Weaknesses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held only every ten years or less often.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Some people missed: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are not counted.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sources of population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sources of population data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a sample of the population, and they are cheap but less complete.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Sources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records births, deaths and marriages, but many events are not declared.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record people crossing borders, but clandestine migrants escape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official counting of all the people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vital registration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 and deaths are not declared.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institution in charge of censuses in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Recording births and deaths is ______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study of part of the population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two reasons why census figures in Cameroon may be inaccurate.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Civil status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civil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census and its methods. Explain surveys and vital registrations. Assess the advantages and weaknesses of each source.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sources of population data and assess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Methods; Advantages and Weaknesses; Other 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two reasons why census figures in Cameroon may be inaccurate.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2026-10-02T05:13:44Z</dcterms:created>
  <dcterms:modified xsi:type="dcterms:W3CDTF">2026-10-02T05:13:44Z</dcterms:modified>
</cp:coreProperties>
</file>