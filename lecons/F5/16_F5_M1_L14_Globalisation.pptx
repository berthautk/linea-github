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Globalisation.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World Communication. The key notions we shall use today are: globalisation, multinational companies, global village. At the end, you should be able to do this: learners are able to explain globalisation and assess its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Pipelines. The question was: Draw a sketch map of the Chad–Cameroon pipeline.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sketch showing Doba (Chad) linked through Ngaoundéré (Adamawa) and Belabo to Kribi, with a title, key and north arrow.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globalisation. Number 2: describe its main characteristics. Number 3: give its advantages and disadvantages.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Transport and telecommunication link the world. Countries trade with each other. Some companies work in many countries.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pupil in Garoua wears shoes made in China, watches a football match played in Spain live and uses a phone designed in the USA. His teacher says the world has become a global village.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understand globalisation.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were the shoes made?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China.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makes the world a global village?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Trade, transport and telecommunication.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global opportunities while supporting local products and 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the world is linked.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components of globalisation.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globalisation?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growing links between countries through trade, investment, technology and 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world trade.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characteristics of globalisation.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Growth of world trade and of multinational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shrinking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transport and communication support globalisation?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move goods and information quickly around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impacts of globalisation.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advantages of globalisation.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Access to technology and cheaper goods (also investment and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world economic triad.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disadvantages of globalisation.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Unfair competition for local industries and loss of local 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Globalisation.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Characteristics. Globalisation has the following characteristics. On this slide we have World trade and Multinational companies.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Characteristics. On this slide we have Fast communication and Cultural exchange.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components of globalisation.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Advantages and Disadvantages. Globalisation has the following advantages and disadvantages. On this slide we have Advantages and Disadvantages.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Advantages and Disadvantages. On this slide we have Cultural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globalisation.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growing links between countries through trade, technology and culture.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disadvantage.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cheaper goods; unfair competition.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multinational; number 2, village; number 3, cultural.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five foreign products used in your home and their countries of origin.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Telecommunication (Internet Communication).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14: GLOBALISATION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Globalisation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World Communication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Globalisation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Globalisation, multinational companies, global village.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main characteristics; advantages and disadvantages.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globalisation and assess its effects.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Pipelines):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Chad–Cameroon pipeline.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sketch showing Doba (Chad) linked through Ngaoundéré (Adamawa) and Belabo to Kribi, with a title, key and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globalisation.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main characteristics.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its advantages and disadvantages.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Transport and telecommunication link the world.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Countries trade with each other.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companies work in many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pupil in Garoua wears shoes made in China, watches a football match played in Spain live and uses a phone designed in the USA. His teacher says the world has become a global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understand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were the shoes made?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China.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the world a global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transport and telecommunication.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global opportunities while supporting local products and 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the world is linked.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lob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Components of globalisation.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growing links between countries through trade, investment, technology and 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World trade.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Growth of world trade and of multinational companies.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hrinking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shrinking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transport and communication support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move goods and information quickly around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glob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Impacts of globalisation.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of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Access to technology and cheaper goods (also investment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ria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world economic triad.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disadvantages of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Unfair competition for local industries and loss of local 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World Communication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Globalisation: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growing links between countries through trade, investment, technology and 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Globalisation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World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and services are traded all over the world.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Multinational companies: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Big firms produce and sell in many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Fast communication: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internet and media link people instantly.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Cultural exchange: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Music, sport, food and fashion spread around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Characteristics</a:t>
            </a:r>
            <a:endParaRPr lang="en-US" sz="3600" dirty="0"/>
          </a:p>
        </p:txBody>
      </p:sp>
      <p:pic>
        <p:nvPicPr>
          <p:cNvPr id="4" name="Image 0" descr="/home/claude/f4/img/v2/glob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components of globalisation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Advantages and Disadvantages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Globalisation has the following advantages and disadvantages: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brings investment, technology, jobs and cheaper goods.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Local industries face unfair competition and rich countries gain most.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Advantages and Disadvantages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Cultural 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Local languages and traditions may be lost.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Growing links between countries through trade, technology and 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Cheaper goods; unfair competition.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Firms working in many countries are ______ companies.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world linked by communication is a global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Loss of local traditions is a ______ effect of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foreign products used in your home and their countries of origin.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Telecommunication (Internet Communication)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Globalisation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mondialisation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Multinational company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multinationale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Investment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L'investissement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Global 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village planétaire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Competition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concurrence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Globalisation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globalisation. Describe its main characteristics. Give its advantages and disadvantages.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globalisation and assess its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Main Characteristics; Advantages and Disadvantages.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five foreign products used in your home and their countries of origin.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2026-09-29T03:11:57Z</dcterms:created>
  <dcterms:modified xsi:type="dcterms:W3CDTF">2026-09-29T03:11:57Z</dcterms:modified>
</cp:coreProperties>
</file>