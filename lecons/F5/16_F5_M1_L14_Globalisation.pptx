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globalisation, multinational companies, global village. At the end, you should be able to do this: learners are able to explain globalisation and assess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Pipelines. The question was: Draw a sketch map of the Chad–Cameroon pipeline.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sketch showing Doba (Chad) linked through Ngaoundéré (Adamawa) and Belabo to Kribi, with a title,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globalisation. Number 2: describe its main characteristics. Number 3: give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Transport and telecommunication link the world. Countries trade with each other. Some companies work in many countries.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pupil in Garoua wears shoes made in China, watches a football match played in Spain live and uses a phone designed in the USA. His teacher says the world has become a global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were the shoes made?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makes the world a global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Trade, transport and telecommunication.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global opportunities while supporting local products and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the world is linked.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components of globalisation.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links between countries through trade, investment, technology and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world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Growth of world trade and of multinational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shrinking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transport and communication support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goods and information quickly around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impacts of globalisation.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Access to technology and cheaper goods (also investment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world economic triad.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Unfair competition for local industries and loss of local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Globalisation.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Globalisation has the following characteristics. On this slide we have World trade and Multinational companies.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On this slide we have Fast communication and Cultural exchange.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globalisation.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Globalisation has the following advantages and disadvantages.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Cultural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globalisation.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links between countries through trade, technology and culture.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cheaper goods; unfair competition.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multinational; number 2, village; number 3, cultural.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foreign products used in your home and their countries of origin.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Telecommunication (Internet Communication).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GLOBALISATION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 multinational companies, global village.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main characteristics;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globalisation and assess its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Pipelines):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Chad–Cameroon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sketch showing Doba (Chad) linked through Ngaoundéré (Adamawa) and Belabo to Kribi, with a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main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its advantages and disadvantages.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and telecommunication link the world.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trade with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companies work in many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pupil in Garoua wears shoes made in China, watches a football match played in Spain live and uses a phone designed in the USA. His teacher says the world has become a global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were the shoes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world a global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transport and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global opportunities while supporting local products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the world is linked.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links between countries through trade, investment, technology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of world trade and of multinational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shrinking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transport and communication support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goods and information quickly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 to technology and cheaper goods (also investment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world economic triad.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Unfair competition for local industries and loss of local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links between countries through trade, investment, technology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services are traded all over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Multinational companies: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firms produce and sell in many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internet and media link people instantly.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exchange: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Music, sport, food and fashion spread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investment, technology, jobs and cheaper goods.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industries face unfair competition and rich countries gain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languages and traditions may be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links between countries through trade, technology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Cheaper goods; unfair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Firms working in many countries are ______ companies.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linked by communication is a global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local traditions is a ______ effect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foreign products used in your home and their countries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Telecommunication (Internet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mondialisation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Multinational company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multinationale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 planétaire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concurrence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globalisation. Describe its main characteristics. Give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globalisation and assess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foreign products used in your home and their countries of origin.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2026-09-27T14:32:57Z</dcterms:created>
  <dcterms:modified xsi:type="dcterms:W3CDTF">2026-09-27T14:32:57Z</dcterms:modified>
</cp:coreProperties>
</file>