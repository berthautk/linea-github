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2: Containerisation.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 Management of Manufacturing and Tertiary Activities.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Managing Resources for Development through Economic Activities, and the sub-topic is World Communication. The key notions we shall use today are: container, container ship, container terminal, intermodal transport. At the end, you should be able to do this: learners are able to explain containerisation and assess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11: Air and Water Transport. The question was: Name the seaports and international airports of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Seaports: Douala, Kribi, Limbe (Tiko) and Garoua river port; airports: Douala, Yaoundé-Nsimalen and Garoua.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containerisation. Number 2: explain the reasons for its development. Number 3: give its advantages and disadvantages.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Ships carry most world trade. Kribi has a deep-water port. Goods are moved by ship, rail and road.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At Kribi port, giant cranes lift steel boxes from a ship directly onto lorries and trains. The dockers say that fewer workers are now needed.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understand the use of containers.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are the steel boxes?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Containers.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one effect on dockers?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Fewer workers are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learn technical skills needed in modern 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further study helps us to understand modern world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containers in a 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containerisation?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transport of goods in standard steel boxes called containers.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container ship.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a container ship?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ship built to carry many standard containers.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container lorry.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reasons for the development of containerisation.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Faster loading and easy transfer between ship, rail and 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transport costs.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advantages of containerisation.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reduces costs and theft and protects goods.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old docks.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disadvantages of containerisation.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Loss of dock jobs and very costly ports and cranes.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Containerisation.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Reasons for Development. Containerisation developed for the following reasons. On this slide we have Speed and Intermodal transport.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for Development. On this slide we have Growth of trade.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Advantages and Disadvantages. Containerisation has the following advantages and disadvantages. On this slide we have Advantages and Disadvantages.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Advantages and Disadvantages. On this slide we have Cameroon.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modes of transport.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containerisation?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transport of goods in standard steel boxes.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advantage and one disadvantage.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lower costs; loss of dock jobs.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containers; number 2, intermodal; number 3, Kribi.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Explain why Kribi port was built for container ships.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12: Specialised Forms of Transport: Motorways and Cableways.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FURTHER STUDY 2: CONTAINERISATION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Containerisation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Management of Manufacturing and Tertiary Activities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World Communication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2: Containerisation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Container, container ship, container terminal, intermodal transport.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reasons for development; advantages and disadvantages.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containerisation and assess it.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11: Air and Water Transport):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seaports and international airports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Seaports: Douala, Kribi, Limbe (Tiko) and Garoua river port; airports: Douala, Yaoundé-Nsimalen and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containerisation.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reasons for its development.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its advantages and disadvantages.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Ships carry most world trade.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Kribi has a deep-water port.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Goods are moved by ship, rail and road.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Kribi port, giant cranes lift steel boxes from a ship directly onto lorries and trains. The dockers say that fewer workers are now needed.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understand the use of containers.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 steel boxes?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Containers.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one effect on dockers?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Fewer workers are needed.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 technical skills needed in modern 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understand modern world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contain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Containers in a 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containerisation?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transport of goods in standard steel boxes called containers.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por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container ship.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container ship?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ship built to carry many standard containers.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FOR DEVELOPMENT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tru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container lorry.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FOR DEVELOPMENT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reasons for the development of containerisation.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FOR DEVELOPMENT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Faster loading and easy transfer between ship, rail and road.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ADVANTAGES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transport_cost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Transport costs.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advantages of containerisation.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reduces costs and theft and protects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DISADVANTAGES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docklands.jpg">    </p:cNvPr>
          <p:cNvPicPr>
            <a:picLocks noChangeAspect="1"/>
          </p:cNvPicPr>
          <p:nvPr/>
        </p:nvPicPr>
        <p:blipFill>
          <a:blip r:embed="rId1"/>
          <a:stretch>
            <a:fillRect/>
          </a:stretch>
        </p:blipFill>
        <p:spPr>
          <a:xfrm>
            <a:off x="1978396" y="1783080"/>
            <a:ext cx="8234904"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Old docks.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DISADVANTAGES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disadvantages of containerisation.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DISADVANTAGES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Loss of dock jobs and very costly ports and cranes.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Managing Resources for Development through Economic Activities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World Communication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Further Study 2: Containerisation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Containerisation: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transport of goods in large standard steel boxes called containers.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Reasons for Development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Containerisation developed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Speed: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Cranes load and unload containers in a few hours.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Intermodal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same container moves easily from ship to train to lorry.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Reasons for Development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Growth of trade: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World trade grew and needed cheaper and safer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Advantages and Disadvantages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Containerisation has the following advantages and disadvantages: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Advantages: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lowers costs, reduces theft and damage, and saves time.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Disadvantages: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needs costly deep ports and cranes and reduces dock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Advantages and Disadvantages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Cameroon: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and Kribi have container terminals.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Advantages and Disadvantages</a:t>
            </a:r>
            <a:endParaRPr lang="en-US" sz="3600" dirty="0"/>
          </a:p>
        </p:txBody>
      </p:sp>
      <p:pic>
        <p:nvPicPr>
          <p:cNvPr id="4" name="Image 0" descr="/home/claude/f4/img/v2/mod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modes of transport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containerisation?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transport of goods in standard steel boxes.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Lower costs; loss of dock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Standard steel boxes for goods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Moving a container from ship to train is ______ transport.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Cameroon has a deep-water port at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Kribi port was built for container ships.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12: Specialised Forms of Transport: Motorways and Cableways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Container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conteneur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grue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Docker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docker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Terminal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terminal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Deep-water 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port en eau profonde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Theft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2: Containerisation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containerisation. Explain the reasons for its development. Give its advantages and disadvantages.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containerisation and assess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Reasons for Development; Advantages and Disadvantages.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why Kribi port was built for container ships.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a container.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 Management of Manufacturing and Tertiary Activities.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“Container Ships @ Port of Oakland” by jdnx, CC BY 2.0, via Flickr (https://www.flickr.com/photos/21442511@N08/3464243881)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“JAXPORT Welcomes Largest Container Ship To Date” by JAXPORT, CC BY-NC 2.0, via Flickr (https://www.flickr.com/photos/24847875@N05/17069054628)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“Traveling by truck” by World Bank Photo Collection, CC BY-NC-ND 2.0, via Flickr (https://www.flickr.com/photos/10816734@N03/2628517227)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“Old &amp; new: University Greenwich, The Queen's House &amp; London Docklands” by Bert Kaufmann, CC BY-NC 2.0, via Flickr (https://www.flickr.com/photos/22746515@N02/26742366958)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2026-09-28T21:15:13Z</dcterms:created>
  <dcterms:modified xsi:type="dcterms:W3CDTF">2026-09-28T21:15:13Z</dcterms:modified>
</cp:coreProperties>
</file>