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Containerisation.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container, container ship, container terminal, intermodal transport. At the end, you should be able to do this: learners are able to explain containerisation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Air and Water Transport. The question was: Name the seaports and international airports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Seaports: Douala, Kribi, Limbe (Tiko) and Garoua river port; airports: Douala, Yaoundé-Nsimalen and Garoua.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containerisation. Number 2: explain the reasons for its development. Number 3: give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Ships carry most world trade. Kribi has a deep-water port. Goods are moved by ship, rail and road.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Kribi port, giant cranes lift steel boxes from a ship directly onto lorries and trains. The dockers say that fewer workers are now needed.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use of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steel boxes?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one effect on dockers?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workers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technical skills needed in modern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modern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containers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transport of goods in standard steel boxes called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container 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ship built to carry many standard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the development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loading and easy transfer between ship, rail and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transport costs.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costs and theft and protects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old docks.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dock jobs and very costly ports and cranes.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Containerisation.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Development. Containerisation developed for the following reasons. On this slide we have Speed and Intermodal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Development. On this slide we have Growth of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Containerisation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containerisation?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transport of goods in standard steel boxes.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costs; loss of dock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containers; number 2, intermodal;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Kribi port was built for container ships.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Specialised Forms of Transport: Motorways and Cableways.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CONTAINERISATION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Containerisation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Containerisation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Container, container ship, container terminal, intermodal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reasons for development;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containerisation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Air and Water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seaports and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Seaports: Douala, Kribi, Limbe (Tiko) and Garoua river port; airports: Douala, Yaoundé-Nsimalen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containerisation.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its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its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has a deep-water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are moved by ship, rail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Kribi port, giant cranes lift steel boxes from a ship directly onto lorries and trains. The dockers say that fewer workers are now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use of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steel boxes?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one effect on dockers?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workers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needed in modern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modern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transport of goods in standard steel boxes called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container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ship built to carry many standard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development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loading and easy transfer between ship, rail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costs and theft and protects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docks.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dock jobs and very costly ports and cranes.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Containerisation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Containerisation: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transport of goods in large standard steel boxes called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developed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Cranes load and unload containers in a few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Intermodal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container moves easily from ship to train to lorry.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trade grew and needed cheaper and safer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lowers costs, reduces theft and damage, and saves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costly deep ports and cranes and reduces dock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have container terminals.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transport of goods in standard steel boxes.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costs; loss of dock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Standard steel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a container from ship to train is ______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deep-water port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Kribi port was built for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Specialised Forms of Transport: Motorways and 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Docker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docker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terminal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Deep-water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en eau profonde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Containerisation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containerisation. Explain the reasons for its development. Give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containerisation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for Development;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Kribi port was built for container ships.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container.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2026-09-29T03:11:56Z</dcterms:created>
  <dcterms:modified xsi:type="dcterms:W3CDTF">2026-09-29T03:11:56Z</dcterms:modified>
</cp:coreProperties>
</file>