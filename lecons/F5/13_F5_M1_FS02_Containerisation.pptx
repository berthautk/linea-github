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Containerisation.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World Communication. The key notions we shall use today are: container, container ship, container terminal, intermodal transport. At the end, you should be able to do this: learners are able to explain containerisation and assess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Air and Water Transport. The question was: Name the seaports and international airports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Seaports: Douala, Kribi, Limbe (Tiko) and Garoua river port; airports: Douala, Yaoundé-Nsimalen and Garoua.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containerisation. Number 2: explain the reasons for its development. Number 3: give its advantages and disadvantages.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Ships carry most world trade. Kribi has a deep-water port. Goods are moved by ship, rail and road.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Kribi port, giant cranes lift steel boxes from a ship directly onto lorries and trains. The dockers say that fewer workers are now needed.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the use of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steel boxes?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one effect on dockers?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Fewer workers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technical skills needed in modern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modern world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containers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transport of goods in standard steel boxes called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container ship?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ship built to carry many standard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lorry.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the development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Faster loading and easy transfer between ship, rail and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transport costs.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advantages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reduces costs and theft and protects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old docks.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disadvantages of containerisation.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dock jobs and very costly ports and cranes.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Containerisation.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Development. Containerisation developed for the following reasons. On this slide we have Speed and Intermodal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Development. On this slide we have Growth of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Advantages. Containerisation has the following advantages. On this slide we have Lower costs, Less theft and damage and Time saved.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Disadvantages. Containerisation has the following disadvantages. On this slide we have Costly ports and Fewer dock jobs.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modes of transport.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containerisation?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transport of goods in standard steel boxes.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lower costs; loss of dock jobs.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containers; number 2, intermodal;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Kribi port was built for container ships.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Specialised Forms of Transport: Motorways and Cableways.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CONTAINERISATION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Containerisation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Containerisation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Container, container ship, container terminal, intermodal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reasons for development;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containerisation and assess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Air and Water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seaports and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Seaports: Douala, Kribi, Limbe (Tiko) and Garoua river port; airports: Douala, Yaoundé-Nsimalen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containerisation.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its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its advantages and disadvantages.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Ships carry most world trade.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has a deep-water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are moved by ship, rail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Kribi port, giant cranes lift steel boxes from a ship directly onto lorries and trains. The dockers say that fewer workers are now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the use of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steel boxes?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one effect on dockers?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workers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technical skills needed in modern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modern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Containers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transport of goods in standard steel boxes called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container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ship built to carry many standard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lorry.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development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FOR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Faster loading and easy transfer between ship, rail and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costs.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costs and theft and protects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docks.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disadvantages of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dock jobs and very costly ports and cranes.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World Communication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Containerisation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Containerisation: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transport of goods in large standard steel boxes called containers.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developed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Cranes load and unload containers in a few hours.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Intermodal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container moves easily from ship to train to lorry.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Reasons for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of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World trade grew and needed cheaper and safer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Advantages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has the following 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Lower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Loading is cheaper and faster.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 theft and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are locked in steel boxes.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saved: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stay a short time in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Disadvantages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Containerisation has the following disadvantages: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Costly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ports and big cranes are needed, as at Douala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Fewer dock 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Machines replace dock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Advantages and Disadvantages</a:t>
            </a:r>
            <a:endParaRPr lang="en-US" sz="3600" dirty="0"/>
          </a:p>
        </p:txBody>
      </p:sp>
      <p:pic>
        <p:nvPicPr>
          <p:cNvPr id="4" name="Image 0" descr="/home/claude/f4/img/v2/mo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modes of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containerisation?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transport of goods in standard steel boxes.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costs; loss of dock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Standard steel boxes for goods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a container from ship to train is ______ transport.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deep-water port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Kribi port was built for container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Specialised Forms of Transport: Motorways and Cableways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Container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conteneur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Docker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docker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terminal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Deep-water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en eau profonde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Containerisation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containerisation. Explain the reasons for its development. Give its advantages and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containerisation and assess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Reasons for Development; Advantages; Disadvantages.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Kribi port was built for container ships.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container.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“Traveling by truck” by World Bank Photo Collection, CC BY-NC-ND 2.0, via Flickr (https://www.flickr.com/photos/10816734@N03/2628517227)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2026-10-02T05:13:38Z</dcterms:created>
  <dcterms:modified xsi:type="dcterms:W3CDTF">2026-10-02T05:13:38Z</dcterms:modified>
</cp:coreProperties>
</file>