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4: Control of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Change in Time (Population Growth). The key notions we shall use today are: birth control, family planning, one-child policy. At the end, you should be able to do this: learners are able to explain measures of birth control and assess China's population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35: Rapid Population Growth in Least Industrialised Countries. The question was: Explain three ways rapid population growth affects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Crowded schools and hospitals, unemployment of youths, and growth of unplanned quarters (also higher food prices).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measures of birth control. Number 2: describe the population policies of China. Number 3: assess the results of the Chinese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Rapid growth causes problems. China has a very large population. Family planning reduces births.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1979, China introduced a policy allowing most families only one child. Later, it allowed two and then three children because the population was ageing.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how China controlled its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policy began in 1979?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one-child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China change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the population was ageing.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acquire sex education and support responsible parenthood.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how countries control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policies.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measures of birth control.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Contraception, education of girls and raising the marriage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one-child poster in China.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was the one-child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1979 law allowing most urban couples only one 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was the policy applied?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Rewards for one-child families, fines for extra births and free contraception.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growth 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positive results.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400 million fewer births and faster economic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an ageing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of the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ageing population and more boys than girls.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Birth Control. Birth rates are reduced by the following measures. On this slide we have Family planning and Education.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Birth Control. On this slide we have Laws and incentives.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policies.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Case Study: Population Policies in China. China controlled its population as follows. On this slide we have One-child policy and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Study: Population Policies in China. On this slide we have Results and Problems and changes.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measures of birth control.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contraception and education of girls.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success and one problem of China's policy.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slower growth; an ageing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1979; number 2, contraception; number 3,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Should Cameroon adopt a one-child policy? Give two arguments for and two against.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36: Migration.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4: CONTROL OF POPULATION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Control of Population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in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4: Control of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Birth control, family planning, one-child policy.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Measures of birth control; population control policies in modern China: a successful case of control of population growth in the 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measures of birth control and assess China's population policy.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35: Rapid Population Growth in Least Industrialised Countries):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three ways rapid population growth affects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Crowded schools and hospitals, unemployment of youths, and growth of unplanned quarters (also higher food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measures of birth control.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population policies of China.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results of the Chinese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Rapid growth causes problems.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China has a very large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Family planning reduces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1979, China introduced a policy allowing most families only one child. Later, it allowed two and then three children because the population was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how China controlled its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policy began in 1979?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China change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population was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Acquire sex education and support responsible parenthood.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how countries control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MEASURES OF BIRTH CONTROL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policies.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MEASURES OF BIRTH CONTROL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of birth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MEASURES OF BIRTH CONTROL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Contraception, education of girls and raising the marriage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THE ONE-CHILD POLICY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one-child poster in China.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THE ONE-CHILD POLICY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THE ONE-CHILD POLICY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1979 law allowing most urban couples only one child.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the policy applied?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CHINA: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Rewards for one-child families, fines for extra births and free contraception.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RESULTS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rowth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RESULTS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results.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RESULTS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400 million fewer births and faster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ageing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ageing population and more boys than girls.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Change in Time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Control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Birth Control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Birth rates are reduced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Contraceptives are made available and affordable.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girls marry later and have fewer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Birth Control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incentives: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raise the marriage age and reward small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Birth Control</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policies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Population Policies in China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China controlled its population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One-child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1979, most couples were allowed only one child.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Rewards, fines and free contraception were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Population Policies in China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fell sharply and about 400 million births were avoided.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and 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Ageing and a surplus of boys led China to allow two children in 2016 and three in 2021.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of birth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Contraception and education of girls.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success and one problem of China's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Slower growth; 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 introduced the one-child policy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pills and condoms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 now allows ______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Cameroon adopt a one-child policy? Give two arguments for and two against.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control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contrôle des naissances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One-child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de l'enfant unique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Incentive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L'incitation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vieillissement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4: Control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measures of birth control. Describe the population policies of China. Assess the results of the Chinese policy.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measures of birth control and assess China's population policy.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Measures of Birth Control; Case Study: Population Policies in China.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Should Cameroon adopt a one-child policy? Give two arguments for and two against.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2026-09-27T14:33:01Z</dcterms:created>
  <dcterms:modified xsi:type="dcterms:W3CDTF">2026-09-27T14:33:01Z</dcterms:modified>
</cp:coreProperties>
</file>