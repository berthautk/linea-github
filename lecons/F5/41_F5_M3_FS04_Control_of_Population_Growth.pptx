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Control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control, family planning, one-child policy. At the end, you should be able to do this: learners are able to explain measures of birth control and assess China's population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Rapid Population Growth in Least Industrialised Countries. The question was: Explain three ways rapid population growth affects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Crowded schools and hospitals, unemployment of youths, and growth of unplanned quarters (also higher food prices).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measures of birth control. Number 2: describe the population policies of China. Number 3: assess the results of the Chinese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Rapid growth causes problems. China has a very large population. Family planning reduces births.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introduced a policy allowing most families only one child. Later, it allowed two and then three children because the population was ageing.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how China controlled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policy began in 1979?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China change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the population was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support responsible parenthood.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how countries control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measures of birth control.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Contraception, education of girls and raising the marriage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one-child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1979 law allowing most urban couples only one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the policy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Rewards for one-child families, fines for extra births and free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positive results.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400 million fewer births and faster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ageing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the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ageing population and more boys than girls.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Birth Control. Birth rates are reduced by the following measures. On this slide we have Family planning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Birth Control. On this slide we have Laws and incentives.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Policy. China controlled its population as follows. On this slide we have One-child policy and Rewards.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Policy. On this slide we have Fines and Free contraception.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Results and Changes. The policy had the following results and changes. On this slide we have Slower growth and Ageing.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Results and Changes. On this slide we have Surplus of boys and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measures of birth control.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contraception and education of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success and one problem of China's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slower growth; an ageing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1979; number 2, contraception; number 3,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one-child policy? Give two arguments for and two against.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CONTROL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Control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control, family planning, one-child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birth control; population control policies in modern China: a successful case of control of population growth in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Rapid Population Growth in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and hospitals, unemployment of youths, and growth of unplanned quarters (also higher food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measures of birth control.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policies of China.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results of the Chinese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Rapid growth causes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has a very large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Family planning reduces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introduced a policy allowing most families only one child. Later, it allowed two and then three children 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how China controlled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policy began in 1979?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China change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support responsible parenthood.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how countries control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education of girls and raising the marriage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one-child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1979 law allowing most urban couples only one child.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policy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Rewards for one-child families, fines for extra births and free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400 million fewer births and faster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ageing population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Birth rates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Contraceptives are made available and affordable.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girls marry later and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marriage age and reward small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Policy</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China controlled its population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One-child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1979, most couples were allowed only one child.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with one child received money, housing and free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Policy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with more children paid fines.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contraception: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Pills and other methods were given free.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Results and Changes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policy had the following results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the government, about 400 million births were avoided.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share of old people rose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Results and Changes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of boys: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boys than girls were born.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allowed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and education of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China's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Slower growth;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introduced the one-child policy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pills and condoms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now allows ______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des naissances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Control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measures of birth control. Describe the population policies of China. Assess the results of the Chinese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Measures of Birth Control; The Policy; Results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one-child policy? Give two arguments for and two against.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2026-10-02T05:13:45Z</dcterms:created>
  <dcterms:modified xsi:type="dcterms:W3CDTF">2026-10-02T05:13:45Z</dcterms:modified>
</cp:coreProperties>
</file>