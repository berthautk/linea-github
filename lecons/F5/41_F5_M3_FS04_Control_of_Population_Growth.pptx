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Lst>
  <p:notesMasterIdLst>
    <p:notesMasterId r:id="rId5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notesMaster" Target="notesMasters/notesMaster1.xml"/><Relationship Id="rId53" Type="http://schemas.openxmlformats.org/officeDocument/2006/relationships/presProps" Target="presProps.xml"/><Relationship Id="rId54" Type="http://schemas.openxmlformats.org/officeDocument/2006/relationships/viewProps" Target="viewProps.xml"/><Relationship Id="rId55" Type="http://schemas.openxmlformats.org/officeDocument/2006/relationships/theme" Target="theme/theme1.xml"/><Relationship Id="rId5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Further Study 4: Control of Population Growth.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5. It belongs to Module III: Management of Population Growth and Space Colonisation.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The Dynamics of Population and Implications, and the sub-topic is Population Change in Time (Population Growth). The key notions we shall use today are: birth control, family planning, one-child policy. At the end, you should be able to do this: learners are able to explain measures of birth control and assess China's population policy.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35: Rapid Population Growth in Least Industrialised Countries. The question was: Explain three ways rapid population growth affects your town.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Crowded schools and hospitals, unemployment of youths, and growth of unplanned quarters (also higher food prices).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explain the measures of birth control. Number 2: describe the population policies of China. Number 3: assess the results of the Chinese policy.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Rapid growth causes problems. China has a very large population. Family planning reduces births.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In 1979, China introduced a policy allowing most families only one child. Later, it allowed two and then three children because the population was ageing.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We want to understand how China controlled its population.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policy began in 1979?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one-child policy.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Why did China change it?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Because the population was ageing.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acquire sex education and support responsible parenthood.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further study helps us to understand how countries control population growth.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population policies.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Give three measures of birth control.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Contraception, education of girls and raising the marriage 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a one-child poster in China.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What was the one-child policy?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 1979 law allowing most urban couples only one child.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a newborn baby.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How was the policy applied?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Rewards for one-child families, fines for extra births and free contraception.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diagram: growth rates.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Give two positive results.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About 400 million fewer births and faster economic growth.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diagram: an ageing pyramid.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Give two problems of the policy.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An ageing population and more boys than girls.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Measures of Birth Control. Birth rates are reduced by the following measures. On this slide we have Family planning and Education.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Measures of Birth Control. On this slide we have Laws and incentives.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population policies.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Case Study: Population Policies in China. China controlled its population as follows. On this slide we have One-child policy and Methods.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Case Study: Population Policies in China. On this slide we have Results and Problems and changes.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Give two measures of birth control.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contraception and education of girls.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one success and one problem of China's policy.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slower growth; an ageing population.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1979; number 2, contraception; number 3, three.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Should Cameroon adopt a one-child policy? Give two arguments for and two against.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36: Migration.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5</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FURTHER STUDY 4: CONTROL OF POPULATION GROWTH</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jp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5</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Further Study 4</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Control of Population Growth</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5</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III: Management of Population Growth and Space Colonisation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Dynamics of Population and Implications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Population Change in Time (Population Growth)</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Further Study 4: Control of Population Growth</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Birth control, family planning, one-child policy.</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Measures of birth control; population control policies in modern China: a successful case of control of population growth in the NICs.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measures of birth control and assess China's population policy.</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35: Rapid Population Growth in Least Industrialised Countries):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Explain three ways rapid population growth affects your town.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Crowded schools and hospitals, unemployment of youths, and growth of unplanned quarters (also higher food prices).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measures of birth control.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population policies of China.</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Assess the results of the Chinese policy.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Rapid growth causes problems.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China has a very large population.</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Family planning reduces births.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1979, China introduced a policy allowing most families only one child. Later, it allowed two and then three children because the population was ageing.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 want to understand how China controlled its population.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policy began in 1979?</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one-child policy.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did China change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Because the population was ageing.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Acquire sex education and support responsible parenthood.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further study helps us to understand how countries control population growth.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MEASURES OF BIRTH CONTROL</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policie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Population policies.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MEASURES OF BIRTH CONTROL</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three measures of birth control.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MEASURES OF BIRTH CONTROL</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Contraception, education of girls and raising the marriage age.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CHINA: THE ONE-CHILD POLICY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usa_onechild.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one-child poster in China.</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CHINA: THE ONE-CHILD POLICY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was the one-child policy?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CHINA: THE ONE-CHILD POLICY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1979 law allowing most urban couples only one child.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CHINA: METHODS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usa_newborn.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newborn baby.</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CHINA: METHODS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was the policy applied?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CHINA: METHODS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Rewards for one-child families, fines for extra births and free contraception.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RESULTS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growth_rates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Growth rates.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RESULTS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positive results.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RESULTS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About 400 million fewer births and faster economic growth.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PROBLEMS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pyramid_japan_big.png">    </p:cNvPr>
          <p:cNvPicPr>
            <a:picLocks noChangeAspect="1"/>
          </p:cNvPicPr>
          <p:nvPr/>
        </p:nvPicPr>
        <p:blipFill>
          <a:blip r:embed="rId1"/>
          <a:stretch>
            <a:fillRect/>
          </a:stretch>
        </p:blipFill>
        <p:spPr>
          <a:xfrm>
            <a:off x="1383850" y="1783080"/>
            <a:ext cx="94239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 ageing pyramid.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PROBLEMS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problems of the policy.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PROBLEMS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An ageing population and more boys than girls.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The Dynamics of Population and Implications</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Population Change in Time (Population Growth)</a:t>
            </a:r>
            <a:endParaRPr lang="en-US" sz="3200" dirty="0"/>
          </a:p>
          <a:p>
            <a:pPr algn="l" indent="0" marL="0">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Further Study 4: Control of Population Growth</a:t>
            </a:r>
            <a:endParaRPr lang="en-US" sz="32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Measures of Birth Control</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Birth rates are reduced by the following measures: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Family planning: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Contraceptives are made available and affordable.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Education: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Educated girls marry later and have fewer children.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Measures of Birth Control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Laws and incentives: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Governments raise the marriage age and reward small families.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Measures of Birth Control</a:t>
            </a:r>
            <a:endParaRPr lang="en-US" sz="3600" dirty="0"/>
          </a:p>
        </p:txBody>
      </p:sp>
      <p:pic>
        <p:nvPicPr>
          <p:cNvPr id="4" name="Image 0" descr="/home/claude/f4/img/v2/policie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population policies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Case Study: Population Policies in China</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China controlled its population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One-child policy: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From 1979, most couples were allowed only one child.</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Methods: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Rewards, fines and free contraception were used.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Case Study: Population Policies in China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Results: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Growth fell sharply and about 400 million births were avoided.</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Problems and changes: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Ageing and a surplus of boys led China to allow two children in 2016 and three in 2021.</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measures of birth control.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Contraception and education of girls.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success and one problem of China's policy.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Slower growth; an ageing population.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China introduced the one-child policy in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Using pills and condoms is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China now allows ______ children.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Should Cameroon adopt a one-child policy? Give two arguments for and two against.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36: Migration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7"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Birth control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contrôle des naissances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One-child policy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politique de l'enfant unique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Incentive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L'incitation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Fine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L'amende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Ageing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vieillissement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Policy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politique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48"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The Dynamics of Population and Implications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Further Study 4: Control of Population Growth</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Explain the measures of birth control. Describe the population policies of China. Assess the results of the Chinese policy.</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measures of birth control and assess China's population policy.</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Measures of Birth Control; Case Study: Population Policies in China.</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Should Cameroon adopt a one-child policy? Give two arguments for and two against.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list.</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discuss.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discuss.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discuss.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discuss.</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Forms I–V, MINESEC (2023) — Form 5, Module III: Management of Population Growth and Space Colonisation.</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“propaganda posters, one child policy” by kattebelletje, CC BY-NC 2.0, via Flickr (https://www.flickr.com/photos/97249369@N00/3349125321)</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“Newborn baby rests” by World Bank Photo Collection, CC BY-NC-ND 2.0, via Flickr (https://www.flickr.com/photos/10816734@N03/19845580540)</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50</Slides>
  <Notes>50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50</vt:i4>
      </vt:variant>
    </vt:vector>
  </HeadingPairs>
  <TitlesOfParts>
    <vt:vector size="5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2026-09-28T21:15:21Z</dcterms:created>
  <dcterms:modified xsi:type="dcterms:W3CDTF">2026-09-28T21:15:21Z</dcterms:modified>
</cp:coreProperties>
</file>