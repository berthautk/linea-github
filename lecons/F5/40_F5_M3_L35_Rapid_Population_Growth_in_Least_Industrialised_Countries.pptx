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Rapid Population Growth in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rapid population growth, high fertility, dependency. At the end, you should be able to do this: learners are able to explain the causes and implications of rapid population growth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The Demographic Transition Model (DTM). The question was: Draw the DTM and place Cameroon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graph with birth rate and death rate lines over five stages; Cameroon at the end of stage 2 or in stage 3 (falling death rate, slowly falling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reasons for rapid population growth in LICs. Number 2: explain the implications.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have high birth rates. Death rates have fallen. Cameroon grows by about 2.6 percent per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family in a village has nine children. The school is overcrowded and there are not enough jobs for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Rapid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children does the family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Overcrowded schools and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refuse early marriages and send girls to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major challenge of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reasons for high birth rates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marriages, children as labour and security, and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have death rates fallen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Vaccines, better health care, clean water and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social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Overcrowded schools and hospitals and a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a high dependency burden (also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environmental implication.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soil exhaustion from pressure on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Rapid Population Growth. The population of LICs grows fast for the following reasons. On this slide we have High birth rates and Low use of contraception.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Rapid Population Growth. On this slide we have Falling death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Rapid population growth has the following implications. On this slide we have Social and Economic.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this slide we have Environmental and Positive.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youthful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reasons for rapid population growth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marriages and falling death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implications.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and overcrowded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early; number 2, birth; number 3,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ways rapid population growth affects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Control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35: RAPID POPULATION GROWTH IN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Rapid Population Growth in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Rapid population growth, high fertility,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Reasons;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The Demographic Transition Model (DTM)):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with birth rate and death rate lines over five stages; Cameroon at the end of stage 2 or in stage 3 (falling death rate, slowly falling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rapid population growth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implications.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have high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have fallen.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percent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in a village has nine children. The school is overcrowded and there are not enough jobs for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children does the family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Refuse early marriages and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major challenge of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birth rates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children as labour and security, and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death rates fallen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better health care, clean water and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hospitals and a shortage of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a high dependency burden (also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implication.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exhaustion from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LICs grows fast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polygamy and the value of children keep births high.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use of contraception: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Religious beliefs, ignorance and cost limit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medicine and clean water save many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population growth has the following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housing become overcrowded.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and dependency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and soils are overused.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population can provide labour and a big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youthful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rapid population growth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and falling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overcrowded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Marriage of young girls is ______ marriage.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Family planning reduces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people for the jobs available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rapide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marriage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mariage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Overcrowding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reasons for rapid population growth in LICs. Explain the implications.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Reasons for Rapid Population Growth;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ways rapid population growth affects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