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Rapid Population Growth in Least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rapid population growth, high fertility, dependency. At the end, you should be able to do this: learners are able to explain the causes and implications of rapid population growth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The Demographic Transition Model (DTM). The question was: Draw the DTM and place Cameroon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graph with birth rate and death rate lines over five stages; Cameroon at the end of stage 2 or in stage 3 (falling death rate, slowly falling birth 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reasons for rapid population growth in LICs. Number 2: explain the implications.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LICs have high birth rates. Death rates have fallen. Cameroon grows by about 2.6 percent per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family in a village has nine children. The school is overcrowded and there are not enough jobs for young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Rapid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children does the family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consequences.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Overcrowded schools and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refuse early marriages and send girls to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major challenge of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reasons for high birth rates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marriages, children as labour and security, and low use of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have death rates fallen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Vaccines, better health care, clean water and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social implications.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Overcrowded schools and hospitals and a shortage of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implications.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a high dependency burden (also food shortages).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deforestation.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environmental implication.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soil exhaustion from pressure on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Rapid Population Growth. The population of LICs grows fast for the following reasons. On this slide we have High birth rates and Low use of contraception.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Rapid Population Growth. On this slide we have Falling death rates.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Implications. Rapid population growth has the following negative implications. On this slide we have Social and Economic.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Implications. On this slide we have Environmental.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Implications. Rapid population growth has the following positive implications. On this slide we have Labour and A big market.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youthful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reasons for rapid population growth in LICs.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marriages and falling death 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implications.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unemployment and overcrowded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early; number 2, birth; number 3,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three ways rapid population growth affects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Control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35: RAPID POPULATION GROWTH IN LEAST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Rapid Population Growth in Least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Rapid Population Growth in Least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Rapid population growth, high fertility,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Reasons;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implications of rapid population growth in LICs.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The Demographic Transition Model (DTM)):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Cameroon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with birth rate and death rate lines over five stages; Cameroon at the end of stage 2 or in stage 3 (falling death rate, slowly falling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rapid population growth in LICs.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implications.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LICs have high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have fallen.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percent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family in a village has nine children. The school is overcrowded and there are not enough jobs for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children does the family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Refuse early marriages and send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major challenge of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high birth rates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children as labour and security, and low use of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have death rates fallen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better health care, clean water and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hospitals and a shortage of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a high dependency burden (also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environmental implication.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soil exhaustion from pressure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35: Rapid Population Growth in Least Industrialised Countries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Rapid Population Growth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LICs grows fast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polygamy and the value of children keep births high.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use of contraception: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Religious beliefs, ignorance and cost limit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Rapid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medicine and clean water save many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Implications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population growth has the following negative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and housing become overcrowded.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food shortages and dependency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Negative Implications (continued)</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and soils are overused.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Implications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population growth has the following positive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can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big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consumers buy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youthful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rapid population growth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and falling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overcrowded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Marriage of young girls is ______ marriage.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Family planning reduces the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people for the jobs available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ways rapid population growth affects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Control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rapide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marriage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mariage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Overcrowding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Rapid Population Growth in Least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reasons for rapid population growth in LICs. Explain the implications.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implications of rapid population growth in LICs.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Reasons for Rapid Population Growth; Negative Implications; Positive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three ways rapid population growth affects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2026-10-02T05:13:45Z</dcterms:created>
  <dcterms:modified xsi:type="dcterms:W3CDTF">2026-10-02T05:13:45Z</dcterms:modified>
</cp:coreProperties>
</file>