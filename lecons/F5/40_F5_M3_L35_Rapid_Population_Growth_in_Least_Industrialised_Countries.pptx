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35: Rapid Population Growth in Least Industrialised Countries.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III: Management of Population Growth and Space Colonisation.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Dynamics of Population and Implications, and the sub-topic is Population Change in Time (Population Growth). The key notions we shall use today are: rapid population growth, high fertility, dependency. At the end, you should be able to do this: learners are able to explain the causes and implications of rapid population growth in LICs.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34: The Demographic Transition Model (DTM). The question was: Draw the DTM and place Cameroon on it.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 graph with birth rate and death rate lines over five stages; Cameroon at the end of stage 2 or in stage 3 (falling death rate, slowly falling birth rate).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reasons for rapid population growth in LICs. Number 2: explain the implications. Number 3: propose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LICs have high birth rates. Death rates have fallen. Cameroon grows by about 2.6 percent per year.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family in a village has nine children. The school is overcrowded and there are not enough jobs for young people.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Rapid population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How many children does the family have?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Give two consequences.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Overcrowded schools and unemployment.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refuse early marriages and send girls to school.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a major challenge of developing countries.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children.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Give three reasons for high birth rates in LICs.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Early marriages, children as labour and security, and low use of contraception.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health centre.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have death rates fallen in LICs?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Vaccines, better health care, clean water and more food.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crowded classroom.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social implications.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Overcrowded schools and hospitals and a shortage of housing.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slum.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economic implications.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Unemployment and a high dependency burden (also food shortages).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deforestation.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one environmental implication.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Deforestation and soil exhaustion from pressure on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Reasons for Rapid Population Growth. The population of LICs grows fast for the following reasons. On this slide we have High birth rates and Low use of contraception.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Reasons for Rapid Population Growth. On this slide we have Falling death rates.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Implications. Rapid population growth has the following implications. On this slide we have Social and Economic.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Implications. On this slide we have Environmental and Positive.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 youthful population.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reasons for rapid population growth in LICs.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early marriages and falling death rates.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implications.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unemployment and overcrowded schools.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early; number 2, birth; number 3, unemployment.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Explain three ways rapid population growth affects your town.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4: Control of Population Growth.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35: RAPID POPULATION GROWTH IN LEAST INDUSTRIALISED COUNTRIES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Rapid Population Growth in Least Industrialised Countries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III: Management of Population Growth and Space Colonisation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Dynamics of Population and Implications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Change in Time (Population Growth)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35: Rapid Population Growth in Least Industrialised Countries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Rapid population growth, high fertility, dependency.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Reasons; implications.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causes and implications of rapid population growth in LICs.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34: The Demographic Transition Model (DTM)):</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DTM and place Cameroon on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graph with birth rate and death rate lines over five stages; Cameroon at the end of stage 2 or in stage 3 (falling death rate, slowly falling birth 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reasons for rapid population growth in LICs.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implications.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Propose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LICs have high birth rates.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Death rates have fallen.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grows by about 2.6 percent per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family in a village has nine children. The school is overcrowded and there are not enough jobs for young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Rapid population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many children does the family have?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consequences.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Overcrowded schools and unemployment.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Refuse early marriages and send girls to school.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a major challenge of developing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REASONS: HIGH BIRTH RATES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childre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Children.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REASONS: HIGH BIRTH RATES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reasons for high birth rates in LICs.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REASONS: HIGH BIRTH RATES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Early marriages, children as labour and security, and low use of contraception.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REASONS: FALLING DEATH RATES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clinic.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health centre.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REASONS: FALLING DEATH RATES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have death rates fallen in LICs?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REASONS: FALLING DEATH RATES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Vaccines, better health care, clean water and more food.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IMPLICATIONS: SOCIAL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schoo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crowded classroom.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IMPLICATIONS: SOCIAL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social implications.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IMPLICATIONS: SOCIAL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Overcrowded schools and hospitals and a shortage of housing.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IMPLICATIONS: ECONOMIC</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slum.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slum.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IMPLICATIONS: ECONOMIC</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economic implications.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IMPLICATIONS: ECONOMIC</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Unemployment and a high dependency burden (also food shortages).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IMPLICATIONS: ENVIRONMENTAL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clearcu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Deforestation.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IMPLICATIONS: ENVIRONMENTAL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environmental implication.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IMPLICATIONS: ENVIRONMENTAL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Deforestation and soil exhaustion from pressure on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Dynamics of Population and Implications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Population Change in Time (Population Growth)</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35: Rapid Population Growth in Least Industrialised Countries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Reasons for Rapid Population Growth</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population of LICs grows fast for the following reasons: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High birth rates: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Early marriages, polygamy and the value of children keep births high.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Low use of contraception: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Religious beliefs, ignorance and cost limit family planning.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Reasons for Rapid Population Growth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Falling death rates: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Vaccines, medicine and clean water save many lives.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Implications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Rapid population growth has the following implications: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Social: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Schools, hospitals and housing become overcrowded.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Economic: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Unemployment, food shortages and dependency increase.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Implications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Environmental: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Forests are cleared and soils are overused.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Positive: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large population can provide labour and a big market.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Implications</a:t>
            </a:r>
            <a:endParaRPr lang="en-US" sz="3600" dirty="0"/>
          </a:p>
        </p:txBody>
      </p:sp>
      <p:pic>
        <p:nvPicPr>
          <p:cNvPr id="4" name="Image 0" descr="/home/claude/f4/img/v2/youth_ageing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 youthful population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reasons for rapid population growth in LICs.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Early marriages and falling death rates.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implications.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Unemployment and overcrowded schools.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Marriage of young girls is ______ marriage.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Family planning reduces the ______ rate.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Too many people for the jobs available causes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three ways rapid population growth affects your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4: Control of Population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Rapid growth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croissance rapide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Early marriage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mariage précoce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Contraception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contraception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Family planning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planification familiale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Unemployment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chômage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Overcrowding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surpeuplement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Dynamics of Population and Implications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35: Rapid Population Growth in Least Industrialised Countries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reasons for rapid population growth in LICs. Explain the implications. Propose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causes and implications of rapid population growth in LICs.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Reasons for Rapid Population Growth; Implications.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three ways rapid population growth affects your town.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III: Management of Population Growth and Space Colonisation.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“African school children” by World Resources, CC BY-NC-SA 2.0, via Flickr (https://www.flickr.com/photos/26107309@N05/2658469563)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“Waiting at the dispensary” by World Bank Photo Collection, CC BY-NC-ND 2.0, via Flickr (https://www.flickr.com/photos/10816734@N03/7556643920)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“Students in Primary Seven at Zanaki Primary School” by World Bank Photo Collection, CC BY-NC-ND 2.0, via Flickr (https://www.flickr.com/photos/10816734@N03/33423887921)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“Mathare” by Book Aid International, CC BY-NC-ND 2.0, via Flickr (https://www.flickr.com/photos/45024905@N07/4135561707)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“Managed Destruction” by Harlz_, CC BY-NC 2.0, via Flickr (https://www.flickr.com/photos/35169553@N06/4295797661)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2026-09-29T03:12:03Z</dcterms:created>
  <dcterms:modified xsi:type="dcterms:W3CDTF">2026-09-29T03:12:03Z</dcterms:modified>
</cp:coreProperties>
</file>