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Problems of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Environmental Degradation. The key notions we shall use today are: waste, waste management, landfill, recycling, pollution. At the end, you should be able to do this: learners are able to explain the problems of waste management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Multipurpose River Development Project in Cameroon. The question was: Explain how the Lagdo dam affects the life of the people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gives electricity for homes and industries, fish and irrigated food, but power cuts occur and floods can affect the riverside areas.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waste and waste management. Number 2: explain the causes and consequences of poor waste management.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produce much waste. Plastic bags block drains.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quarter of Garoua, people throw waste into the gutters and the river. In the rainy season, the gutters overflow and many children suffer from cholera.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Poor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waste thrown?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gutters and the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consequences?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and cholera.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sort your waste, use bins and denounce the dumping of waste into streams.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keep our environment clean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waste dump.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waste management?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collection, transport, treatment and disposal of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litter.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causes of poor waste management.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Rapid urban growth, few bins and trucks, and bad habits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consequences of poor waste management.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consequences.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Diseases, floods from blocked drains and water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plastic waste 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plastic waste dangerous?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lasts a long time, blocks drains and kills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sorting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Sorting and recycling, sanitary landfills and education of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Waste and Waste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Poor Waste Management. Poor waste management has the following causes. On this slide we have Urban growth and Lack of means.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Poor Waste Management. On this slide we have Bad habits.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Poor waste management has the following consequences. On this slide we have Health and Floods.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consequences of poor waste management.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Waste can be better managed in the following ways. On this slide we have Reduce, reuse and recycle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Education and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waste management.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collection, transport, treatment and disposal of waste.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consequences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diseases and floods; recycling and landfills.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landfill; number 2, recycling;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how waste is managed in your quarter and propose three improvements.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Pollution.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PROBLEMS OF WASTE MANAGEMENT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Problems of Waste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Problems of Waste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Waste, waste management, landfill, recycling, pollution.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problems of waste management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Multipurpose River Development Project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Lagdo dam affects the life of the people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electricity for homes and industries, fish and irrigated food, but power cuts occur and floods can affect the riverside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waste and waste management.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consequences of poor waste management.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produce much waste.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Plastic bags block drains.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quarter of Garoua, people throw waste into the gutters and the river. In the rainy season, the gutters overflow and many children suffer from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waste thrown?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gutters and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 your waste, use bins and denounce the dumping of waste into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keep our environment clean and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waste dump.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collection, transport, treatment and disposal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poor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urban growth, few bins and trucks, and bad habits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ste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Consequences of poor waste management.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floods from blocked drains and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5_plast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Plastic waste 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plastic waste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lasts a long time, blocks drains and kills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Sorting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Sorting and recycling, sanitary landfills and education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Environmental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Problems of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material that is thrown away because it is no longer useful.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transport, treatment and disposal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Poor Waste Management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Poor waste management has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Fast-growing towns produce more waste than can be collected.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means: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lack bins, trucks and landfills.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Poor Waste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habits: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throw waste into streets, gutters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Poor waste management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Flies, mosquitoes and dirty water spread cholera, typhoid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blocks drains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and dumping pollute the air, soil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pic>
        <p:nvPicPr>
          <p:cNvPr id="4" name="Image 0" descr="/home/claude/f4/img/v2/waste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consequences of poor waste management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Waste can be better managed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Reduce, reuse and recycle: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should be sorted and reused or recycled.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Bins, collection trucks and sanitary landfills should be provided.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should be sensitised and dumping should be punished.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collection, transport, treatment and disposal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and floods; recycling and landfills.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controlled site for burying waste is a sanitary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new products from waste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Waste in gutters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waste is managed in your quarter and propose three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Cholera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choléra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Problems of Waste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waste and waste management. Explain the causes and consequences of poor waste management.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problems of waste management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Poor Waste Management;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how waste is managed in your quarter and propose three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“Thank God men cannot fly, and lay waste the sky as well as the earth. ” by katerha, CC BY 2.0, via Flickr (https://www.flickr.com/photos/8489692@N03/5107788414)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2026-09-27T14:32:59Z</dcterms:created>
  <dcterms:modified xsi:type="dcterms:W3CDTF">2026-09-27T14:32:59Z</dcterms:modified>
</cp:coreProperties>
</file>