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25: Multipurpose River Development Project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II: Preservation of the Natural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Development Projects and Environmental Management, and the sub-topic is Development Projects in Cameroon. The key notions we shall use today are: multipurpose river development, Lagdo dam, SEMRY, Lom Pangar. At the end, you should be able to do this: learners are able to assess a multipurpose river project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24: Multipurpose River Development Project (MRDP). The question was: Draw a diagram showing the uses of a multipurpose dam.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 central box (multipurpose dam) with arrows to hydro-electricity, irrigation, navigation, flood control, water supply, fishing and tourism.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locate the Lagdo multipurpose project. Number 2: explain its objectives and achievements. Number 3: explain its problems and attempted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An MRDP has several uses. The Benue flows through Garoua. Lagdo is in the North Region.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Lagdo dam on the Benue supplies electricity to the North and water for irrigated farms and fishing. However, power cuts remain and the 2012 release of water flooded villages.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assess the Lagdo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On which river is the dam?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Benue.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Give one problem mentioned.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Power cuts (also floods downstream).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the dam area and respect the rules of fishing in the lake.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a development project close to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dams and irrigation schemes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Locate the Lagdo dam.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 the Benue River, about 50 km upstream of Garoua in the North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uses of an MRDP.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three objectives of the Lagdo project.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Electricity for the North, irrigation and fishing (also flood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irrigated rice.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achievements of the Lagdo project.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supplies electricity to the northern regions and supports fishing and irrigated farming.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flooded village.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three problems of the Lagdo project.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Low water in the dry season, silting and floods downstream when water is released.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tree planting.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attempted solutions.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Tree planting in the basin and the interconnection of power grids (also warning before releases).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Objectives of the Lagdo Project. The Lagdo dam on the Benue was built for the following objectives. On this slide we have Energy and Agriculture.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Objectives of the Lagdo Project. On this slide we have Fishing and flood control.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dams and irrigation schemes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Achievements. The project achieved the following. On this slide we have Electricity and Food production.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Achievements. On this slide we have Other projects.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Problems and Attempted Solutions. The project faces problems and attempted solutions as follows. On this slide we have Problems and More problems.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and Attempted Solutions. On this slide we have Attempted solutions.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objectives of the Lagdo dam.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electricity and irrigation.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problem and one solution.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power cuts in the dry season; interconnection of power grids.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Benue; number 2, hydro-electricity; number 3, Lom Pangar.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Explain how the Lagdo dam affects the life of the people of Garoua.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26: Problems of Waste Management.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25: MULTIPURPOSE RIVER DEVELOPMENT PROJECT IN CAMEROON</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Multipurpose River Development Project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 Preservation of the Natural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Development Projects and Environmental Management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Development Projects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25: Multipurpose River Development Project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Multipurpose river development, Lagdo dam, SEMRY, Lom Pangar.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Objectives; achievements; problems; attempted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assess a multipurpose river project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24: Multipurpose River Development Project (MRDP)):</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diagram showing the uses of a multipurpose dam.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central box (multipurpose dam) with arrows to hydro-electricity, irrigation, navigation, flood control, water supply, fishing and tourism.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the Lagdo multipurpose project.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its objectives and achievements.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its problems and attempted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An MRDP has several uses.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Benue flows through Garoua.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Lagdo is in the North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Lagdo dam on the Benue supplies electricity to the North and water for irrigated farms and fishing. However, power cuts remain and the 2012 release of water flooded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assess the Lagdo project.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which river is the dam?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Benue.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problem mentioned.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Power cuts (also floods downstream).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the dam area and respect the rules of fishing in the lake.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a development project close to 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mr_water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Dams and irrigation schemes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Locate the Lagdo dam.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Benue River, about 50 km upstream of Garoua in the North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OBJECTIVES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mrdp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Uses of an MRDP.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objectives of the Lagdo project.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Electricity for the North, irrigation and fishing (also flood control).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ACHIEVEMENTS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rice_fie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Irrigated rice.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ACHIEVEMENTS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achievements of the Lagdo project.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ACHIEVEMENTS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supplies electricity to the northern regions and supports fishing and irrigated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PROBLEMS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floodvillag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flooded village.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problems of the Lagdo project.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Low water in the dry season, silting and floods downstream when water is released.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ATTEMPTED SOLUTIONS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tree_plant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Tree planting.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ATTEMPTED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attempted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ATTEMPTED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 planting in the basin and the interconnection of power grids (also warning before releases).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Development Projects and Environmental Management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Development Projects in Cameroon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25: Multipurpose River Development Project in Cameroon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Objectives of the Lagdo Project</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Lagdo dam on the Benue was built for the following objectives: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Energy: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produces hydro-electricity for the northern regions.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Agriculture: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supplies water to irrigate rice and other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Objectives of the Lagdo Project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Fishing and flood control: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lake supports fishing and the dam regulates the Benue.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Objectives of the Lagdo Project</a:t>
            </a:r>
            <a:endParaRPr lang="en-US" sz="3600" dirty="0"/>
          </a:p>
        </p:txBody>
      </p:sp>
      <p:pic>
        <p:nvPicPr>
          <p:cNvPr id="4" name="Image 0" descr="/home/claude/f4/img/v2/cmr_water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dams and irrigation schemes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Achievements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project achieved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Electricity: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Towns such as Garoua, Maroua and Ngaoundéré receive power.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Food production: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Lake fishing and irrigated farms feed the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Achievements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Other projects: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Lom Pangar, Memve'ele and Song Loulou dams also serve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Problems and Attempted Solutions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project faces problems and attempted solutions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Low water in the dry season causes power cuts, and the lake is silting.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More 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releases can flood villages downstream, as in 2012.</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Problems and Attempted Solutions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Attempted solutions: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 planting, new dams, grid interconnection and flood warnings are used.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objectives of the Lagdo dam.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Electricity and irrigation.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problem and one solution.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Power cuts in the dry season; interconnection of power grids.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Lagdo dam is on the ______ River.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dam produces ______ for the North.</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dam on the Lom in the East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how the Lagdo dam affects the life of the people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26: Problems of Waste Management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Lake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lac</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Silting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L'envasement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Power cut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coupure de courant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Irrigated farm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ferme irriguée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Downstream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En aval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Grid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réseau électrique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Development Projects and Environmental Management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25: Multipurpose River Development Project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Locate the Lagdo multipurpose project. Explain its objectives and achievements. Explain its problems and attempted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assess a multipurpose river project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Objectives of the Lagdo Project; Achievements; Problems and Attempted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how the Lagdo dam affects the life of the people of Garoua.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use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II: Preservation of the Natural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“Irrigated rice fields in Sefula, Zambia. Photo by Kate Longley, 2013.” by WorldFish, CC BY-NC-ND 2.0, via Flickr (https://www.flickr.com/photos/61545321@N06/8608804590)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“Flood in Accra” by Stig Nygaard, CC BY 2.0, via Flickr (https://www.flickr.com/photos/10259776@N00/181742000)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“Haitian Students Breathe New Life into Depleted Pine Forest” by United Nations Photo, CC BY-NC-ND 2.0, via Flickr (https://www.flickr.com/photos/35483578@N03/5860275159)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2026-09-28T21:15:18Z</dcterms:created>
  <dcterms:modified xsi:type="dcterms:W3CDTF">2026-09-28T21:15:18Z</dcterms:modified>
</cp:coreProperties>
</file>