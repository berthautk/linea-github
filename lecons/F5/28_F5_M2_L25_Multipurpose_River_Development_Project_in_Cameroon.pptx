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Multipurpose River Development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in Cameroon. The key notions we shall use today are: multipurpose river development, Lagdo dam, SEMRY, Lom Pangar. At the end, you should be able to do this: learners are able to assess a multipurpose river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Multipurpose River Development Project (MRDP). The question was: Draw a diagram showing the uses of a multipurpose dam.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central box (multipurpose dam) with arrows to hydro-electricity, irrigation, navigation, flood control, water supply, fishing and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Lagdo multipurpose project. Number 2: explain its objectives and achievements. Number 3: explain its problems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MRDP has several uses. The Benue flows through Garoua. Lagdo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Lagdo dam on the Benue supplies electricity to the North and water for irrigated farms and fishing. However, power cuts remain and the 2012 release of water flooded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the Lagdo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river is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problem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Power cuts (also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dam area and respect the rules of fishing in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development project close to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dams and irrigation schemes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Locate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Benue River, about 50 km upstream of Garoua in the North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uses of an MRDP.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objectives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Electricity for the North, irrigation and fishing (also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irrigated rice.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achievements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electricity to the northern regions and supports fishing and irrigated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water in the dry season, silting and floods downstream when water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in the basin and the interconnection of power grids (also warning before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Objectives of the Lagdo Project. The Lagdo dam on the Benue was built for the following objectives. On this slide we have Energy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Objectives of the Lagdo Project. On this slide we have Fishing and flood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dams and irrigation schemes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Achievements. The project achieved the following. On this slide we have Electricity and Food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Achievements. On this slide we have Other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Attempted Solutions. The project faces problems and attempted solutions as follows. On this slide we have Problems and More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Attempted Solutions. On this slide we have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objectives of the Lagdo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problem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in the dry season; interconnection of power grids.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Benue; number 2, hydro-electricity; number 3, Lom Pangar.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Lagdo dam affects the life of the people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Problems of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MULTIPURPOSE RIVER DEVELOPMENT PROJECT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Multipurpose river development, Lagdo dam, SEMRY, Lom Pangar.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Objectives; achievements; problems;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Multipurpose River Development Project (MRDP)):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central box (multipurpose dam) with arrows to hydro-electricity, irrigation, navigation, flood control, water supply, fishing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Lagdo multipurpose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 and achievements.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problems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MRDP has several 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Lagdo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 on the Benue supplies electricity to the North and water for irrigated farms and fishing. However, power cuts remain and the 2012 release of water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river is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(also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dam area and respect the rules of fishing in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development project close to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Benue River, about 50 km upstream of Garoua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an MRDP.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objectives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for the North, irrigation and fishing (also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rice.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electricity to the northern regions and supports fishing and irrigated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silting and floods downstream when water is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in the basin and the interconnection of power grids (also warning before releases).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Lagdo dam on the Benue was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hydro-electricity for the northern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to irrigate rice and other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flood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supports fishing and the dam regulates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achieved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such as Garoua, Maroua and Ngaoundéré receive power.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fishing and irrigated farms feed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Song Loulou dams also serve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faces problems and attempted solutions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causes power cuts, and the lake is silting.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releases can flood villages downstream, as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new dams, grid interconnection and flood warnings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in the dry season; interconnection of power grids.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produces ______ for the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dam on the Lom in the East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L'envasement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Irrigated 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irriguée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Downstream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Lagdo multipurpose project. Explain its objectives and achievements. Explain its problems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Objectives of the Lagdo Project; Achievements; Problems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Lagdo dam affects the life of the people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2026-09-29T03:12:01Z</dcterms:created>
  <dcterms:modified xsi:type="dcterms:W3CDTF">2026-09-29T03:12:01Z</dcterms:modified>
</cp:coreProperties>
</file>