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distribution, population density, dense, moderate, sparse. At the end, you should be able to do this: learners are able to define and calculate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Sources of Population Data. The question was: Explain two reasons why census figures in Cameroon may be inaccurate.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people are absent, hide or are counted twice; insecurity and poor roads prevent agents from reaching some areas.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distribution and density. Number 2: distinguish dense, moderate and sparse areas. Number 3: calculate the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is not evenly spread. Cities are crowded. The East of Cameroon has few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Region is small but very crowded, while the East Region is very large with few people. The teacher asks the class how to compare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compare how crowded regions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 is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compare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calculating the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density data to plan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how people are spread on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people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average number of people per square kilometre.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an area of 500 km² with 25,000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25,000 ÷ 500 = 50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Cameroon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Distinguish dense, moderate and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over 100 per km²; moderate: 20 to 100; sparse: under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other densities.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physiological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per square kilometre of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Population Density. Population density is measured as follows. On this slide we have Arithmetic density and Physiological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Population Density. On this slide we have Agricultural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Levels of Density. Areas are classified by density as follows.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Levels of Density. On this slide we have Sparse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population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average number of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density of 60,000 people on 1,200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60,000 ÷ 1,200 = 50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area; number 2, sparse; number 3, physiological.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Cameroon if it has 28 million people on 475,000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POPULATION DISTRIBUTION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population density, dense, moderate, sparse.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distribution and population density; measures of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calculate population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two reasons why census figures in Cameroon may be inaccurate.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are absent, hide or are counted twice; insecurity and poor roads prevent agents from reaching some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not evenly spread.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are crowded.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of Cameroon has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Region is small but very crowded, while the East Region is very large with few people. The teacher asks the class how to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compare how crowded regions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calculating the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density data to plan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how people are spread on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number of people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an area of 500 km² with 25,000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25,000 ÷ 500 =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Cameroon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over 100 per km²; moderate: 20 to 100; sparse: under 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Other densities.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physiological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per square kilometre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square kilometre.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density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total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population divided by the area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farmers divided by the area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Population Density</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Levels of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Areas are classified by density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more than 100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20 to 100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Levels of Density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fewer than 20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average number of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60,000 people on 1,200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60,000 ÷ 1,200 = 50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 population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with under 20 people per km²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of farmland is ______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if it has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kilometre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kilomètre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agricoles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distribution and density. Distinguish dense, moderate and sparse areas. Calculate the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calculate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Population Density; Levels of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Cameroon if it has 28 million people on 475,000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define.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2026-09-27T14:33:00Z</dcterms:created>
  <dcterms:modified xsi:type="dcterms:W3CDTF">2026-09-27T14:33:00Z</dcterms:modified>
</cp:coreProperties>
</file>