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29: Population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Dynamics of Population and Implications, and the sub-topic is Population and Population Distribution. The key notions we shall use today are: population distribution, population density, dense, moderate, sparse. At the end, you should be able to do this: learners are able to define and calculate population density.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3: Sources of Population Data. The question was: Explain two reasons why census figures in Cameroon may be inaccurate.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Some people are absent, hide or are counted twice; insecurity and poor roads prevent agents from reaching some areas.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population distribution and density. Number 2: distinguish dense, moderate and sparse areas. Number 3: calculate the population density.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Population is not evenly spread. Cities are crowded. The East of Cameroon has few people.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Littoral Region is small but very crowded, while the East Region is very large with few people. The teacher asks the class how to compare them.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compare how crowded regions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region is crowded?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Littoral.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can we compare them?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calculating the population density.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density data to plan services such as schools and hospitals.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measure how people are spread on the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world population distribution.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population distribution?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way people are spread over an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types of density.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population density?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average number of people per square kilometre.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formula.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Calculate the density of an area of 500 km² with 25,000 people.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25,000 ÷ 500 = 50 people per km².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density of Cameroon by region.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Distinguish dense, moderate and sparse areas.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Dense: over 100 per km²; moderate: 20 to 100; sparse: under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other densities.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physiological density?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number of people per square kilometre of farmland.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Population distribution and Population density.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Measures of Population Density. Population density is measured as follows. On this slide we have Arithmetic density and Physiological density.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Measures of Population Density. On this slide we have Agricultural density.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population density.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Levels of Density. Areas are classified by density as follows. On this slide we have Dense areas and Moderate areas.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Levels of Density. On this slide we have Sparse areas.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population density.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average number of people per km².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Calculate the density of 60,000 people on 1,200 km².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60,000 ÷ 1,200 = 50 people per km².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area; number 2, sparse; number 3, physiological.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Calculate the density of Cameroon if it has 28 million people on 475,000 km².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3: Population Densities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29: POPULATION DISTRIBUTION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Population Distribution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Dynamics of Population and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and Population Distribution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29: Population Distribution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distribution, population density, dense, moderate, sparse.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population distribution and population density; measures of population density.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define and calculate population density.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3: Sources of Population Data):</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two reasons why census figures in Cameroon may be inaccurate.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people are absent, hide or are counted twice; insecurity and poor roads prevent agents from reaching some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population distribution and density.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dense, moderate and sparse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the population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Population is not evenly spread.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Cities are crowded.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East of Cameroon has few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Littoral Region is small but very crowded, while the East Region is very large with few people. The teacher asks the class how to compare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compare how crowded regions 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region is crowded?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Littoral.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we compare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calculating the population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density data to plan services such as schools and hospitals.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measure how people are spread on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world_density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World population distribution.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population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way people are spread over an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DENSITY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density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Types of density.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DENSITY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population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DENSITY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average number of people per square kilometre.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MEASURES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density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Formula.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MEASURES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density of an area of 500 km² with 25,000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MEASURES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25,000 ÷ 500 = 50 people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MEASURES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horopleth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Density of Cameroon by region.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MEASURES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dense, moderate and sparse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MEASURES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Dense: over 100 per km²; moderate: 20 to 100; sparse: under 20.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MEASURES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density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Other densities.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MEASURES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physiological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MEASURES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number of people per square kilometre of farmland.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Dynamics of Population and Implications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Population and Population Distribution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29: Population Distribution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distribution: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way people are spread over an area.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density: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average number of people per square kilometre.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Population Density</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Population density is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Arithmetic density: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total population divided by the total area.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Physiological density: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population divided by the area of farmland.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Population Density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Agricultural density: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number of farmers divided by the area of farmland.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Population Density</a:t>
            </a:r>
            <a:endParaRPr lang="en-US" sz="3600" dirty="0"/>
          </a:p>
        </p:txBody>
      </p:sp>
      <p:pic>
        <p:nvPicPr>
          <p:cNvPr id="4" name="Image 0" descr="/home/claude/f4/img/v2/density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population density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Levels of Density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Areas are classified by density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Dense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more than 100 people per km².</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Moderate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20 to 100 people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Levels of Density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Sparse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fewer than 20 people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population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average number of people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density of 60,000 people on 1,200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60,000 ÷ 1,200 = 50 people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Density = population ÷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area with under 20 people per km²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People per km² of farmland is ______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density of Cameroon if it has 28 million people on 475,000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3: Population Densities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Distribution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répartition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Density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densité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Dense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Dense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Sparse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Clairsemé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Square kilometre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kilomètre carré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Farmland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terres agricoles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Dynamics of Population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29: Population Distribution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population distribution and density. Distinguish dense, moderate and sparse areas. Calculate the population density.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define and calculate population density.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Measures of Population Density; Levels of Density.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the density of Cameroon if it has 28 million people on 475,000 km².</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define.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calculate.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classify.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define.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2026-10-02T05:13:44Z</dcterms:created>
  <dcterms:modified xsi:type="dcterms:W3CDTF">2026-10-02T05:13:44Z</dcterms:modified>
</cp:coreProperties>
</file>