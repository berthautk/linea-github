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Economic Growth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The Challenges to the Vision of Economic Emergence of Cameroon. The key notions we shall use today are: economic growth, GDP, GNP, emergence, Vision 2035. At the end, you should be able to do this: learners are able to explain the level of economic growth of Cameroon and propose ways to reach emergence.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Development of Tourism in Cameroon. The question was: Draw a sketch map of Cameroon showing six tourist attractions.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framed sketch with Waza, Benue Park, Rhumsiki, Foumban, Mount Cameroon and Kribi (Lobé Falls), with a key and north arrow.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level of economic development of Cameroon. Number 2: explain the reasons for slow economic growth. Number 3: propose ways to uplift the economy to emergence.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exports raw materials. GDP measures the wealth produced in a country. Cameroon wants to be emergent by 2035.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plans to become an emerging country by 2035, but many young graduates are unemployed and the economy grows slowly.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economy of Cameroon grows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target year for emergence?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2035.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problem do young graduates face?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Unemployment.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create village cooperatives and development associations and participate in human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challenges of our country and our role in its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development indicators.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GDP and GNP.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GDP is the value produced inside a country in a year; GNP adds income from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economic growth of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evolution of the economy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Fast growth until 1985, crisis from 1986 to 1994, then moderate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causes of underdevelopment.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reasons for slow economic growth.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Dependence on raw materials, corruption and poor infrastructure (also insecurity).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terms of trade.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falling export prices affect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Income falls, so the country earns less to invest.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stages of economic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ways to uplift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Process raw materials, build infrastructure and fight corruption (also train youths).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Economic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Emergence.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Background on the Levels of Economic Development. The economy of Cameroon evolved as follows. On this slide we have 1960 to 1985 and 1986 to 1994.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Background on the Levels of Economic Development. On this slide we have Since 1995.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economic growth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Slow Rate of Economic Growth. The economy grows slowly for the following reasons. On this slide we have Raw material exports and Poor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Slow Rate of Economic Growth. On this slide we have Governance and Insecurity.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Ways to Uplift the Economy to Emergence. The economy can be uplifted in the following ways. On this slide we have Industrialisation and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to Uplift the Economy to Emergence. On this slide we have Good governance and human capital.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economic growth?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increase in the value of goods and services produced.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for slow growth and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corruption and poor infrastructure; fight corruption and build infrastructure.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GDP; number 2, 2035; number 3, 1986 (the mid-1980s).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three actions young people can take to help Cameroon reach emergence.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Land Reclamation.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ECONOMIC GROWTH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Economic Growth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Challenges to the Vision of Economic Emergence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Economic Growth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growth, GDP, GNP, emergence, Vision 2035.</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Background on the levels of economic development; the reasons for the slow rate of economic growth; ways to uplift the economy to emergence.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level of economic growth of Cameroon and propose ways to reach emergence.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Development of Tourism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Cameroon showing six tourist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framed sketch with Waza, Benue Park, Rhumsiki, Foumban, Mount Cameroon and Kribi (Lobé Falls), with a key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level of economic development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slow economic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ways to uplift the economy to emergence.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raw materials.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GDP measures the wealth produced in a country.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wants to be emergent by 2035.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plans to become an emerging country by 2035, but many young graduates are unemployed and the economy grows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economy of Cameroon grows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target year for emergence?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 do young graduates 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Create village cooperatives and development associations and participate in human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challenges of our country and our role in its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v_indica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Development indicators.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GDP and GNP.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GDP is the value produced inside a country in a year; GNP adds income from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BACKGROUND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gd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Economic growth of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BACKGROUND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evolution of the economy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BACKGROUND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growth until 1985, crisis from 1986 to 1994, then moderate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SLOW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nderdev_cau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Causes of underdevelopment.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SLOW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slow economic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SLOW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Dependence on raw materials, corruption and poor infrastructure (also insecurity).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SLOW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erms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Terms of trade.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SLOW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falling export prices affect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SLOW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 falls, so the country earns less to invest.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WAYS TO EMERGENCE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ost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Stages of economic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WAYS TO EMERGENCE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ways to uplift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WAYS TO EMERGENCE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Process raw materials, build infrastructure and fight corruption (also train youths).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Challenges to the Vision of Economic Emergence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22: Economic Growth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increase in the value of goods and services produced by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Emergence: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stage where a developing country has strong and lasting growth and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Background on the Levels of Economic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economy of Cameroon evolved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1960 to 1985: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was fast thanks to agriculture and 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1986 to 1994: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economic crisis caused salary cuts and devaluation of the CFA franc.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Background on the Levels of Economic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Since 1995: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is moderate, and Vision 2035 aims at emergence.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Background on the Levels of Economic Development</a:t>
            </a:r>
            <a:endParaRPr lang="en-US" sz="3600" dirty="0"/>
          </a:p>
        </p:txBody>
      </p:sp>
      <p:pic>
        <p:nvPicPr>
          <p:cNvPr id="4" name="Image 0" descr="/home/claude/f4/img/v2/cmr_gd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economic growth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Slow Rate of Economic Growth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economy grows slowly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 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and unstable prices reduce national income.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power cuts raise production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Slow Rate of Economic Growth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Corruption, embezzlement and administrative bottlenecks discourage investors.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Crises in some regions disturb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Ways to Uplift the Economy to Emergence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economy can be uplifted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should be processed locally.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ports, dams and electricity should be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Ways to Uplift the Economy to Emergence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governance and human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Fighting corruption and training youths attract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economic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increase in the value of goods and services produced.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slow growth and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Corruption and poor infrastructure; fight corruption and build infrastructure.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value produced inside a country in a year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aims at emergence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economic crisis began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three actions young people can take to help Cameroon reach emergence.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Land Reclamation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Economic 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 économique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Emergence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L'émergence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GDP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PIB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Crisis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corruption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Economic Growth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level of economic development of Cameroon. Explain the reasons for slow economic growth. Propose ways to uplift the economy to emergence.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level of economic growth of Cameroon and propose ways to reach emergence.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Background on the Levels of Economic Development; Reasons for the Slow Rate of Economic Growth; Ways to Uplift the Economy to Emergence.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three actions young people can take to help Cameroon reach emergence.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2026-10-02T05:13:41Z</dcterms:created>
  <dcterms:modified xsi:type="dcterms:W3CDTF">2026-10-02T05:13:41Z</dcterms:modified>
</cp:coreProperties>
</file>