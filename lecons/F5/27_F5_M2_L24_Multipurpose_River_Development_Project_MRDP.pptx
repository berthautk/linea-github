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Multipurpose River Development Project (MRDP).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Development Projects. The key notions we shall use today are: dams, irrigation, navigation, hydro-electricity, flood control. At the end, you should be able to do this: learners are able to explain the objectives, achievements and problems of a multipurpose river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Land Reclamation. The question was: Propose three ways to reclaim degraded land in the North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Irrigation from the Benue or Logone, tree planting (Green Sahel), and zaï pits, stone lines and manure on eroded fields.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multipurpose river development project. Number 2: explain its objectives. Number 3: assess its achievements and problems with the case of the Three Gorges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Dams produce hydro-electricity. Irrigation helps agriculture. China is an NIC.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China built the Three Gorges Dam on the Yangtze River to produce electricity, control floods and improve navigation. More than one million people were moved.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assess a big river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aims of the dam.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Electricity and flood control (also navigation).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negative effect is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displacement of more than one million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from dams carefully and protect river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rivers are developed for many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uses of a multipurpose river project.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multipurpose river development project?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development of a river basin with dams for several uses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dam spillway.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four objectives of an MRDP.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Hydro-electricity, irrigation, flood control and navigation (also water supply and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Three Gorges Dam,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the Three Gorges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Yangtze River in central 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power supply.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achievements of the Three Gorges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biggest power station in the world and it reduces floods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displaced people.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and one solution.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Displacement of people and silting; resettlement and reforestation of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Multipurpose river development project.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and Objectives. MRDPs are built for the following objectives. On this slide we have Energy and Agriculture and water supply.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and Objectives. On this slide we have Flood control and navigation.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uses of a multipurpose river project.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Case Study: The Three Gorges Dam in China. The Three Gorges project on the Yangtze River shows the following. On this slide we have Achievements and More achievements.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Study: The Three Gorges Dam in China. On this slide we have Problems and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MRDP.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development of a river basin with dams for several uses.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achievements and one problem of the Three Gorges Dam.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electricity and flood control; displacement of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hydro-electricity; number 2, Yangtze; number 3, reservoir.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diagram showing the uses of a multipurpose dam.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Multipurpose River Development Project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24: MULTIPURPOSE RIVER DEVELOPMENT PROJECT (MRDP)</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Multipurpose River Development Project (MRDP)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Multipurpose River Development Project (MRDP)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Dams, irrigation, navigation, hydro-electricity, flood control.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reasons and objectives; achievements; problems and solutions, with a case study from an NIC.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objectives, achievements and problems of a multipurpose river project.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Land Reclamation):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ways to reclaim degraded land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from the Benue or Logone, tree planting (Green Sahel), and zaï pits, stone lines and manure on eroded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multipurpose river development project.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objectives.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its achievements and problems with the case of the Three Gorges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produce hydro-electricity.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Irrigation helps agriculture.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China is an 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China built the Three Gorges Dam on the Yangtze River to produce electricity, control floods and improve navigation. More than one million people were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assess a big river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aims of the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and flood control (also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negative effect is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displacement of more than one million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from dams carefully and protect river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rivers are developed for many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rd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Uses of a multipurpose river project.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multipurpose river development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development of a river basin with dams for several uses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AND OBJECTIVES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spillway.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AND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four objectives of an MRDP.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AND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Hydro-electricity, irrigation, flood control and navigation (also water supply and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THREE GORGES DAM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threegorg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Gorges Dam,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THREE GORGES DAM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Three Gorges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THREE GORGES DAM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Yangtze River in central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powerpla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Power supply.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achievements of the Three Gorges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biggest power station in the world and it reduces floods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Displaced people.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Displacement of people and silting; resettlement and reforestation of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Development Projects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24: Multipurpose River Development Project (MRDP)</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Multipurpose river development project: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development of a river basin with dams for several uses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and 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MRDPs are built for the following objectives: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produce hydro-electricity for homes and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and 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Reservoirs supply water for irrigation, towns and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and 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control and navigation: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regulate the river flow and make navigation easier.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and Objectives</a:t>
            </a:r>
            <a:endParaRPr lang="en-US" sz="3600" dirty="0"/>
          </a:p>
        </p:txBody>
      </p:sp>
      <p:pic>
        <p:nvPicPr>
          <p:cNvPr id="4" name="Image 0" descr="/home/claude/f4/img/v2/mrd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uses of a multipurpose river project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Three Gorges Dam in China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Three Gorges project on the Yangtze River shows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Achievements: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power station in the world and it controls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achievements: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ships can now sail upstream to Chongqing.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Three Gorges Dam in China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one million people were moved and the reservoir is silting.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Displaced people were resettled and trees are planted to reduce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MRDP.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development of a river basin with dams for several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achievements and one problem of the Three Gorges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and flood control; displacement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Electricity from falling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Three Gorges Dam is on the ______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lake behind a dam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diagram showing the uses of a multipurpose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Multipurpose River Development Project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 control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maîtrise des crues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Resettlement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réinstallation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Multipurpose River Development Project (MRDP)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multipurpose river development project. Explain its objectives. Assess its achievements and problems with the case of the Three Gorges Dam.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objectives, achievements and problems of a multipurpose river project.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Reasons and Objectives; Case Study: The Three Gorges Dam in China.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diagram showing the uses of a multipurpose dam.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“Three Gorges dam” by hughrocks, CC BY-SA 2.0, via Flickr (https://www.flickr.com/photos/97711233@N00/3892443712)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“Loy Yang coal power station” by John Englart (Takver), CC BY-SA 2.0, via Flickr (https://www.flickr.com/photos/81043308@N00/18269071871)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2026-09-28T21:15:17Z</dcterms:created>
  <dcterms:modified xsi:type="dcterms:W3CDTF">2026-09-28T21:15:17Z</dcterms:modified>
</cp:coreProperties>
</file>