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49: Functions of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functions, threshold, range. At the end, you should be able to do this: learners are able to define and classify the functions of urban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5: The Shanty Settlements (Ghettos/Slums) in the World. The question was: Describe a poor quarter in a town of Cameroon and propose two solutions.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unplanned quarters on swamps in Douala with floods and no drains; upgrade with drains, water and roads, and build low-cost housing.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 functions. Number 2: classify the functions of urban settlements. Number 3: give examples of towns for each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Yaoundé is the capital. Douala has a port. Towns have markets and schools.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Yaoundé is known for ministries, Douala for its port and industries, and Limbe for its beaches. The teacher asks what each town mainly does.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have different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main function of Yaoundé?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Administrative.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function of Limbe?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Tourist (resort), also industrial.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zoning of urban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functions of urban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function?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main activity or service a town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an example of an administrative and a commercial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(administrative) and Douala (commercial).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an example of an industrial town and a port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Edéa (industrial) and Kribi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resort.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other urban functions.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Educational, religious and tourist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big cities multifunctional?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many people and activities, so they provide many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 function.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Urban Functions. Urban functions are classified as follows. On this slide we have Administrative and Commercial and industrial.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Urban Functions. On this slide we have Transport, Educational and religious and Tourist.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functions of urban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an urban function.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main activity or service a town provides.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functions and one example town for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administrative (Yaoundé); port (Kribi).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administrative; number 2, tourist (resort); number 3, multifunctional.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functions of Garoua and give evidence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50: Urban Fields or Spheres of Influence.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49: FUNCTIONS OF URBAN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Functions of Urban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49: Functions of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Functions, threshold,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and classify the functions of urban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5: The Shanty Settlements (Ghettos/Slums) in the World):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poor quarter in a town of Cameroon and propose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unplanned quarters on swamps in Douala with floods and no drains; upgrade with drains, water and roads, and build low-cost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 functions.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the functions of urban settlements.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towns for each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Yaoundé is the capital.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has a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markets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is known for ministries, Douala for its port and industries, and Limbe for its beaches. The teacher asks what each town mainly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different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function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function of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 (resort), also industrial.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zoning of urban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unc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Functions of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activity or service a town provides.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ADMINISTRATIVE AND COMMERCIAL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ADMINISTRATIVE AND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an administrative and a commercial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ADMINISTRATIVE AND COMMERCIAL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(administrative) and Douala (commercial).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AND 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AND 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an industrial town and a port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AND 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Edéa (industrial) and Kribi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FUNCTIONS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ea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other urban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FUNCTIONS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Educational, religious and tourist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MULTIFUNCTIONAL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MULTIFUNCTIONAL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big cities multifunctional?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MULTIFUNCTIONAL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many people and activities, so they provide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49: Functions of Urban Settlements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main activity or service that a town provides.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Functions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functions are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 offices dominate, as in Yaoundé.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Commercial and industrial: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 and factories dominate, as in Douala and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Functions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and railway junctions dominate, as in Kribi and Ngaoundéré.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Educational and religious: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Universities and places of worship dominate, as in Dschang.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Resorts dominate, as in Limbe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Classification of Urban Functions</a:t>
            </a:r>
            <a:endParaRPr lang="en-US" sz="3600" dirty="0"/>
          </a:p>
        </p:txBody>
      </p:sp>
      <p:pic>
        <p:nvPicPr>
          <p:cNvPr id="4" name="Image 0" descr="/home/claude/f4/img/v2/urban_functio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functions of urban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urban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main activity or service a town provides.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functions and one example town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(Yaoundé); port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political capital has an ______ function.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beach town has a ______ function.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with many functions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functions of Garoua and give evidence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50: Urban Fields or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Administrative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Administratif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Commercial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station touristique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49: Functions of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 functions. Classify the functions of urban settlements. Give examples of towns for each function.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and classify the functions of urban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Urban Functions.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functions of Garoua and give evidence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2026-10-02T05:13:48Z</dcterms:created>
  <dcterms:modified xsi:type="dcterms:W3CDTF">2026-10-02T05:13:48Z</dcterms:modified>
</cp:coreProperties>
</file>