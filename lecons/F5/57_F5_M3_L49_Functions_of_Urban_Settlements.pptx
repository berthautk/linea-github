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49: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functions, threshold, range. At the end, you should be able to do this: learners are able to define and classify the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The Shanty Settlements (Ghettos/Slums) in the World. The question was: Describe a poor quarter in a town of Cameroon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unplanned quarters on swamps in Douala with floods and no drains; upgrade with drains, water and roads, and build low-cost housing.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functions. Number 2: classify the functions of urban settlements. Number 3: give examples of towns for each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Yaoundé is the capital. Douala has a port. Towns have markets and schools.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known for ministries, Douala for its port and industries, and Limbe for its beaches. The teacher asks what each town mainly does.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function of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function of Limbe?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Tourist (resort), also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zoning of urban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functions of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main activity or service a town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of an administrative and a commercial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(administrative) and Douala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of an industrial town and a port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(industrial) and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resort.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other urban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Educational, religious and tourist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big cities multifunctional?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people and activities, so they provide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Functions. Urban functions are classified as follows. On this slide we have Administrative and Commercial and industrial.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Functions. On this slide we have Transport, Educational and religious and Tourist.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functions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function.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main activity or service a town provides.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functions and one example town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(Yaoundé); port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administrative; number 2, tourist (resort); number 3, multifunctional.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functions of Garoua and give evidence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50: Urban Fields or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49: FUNCTIONS OF URBAN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Functions of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49: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Functions, threshold,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The Shanty Settlements (Ghettos/Slums) in the World):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unplanned quarters on swamps in Douala with floods and no drains; upgrade with drains, water and roads, and build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functions of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towns for each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a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markets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known for ministries, Douala for its port and industries, and Limbe for its beaches. The teacher asks what each town mainly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function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function of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(resort), also industrial.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zoning of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administrative and a commercial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(administrative) and Douala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industrial town and a port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(industrial) and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other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Educational, religious and tourist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big cities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people and activities, so they provide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activity or service that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functions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 offices dominate, as in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industrial: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and factories dominate, as in Douala and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railway junctions dominate, as in Kribi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and places of worship dominate, as in Dschang.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Resorts dominate, as in Limbe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and one example town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(Yaoundé); port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has an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beach town has a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with many functions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49: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functions. Classify the functions of urban settlements. Give examples of towns for each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functions of Garoua and give evidence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2026-09-28T21:15:23Z</dcterms:created>
  <dcterms:modified xsi:type="dcterms:W3CDTF">2026-09-28T21:15:23Z</dcterms:modified>
</cp:coreProperties>
</file>