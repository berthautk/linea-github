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Trade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Cameroon and Trade. The key notions we shall use today are: trade bloc, ECOWAS, CEMAC, European Union, ASEAN, LAFTA. At the end, you should be able to do this: learners are able to explain trade blocs and assess their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Volume of Trade. The question was: List three exports and three imports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Exports: crude oil, cocoa, timber (also coffee, cotton, bananas); imports: cars, machines, rice (also fuel products, medicines, clothes).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trade bloc and give its types. Number 2: explain the aims and reasons for creating trade blocs. Number 3: assess the advantages and disadvantages with a case study of CEMAC.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Countries trade with each other. Cameroon uses the CFA franc. The European Union has many members.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Cameroonian traders sell goods to Chad, Gabon and Congo with fewer customs duties because the countries belong to CEMAC. However, some traders still face many road checks.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trade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bloc is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CEMAC.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advantage do traders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Fewer customs duties.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regional integration and denounce unfair trade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regional cooperation in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trade blocs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trade bloc?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group of countries that agree to reduce trade barriers among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trade blocs.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types of trade blocs.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 trade area, customs union and common market (also economic 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trade agreements.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aims of trade blocs.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increase trade among members and to be stronger in world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trade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member states of CEMAC.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Chad, Gabon, Congo, the Central African Republic and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free movement.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trade blocs.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market; weak countries may lose customs revenue and local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Trade bloc.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Aims and Reasons for Creation. Trade blocs are organised as follows. On this slide we have Types and Examples.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Aims and Reasons for Creation. On this slide we have Aims and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trade blocs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Study: CEMAC. CEMAC is an example of a trade bloc in LICs. On this slide we have Members and Achievements.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Study: CEMAC. On this slide we have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Trade blocs have the following advantages and disadvantages. On this slide we have Advantages and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trade bloc.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group of countries that reduce trade barriers among themselves.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trade blocs and one 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cEMAC and ECOWAS; a larger market.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CEMAC; number 2, ECOWAS; number 3, ASEAN.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CEMAC member states and name their capitals.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Tourism.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TRADE BLOCS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Trade Blocs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Cameroon and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Trade Blocs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bloc, ECOWAS, CEMAC, European Union, ASEAN, LAFTA.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types; aims for creation; reasons for creation; advantages and disadvantages, with a case study in LICs.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trade blocs and assess their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Volume of Trade):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exports and three imports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Exports: crude oil, cocoa, timber (also coffee, cotton, bananas); imports: cars, machines, rice (also fuel products, medicines,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trade bloc and give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aims and reasons for creating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with a case study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trade with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the CFA franc.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European Union has many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Cameroonian traders sell goods to Chad, Gabon and Congo with fewer customs duties because the countries belong to CEMAC. However, some traders still face many road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bloc is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advantage do traders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customs duties.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regional integration and denounce unfair trade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regional cooperation in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Trade blocs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trade bloc?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group of countries that agree to reduce trade barriers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locs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trade blocs.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trade area, customs union and common market (also economic union).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AIMS AND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to_ep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Trade agreements.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AIMS AND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aims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AIMS AND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increase trade among members and to be stronger in world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CEMAC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Trade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member states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Chad, Gabon, Congo, the Central African Republic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Free movement.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market; weak countries may lose customs revenue and local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Cameroon and Trade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bloc: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countries that agree to reduce trade barriers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are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free trade areas, customs unions, common markets and economic unions.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ECOWAS, the European Union, ASEAN and LAFTA are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increase trade, attract investment and strengthen members in world markets.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national markets and competition from big powers push countries to unite.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trade blocs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CEMAC</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CEMAC is an example of a trade bloc in LICs: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Chad, Gabon, Congo, the Central African Republic and Equatorial Guinea are members.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Achievements: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share the CFA franc and a common external tariff.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CEMAC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road checks and similar exports limit trade among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a larger market, more investment and free movement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Weak members may lose customs revenue and local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trade bloc.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group of countries that reduce trade barriers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trade blocs and one 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and ECOWAS; a larger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belongs to the trade bloc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trade bloc of West Africa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trade bloc of South-East Asia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CEMAC member states and name their capitals.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bloc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bloc 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Customs union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L'union douanière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Common 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 commun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Customs duty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droit de douane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Member state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 membre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L'intégration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Trade Blocs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trade bloc and give its types. Explain the aims and reasons for creating trade blocs. Assess the advantages and disadvantages with a case study of CEMAC.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trade blocs and assess their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Aims and Reasons for Creation; Case Study: CEMAC;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CEMAC member states and name their capitals.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blocs.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2026-09-28T21:15:15Z</dcterms:created>
  <dcterms:modified xsi:type="dcterms:W3CDTF">2026-09-28T21:15:15Z</dcterms:modified>
</cp:coreProperties>
</file>