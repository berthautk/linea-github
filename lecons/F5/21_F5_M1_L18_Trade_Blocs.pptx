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Cameroon and Trade. The key notions we shall use today are: trade bloc, ECOWAS, CEMAC, European Union, ASEAN, LAFTA. At the end, you should be able to do this: learners are able to explain trade blocs and assess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Volume of Trade. The question was: List three exports and three imports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Exports: crude oil, cocoa, timber (also coffee, cotton, bananas); imports: cars, machines, rice (also fuel products, medicines, clothes).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give its types. Number 2: explain the aims and reasons for creating trade blocs. Number 3: assess the advantages and disadvantages with a case study of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trade with each other. Cameroon uses the CFA franc. The European Union has many members.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Cameroonian traders sell goods to Chad, Gabon and Congo with fewer customs duties because the countries belong to CEMAC. However, some traders still face many road checks.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advantage do traders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customs duties.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regional integration and denounce unfair trade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cooperation in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trade blocs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trade bloc?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group of countries that agree to reduce trade barriers among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types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customs union and common market (also economic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trade agreements.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aims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increase trade among members and to be stronger in world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trade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member states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Gabon, Congo, the Central African Republic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free movement.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market; weak countries may lose customs revenue and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bloc.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Aims and Reasons for Creation. Trade blocs are organised as follows. On this slide we have Types and Examples.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Aims and Reasons for Creation. On this slide we have Aims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trade blocs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CEMAC. CEMAC is an example of a trade bloc in LICs. On this slide we have Members and Achievements.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CEMAC.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Trade blocs have the following advantages and disadvantages.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trade bloc.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group of countries that reduce trade barriers among themselves.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trade blocs and one 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and ECOWAS; a larger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CEMAC; number 2, ECOWAS; number 3, ASEAN.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CEMAC member states and name their capitals.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Cameroon and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ECOWAS, CEMAC, European Union, ASEAN, LAFTA.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types; aims for creation; reasons for creation; advantages and disadvantages, with a case study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Volume of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crude oil, cocoa, timber (also coffee, cotton, bananas); imports: cars, machines, rice (also fuel products, medicines,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aims and reasons for creating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with a case study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European Union has many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Cameroonian traders sell goods to Chad, Gabon and Congo with fewer customs duties because the countries belong to CEMAC. However, some traders still face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advantage do traders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customs duties.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regional integration and denounce unfair trade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cooperation in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and common market (also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agreements.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increase trade among members and to be stronger in world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member states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Free movement.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market; weak countries may lose customs revenue and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Cameroon and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are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free trade areas, customs unions, common markets and economic unions.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the European Union, ASEAN and LAFTA are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increase trade, attract investment and strengthen members in world 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national markets and competition from big powers push countries to unite.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CEMAC is an example of a trade bloc in LICs: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 are members.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share the CFA franc and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road checks and similar exports limit trade among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a larger market, more investment and free movement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Weak members may lose customs revenue and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trade blocs and one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and ECOWAS; a larger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belongs to the trade bloc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West Africa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South-East Asia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Common 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duty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droit de douane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 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give its types. Explain the aims and reasons for creating trade blocs. Assess the advantages and disadvantages with a case study of CEMAC.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Aims and Reasons for Creation; Case Study: CEMAC;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CEMAC member states and name their capitals.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2026-09-29T03:11:58Z</dcterms:created>
  <dcterms:modified xsi:type="dcterms:W3CDTF">2026-09-29T03:11:58Z</dcterms:modified>
</cp:coreProperties>
</file>