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Cameroon and Trade. The key notions we shall use today are: trade bloc, ECOWAS, CEMAC, European Union, ASEAN, LAFTA. At the end, you should be able to do this: learners are able to explain trade blocs and assess their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Volume of Trade. The question was: List three exports and three imports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Exports: crude oil, cocoa, timber (also coffee, cotton, bananas); imports: cars, machines, rice (also fuel products, medicines, clothes).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give its types. Number 2: explain the aims and reasons for creating trade blocs. Number 3: assess the advantages and disadvantages with a case study of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Countries trade with each other. Cameroon uses the CFA franc. The European Union has many members.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Cameroonian traders sell goods to Chad, Gabon and Congo with fewer customs duties because the countries belong to CEMAC. However, some traders still face many road checks.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is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advantage do traders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customs duties.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regional integration and denounce unfair trade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regional cooperation in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trade blocs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trade bloc?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group of countries that agree to reduce trade barriers among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types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customs union and common market (also economic 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trade agreements.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aims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increase trade among members and to be stronger in world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trade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member states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Gabon, Congo, the Central African Republic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free movement.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disadvantage of trade blocs.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market; weak countries may lose customs revenue and local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Trade bloc.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There are the following types of trade blocs. On this slide we have Free trade areas and Customs unions.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On this slide we have Common markets and Economic unions.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Aims and Reasons. Trade blocs are created as follows. On this slide we have Examples and Aims.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Aims and Reasons. On this slide we have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trade blocs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Members and Achievements. CEMAC has the following members and achievements. On this slide we have Members.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Members and Achievements. On this slide we have Common currency and Common external tariff.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CEMAC faces the following problems. On this slide we have Poor roads and Road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On this slide we have Similar exports.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Trade blocs have the following advantages. On this slide we have A larger market and More investment.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On this slide we have Free movement of people.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Trade blocs have the following disadvantages. On this slide we have Loss of customs revenue and Loss of local industries.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 trade bloc.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group of countries that reduce trade barriers among themselves.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trade blocs and one 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and ECOWAS; a larger market.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CEMAC; number 2, ECOWAS; number 3, ASEAN.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CEMAC member states and name their capitals.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Cameroon and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ECOWAS, CEMAC, European Union, ASEAN, LAFTA.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types; aims for creation; reasons for creation; advantages and disadvantages, with a case study in LICs.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Volume of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exports and three imports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Exports: crude oil, cocoa, timber (also coffee, cotton, bananas); imports: cars, machines, rice (also fuel products, medicines, clothes).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give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aims and reasons for creating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with a case study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trade with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European Union has many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Cameroonian traders sell goods to Chad, Gabon and Congo with fewer customs duties because the countries belong to CEMAC. However, some traders still face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is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advantage do traders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customs duties.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regional integration and denounce unfair trade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regional cooperation in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and common market (also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to_ep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agreements.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aims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AIMS AND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increase trade among members and to be stronger in world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member states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CASE STUDY: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Free movement.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market; weak countries may lose customs revenue and local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Cameroon and Trade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agree to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trade blocs: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trade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remove customs duties among themselves.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Customs unions: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also share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people and capital move freely.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unions: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also share common policies and sometimes a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Examples, Aims and Reasons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are created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the European Union, ASEAN and LAFTA are trade blocs.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increase trade, attract investment and strengthen members in world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Examples, Aims and Reasons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national markets and competition from big powers push countries to unite.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Aims and Reasons for Creation</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trade blocs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Members and Achievements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CEMAC has the following members and achievements: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Gabon, Congo, the Central African Republic and Equatorial Guinea are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Members and Achievements (continued)</a:t>
            </a:r>
            <a:endParaRPr lang="en-US" sz="2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currency: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share the CFA franc.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external tariff: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charge the same duties on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CEMAC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move slowly between members.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checkpoints delay traders.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CEMAC</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Similar exports: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sell the same products, so they trade little with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have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larger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can sell to all member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Investors are attracted by the big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movement of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Citizens travel and work more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have the following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customs revenue: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Weak members collect less money at borders.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local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Stronger firms of other members compete with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trade bloc.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group of countries that reduce trade barriers among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trade blocs and one 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and ECOWAS; a larger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belongs to the trade bloc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West Africa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trade bloc of South-East Asia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Common market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marché commun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duty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droit de douane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 state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give its types. Explain the aims and reasons for creating trade blocs. Assess the advantages and disadvantages with a case study of CEMAC.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trade blocs and assess their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Examples, Aims and Reasons; Members and Achievements; Problems; Advantages;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CEMAC member states and name their capitals.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2026-10-02T05:13:40Z</dcterms:created>
  <dcterms:modified xsi:type="dcterms:W3CDTF">2026-10-02T05:13:40Z</dcterms:modified>
</cp:coreProperties>
</file>