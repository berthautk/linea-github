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(Part 4): The Desert Regions: Problems Faced and Adaptations.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3. Desert Regions.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aridity, nomadism, adaptation, foggara, desalination, camel. At the end, you should be able to do this: learners are able to save water and protect themselves from heat and dust, as desert people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(Part 3): The Desert Regions: Characteristics (Soils and Vegetation). The question was: Imagine you must spend one week in the Sahara. Write down three problems you would face and one way to solve each.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lack of water (carry water and drink often); heat by day and cold at night (wear loose clothes by day and warm clothes at night); sandstorms (cover the face and shelter).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problems faced by people living in hot deserts. Number 2: describe the traditional adaptations of desert people. Number 3: describe the modern adaptations used in deserts.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Desert vegetation is scarce: cacti, thorny bushes and date palms in oases. Plants store water, reduce water loss and have long roots. Desert soils are sandy or stony, salty and poor in humus.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Tuareg family lives in the Sahara, in Niger. Their well is dry, and there is no grass for their camels and goats. The father must decide what to do.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family has no water and no grass for the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can the father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 can move with his animals to another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animal can help them to travel?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camel.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learn from desert peoples how to save water and adapt to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problems of desert people and how they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people take water from a well in the desert.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biggest problem in the desert?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lack of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sand moved by the wind.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 wind moves this sand. What can it cover?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Roads, wells and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camel caravan in the Sahara.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the camel called the "ship of the desert"?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can walk for days without water and carry heavy loads on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Tuareg man with a long turban.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desert people wear long, loose clothes and a turban?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protect the body from the sun and the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factory that makes fresh water from sea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Rich desert countries have little fresh water. How do they get drinking water?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remove the salt from sea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Nomad and Desalination.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Faced. People in hot deserts face the following problems. On this slide we have Lack of water and Extreme temperatures.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Faced. On this slide we have Sandstorms and Poor soils.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Adaptations. People adapt to hot deserts in the following ways. On this slide we have Nomadism and The camel.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Adaptations. On this slide we have Clothes and houses and Water supply.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problems of desert people.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lack of water and sandstorms.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camel useful in the desert?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walks for days without water and carries heavy loads.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nomad; number 2, camel; number 3, desalination.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in your textbook or atlas the name of one oasis in the Sahara, and write the name of the country where it is found.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(Part 5): The Desert Regions: Human Activities (Farming around Oases).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3 (PART 4): THE DESERT REGIONS: PROBLEMS FACED AND ADAPTATIONS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 (Part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Desert Regions: Problems Faced and Adaptations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3. Desert Regions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(Part 4): The Desert Regions: Problems Faced and Adaptations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Aridity, nomadism, adaptation, foggara, desalination, camel.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Problems faced by people in hot deserts and their adaptations.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save water and protect themselves from heat and dust, as desert people do.</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(Part 3): The Desert Regions: Characteristics (Soils and Vegetation)):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Imagine you must spend one week in the Sahara. Write down three problems you would face and one way to solve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lack of water (carry water and drink often); heat by day and cold at night (wear loose clothes by day and warm clothes at night); sandstorms (cover the face and shelter).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problems faced by people living in hot deserts.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traditional adaptations of desert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modern adaptations used in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Desert vegetation is scarce: cacti, thorny bushes and date palms in oases.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store water, reduce water loss and have long roots.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Desert soils are sandy or stony, salty and poor in humus.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Tuareg family lives in the Sahara, in Niger. Their well is dry, and there is no grass for their camels and goats. The father must decide what to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family has no water and no grass for the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the father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can move with his animals to another well.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animal can help them to travel?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camel.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 from desert peoples how to save water and adapt to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problems of desert people and how they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desert_wel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People take water from a well in the desert.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biggest problem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lack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moving_san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Sand moved by the wind.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moves this sand. What can it cover?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 wells and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amel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camel caravan in the Sahara.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camel called the "ship of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can walk for days without water and carry heavy loads on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tuareg.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Tuareg man with a long turban.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desert people wear long, loose clothes and a turban?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protect the body from the sun and the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desalina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factory that makes fresh water from sea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Rich desert countries have little fresh water. How do they get drinking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remove the salt from sea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4): The Desert Regions: Problems Faced and Adaptations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Nomad: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person who moves from place to place with animals.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Desalination: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removal of salt from sea water to make it drinkable.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in hot deserts face the following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Lack of 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Wells dry up and there is little water for people and animals.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Extreme temperatures: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Days are very hot and nights are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Sandstorms: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Sandstorms hurt the eyes and cover roads and fields.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Poor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Sandy and salty soils make farming difficult.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Adaptations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adapt to hot deserts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Nomadism: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Nomads such as the Tuareg move with their animals to find water and pasture.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camel: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camel carries people and goods for days without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Adaptations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Clothes and houses: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wear long loose clothes and build houses with thick mud walls.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supply: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dig wells and use desalination to get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desert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water and sandstorms.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camel useful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walks for days without water and carries heavy loads.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person who moves with his animals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"ship of the desert"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Removing salt from sea water is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in your textbook or atlas the name of one oasis in the Sahara, and write the name of the country where it is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5): The Desert Regions: Human Activities (Farming around Oases)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puits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Camel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dromadaire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Nomad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nomade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Turban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turban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Desalination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dessalement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Heatstroke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coup de chaleur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(Part 4): The Desert Regions: Problems Faced and Adaptations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problems faced by people living in hot deserts. Describe the traditional adaptations of desert people. Describe the modern adaptations used in deserts.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save water and protect themselves from heat and dust, as desert people do.</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Problems Faced; Adaptations.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in your textbook or atlas the name of one oasis in the Sahara, and write the name of the country where it is found.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how far their family goes to get water.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road covered with sand after a sandstorm.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where they have seen camels (Far North).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with the clothes worn in Garoua in the dry season.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explain that sea water is boiled or filtered to remove the salt.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(hot deserts).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“Well in the desert” by Focx Photography, CC BY-SA 2.0, via Flickr (https://www.flickr.com/photos/30780900@N02/4117141154)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“Mesquite Flat Dunes at Sunrise, Death Valley National Park, California” by Raj Hanchanahal Photography, CC BY-NC-ND 2.0, via Flickr (https://www.flickr.com/photos/32684709@N03/3873091107)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“Merzouga desert, Morocco” by Mycroyance, CC BY-ND 2.0, via Flickr (https://www.flickr.com/photos/91155980@N07/13157027505)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“my neighbor” by Emilia Tjernström [Arriving at the horizon], CC BY-NC-SA 2.0, via Flickr (https://www.flickr.com/photos/60614633@N00/502315074)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“Desalinization plant at Guantanamo Bay, Cuba” by U.S. Navy Seabee Museum, CC BY 2.0, via Flickr (https://www.flickr.com/photos/60248384@N05/6847412393)</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2026-09-27T10:32:06Z</dcterms:created>
  <dcterms:modified xsi:type="dcterms:W3CDTF">2026-09-27T10:32:06Z</dcterms:modified>
</cp:coreProperties>
</file>