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 (Part 3): The Temperate Region: Human Activities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4. The Temperate Region.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mixed farming, dairy farming, extensive grain farming, ranching, Mediterranean farming, mechanisation. At the end, you should be able to do this: learners are able to explain where the imported flour, milk and meat sold in Garoua come from, and how they are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(Part 2): The Temperate Region: Characteristics (Soils and Vegetation). The question was: Find the names of three food products imported into Cameroon from temperate countries (for example wheat flour, milk or apples).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wheat flour (from France or Canada), powdered milk (from Europe), apples (from France or South Africa), frozen chicken and onions (from Europe).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main types of farming in the temperate region. Number 2: give examples of countries for each type of farming. Number 3: explain why temperate farming is very productive.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temperate region has deciduous forests, coniferous forests, Mediterranean vegetation and grasslands. Its brown forest soils and chernozems are very fertile.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a shop in Garoua, Blaise sees wheat flour from France, milk powder from the Netherlands and olive oil from Spain. He wonders how these countries produce so much food.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Blaise does not know how these countries produce so much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the three products and their countries.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Flour (France), milk (Netherlands), olive oil (Spain).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helps these farmers to produce a lot?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Machines, good seeds and fertilisers.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learn from modern farming methods to improve our own farms.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how farmers work in the temperate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cows on a farm with fields.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This farmer grows crops and rears animals on the same farm. What is this type of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Mixed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cows on a farm in the Netherlands.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These cows are reared for milk, butter and cheese. What is this type of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Dairy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big machine harvests wheat.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can one farmer in Canada grow so much wheat?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He uses big machines on a huge farm.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farmer with his sheep.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In Australia, sheep are reared on huge farms. What are these farms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Ranches.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picking grapes in France.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Name two crops of Mediterranean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Grapes and olives (also oranges and wheat).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Farming. The main types of farming in the temperate region are the following. On this slide we have Mixed farming.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Farming. On this slide we have Dairy farming and Grain farming.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Farming. On this slide we have Ranching and Mediterranean farming.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of Temperate Farming. Farming in the temperate region has the following characteristics. On this slide we have Machines and Science.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of Temperate Farming. On this slide we have Trade.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mixed farming?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growing crops and rearing animals on the same farm.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 temperate farmers produce a lot?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use machines, good seeds and fertilisers.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dairy; number 2, ranch; number 3, machine (combine harvester).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an adult who has lived or travelled in Europe what difficulties people face in winter. Write down two of them.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 (Part 4): The Temperate Region: Problems Faced and Adaptations.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4 (PART 3): THE TEMPERATE REGION: HUMAN ACTIVITIES (FARMING)</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 (Part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Temperate Region: Human Activities (Farming)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4. The Temperate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 (Part 3): The Temperate Region: Human Activities (Farming)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Mixed farming, dairy farming, extensive grain farming, ranching, Mediterranean farming, mechanisation.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Farming in the temperate region.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where the imported flour, milk and meat sold in Garoua come from, and how they are produced.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(Part 2): The Temperate Region: Characteristics (Soils and Vegetation)):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names of three food products imported into Cameroon from temperate countries (for example wheat flour, milk or apples).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wheat flour (from France or Canada), powdered milk (from Europe), apples (from France or South Africa), frozen chicken and onions (from Europe).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types of farming in the temperate region.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of countries for each type of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why temperate farming is very productive.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temperate region has deciduous forests, coniferous forests, Mediterranean vegetation and grasslands.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Its brown forest soils and chernozems are very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shop in Garoua, Blaise sees wheat flour from France, milk powder from the Netherlands and olive oil from Spain. He wonders how these countries produce so much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Blaise does not know how these countries produce so much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products and their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Flour (France), milk (Netherlands), olive oil (Spain).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helps these farmers to produce a lot?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Machines, good seeds and fertilisers.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 from modern farming methods to improve our own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how farmers work in the temperate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MIXED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mixed_fa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Cows on a farm with fields.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MIXED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farmer grows crops and rears animals on the same farm. What is this type of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MIXED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Mixed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DAIRY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dai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Cows on a farm in the Netherlands.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DAIRY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cows are reared for milk, butter and cheese. What is this type of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DAIRY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Dairy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GRAIN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combi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big machine harvests wheat.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GRAIN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can one farmer in Canada grow so much wheat?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GRAIN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uses big machines on a huge farm.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RANCHING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ranch.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farmer with his sheep.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RANCHING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Australia, sheep are reared on huge farms. What are these farms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RANCHING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Ranches.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MEDITERRANEAN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vineyard.jpg">    </p:cNvPr>
          <p:cNvPicPr>
            <a:picLocks noChangeAspect="1"/>
          </p:cNvPicPr>
          <p:nvPr/>
        </p:nvPicPr>
        <p:blipFill>
          <a:blip r:embed="rId1"/>
          <a:stretch>
            <a:fillRect/>
          </a:stretch>
        </p:blipFill>
        <p:spPr>
          <a:xfrm>
            <a:off x="1587874" y="1783080"/>
            <a:ext cx="901594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Picking grapes in France.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MEDITERRANEAN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crops of Mediterranean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MEDITERRANEAN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Grapes and olives (also oranges and wheat).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(Part 3): The Temperate Region: Human Activities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Farming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types of farming in the temperate region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Mixed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grow crops and rear animals on the same farm, as in England and France.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Farming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Dairy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rear cows for milk, butter and cheese, as in the Netherlands and Denmark.</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Grain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grow wheat on very large farms, as on the Prairies of Canada.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Farming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Ranching: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Cattle and sheep are reared on very large farms, as in Argentina and Australia.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Mediterranean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grow olives, grapes and oranges.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of Temperate Farming</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Farming in the temperate region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Machines: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use machines, so few workers produce a lot.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Science: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use good seeds, fertilisers and modern methods.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of Temperate Farming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farm products are sold in markets at home and abroad.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mixed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Growing crops and rearing animals on the same farm.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temperate farmers produce a lot?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use machines, good seeds and fertilisers.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Rearing cows for milk is ______ farming.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very large farm for animals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Wheat is harvested by a big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adult who has lived or travelled in Europe what difficulties people face in winter. Write down two of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(Part 4): The Temperate Region: Problems Faced and Adaptations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Mixed farming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polyculture-élevage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Dairy farming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L'élevage laitier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Wheat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blé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Ranch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ranch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tracteur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Cooperative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coopérative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Fertiliser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L'engrais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raisin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 (Part 3): The Temperate Region: Human Activities (Farming)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main types of farming in the temperate region. Give examples of countries for each type of farming. Explain why temperate farming is very productive.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where the imported flour, milk and meat sold in Garoua come from, and how they are produced.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Types of Farming; Characteristics of Temperate Farming.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an adult who has lived or travelled in Europe what difficulties people face in winter. Write down two of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if their family grows crops and keeps animals too.</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a tin of powdered milk.</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with a farmer who harvests sorghum by hand.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with the ranches of the Adamawa plateau.</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ask learners where oranges in the market come from.</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(temperate regions).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“Timid” by tricky (rick harrison), CC BY-NC-SA 2.0, via Flickr (https://www.flickr.com/photos/81851211@N00/205287304)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“Koe 9354” by ednl, CC BY 2.0, via Flickr (https://www.flickr.com/photos/31392863@N04/5640329871)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“John Deere Combine” by SnoShuu, CC BY-NC-ND 2.0, via Flickr (https://www.flickr.com/photos/85888233@N00/2776467094)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“The Flock” by seefit, CC BY 2.0, via Flickr (https://www.flickr.com/photos/76574551@N00/20928299362)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“Stefano Lubiana Wines Tasmania harvest panorama” by stefano lubiana wines, CC BY 2.0, via Flickr (https://www.flickr.com/photos/50979249@N06/4688372740)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2026-09-27T10:32:07Z</dcterms:created>
  <dcterms:modified xsi:type="dcterms:W3CDTF">2026-09-27T10:32:07Z</dcterms:modified>
</cp:coreProperties>
</file>