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1): The Equatorial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equatorial region, Equator, convectional rain, humidity, annual range of temperature. At the end, you should be able to do this: learners are able to locate the Equatorial region on a map and describe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region on a map of the world and of Africa. Number 2: describe the temperature and the rainfall of the Equatorial region. Number 3: read and interpret the climate graph of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Places near the Equator receive the direct rays of the Sun. Southern Cameroon is covered by a thick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Nadia lives in Garoua. Her cousin in Yaoundé writes to her: "Here it rains in almost every month, the air is hot and wet, and our clothes take a long time to dry." Nadia is surprised, because in Garoua there is no rain for about six months.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understand why it rains in almost every month in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in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hot and wet, with rain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Yaoundé wetter than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Yaoundé is closer to the Equator,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Equatorial region on a map and compare its climate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Equatorial region is and to understand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thick forest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vegetation in the picture. In which natural region do we find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thick, green forest with tall trees close together. We find it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 Equatorial region found? Name three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 of the Equator: the Amazon Basin, the Congo Basin and South-East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Yaoundé: rain (blue bars) and temperature (red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Look at the red line. Is Yaoundé hot or cold? Does the temperature change much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23 °C to 25 °C. The temperature changes very little, so the annual range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Yaoundé: two rainy seasons.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Look at the blue bars. Does it rain in every month? How many rainy seasons are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rains in almost every month. There are two rainy seasons, with the heaviest rains in May and in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big storm cloud in the afternoon.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the Equatorial region, heavy rain often falls in the afternoon.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hot sun heats the wet air in the morning. The air rises, cools and forms big clouds that give heavy rain with thunder in the afternoon: this is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Equatorial region is defined as follows. On this slide we have Equatorial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region lies between about 5° N and 5° S of the Equator. On this slide we have Africa and South America.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equatorial climate has the following characteristics. On this slide we have Temperature and Annual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Rainfall and Convectional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Equatorial region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about 5° N and 5° S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characteristics of the equatorial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hot all year (about 25 °C) and it rains in almost every month.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convectional;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someone who has lived in Yaoundé, Douala or Bertoua to describe the trees and plants around the town. Write three things he or she says.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2): The Equatorial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1): THE EQUATORIAL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region, Equator, convectional rain, humidity, annual range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Equatorial region; characteristics of its climate (progression sheet, week 2).</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of the world and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 and the rainfall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interpret the climate graph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near the Equator receive the direct rays of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lives in Garoua. Her cousin in Yaoundé writes to her: "Here it rains in almost every month, the air is hot and wet, and our clothes take a long time to dry." Nadia is surprised, because in Garoua there is no rain for about six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understand why it rains in almost every month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with rain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Yaoundé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closer to the Equator,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and compare its climate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Equatorial region is and to understand its hot and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in the picture. In which natural region do we find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green forest with tall trees close together. We find it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 Name three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 the Amazon Basin, the Congo Basin and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 rain (blue bars) and temperature (red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red line. Is Yaoundé hot or cold? Does the temperature change much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°C to 25 °C. The temperature changes very little, so the annual range is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 two rainy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blue bars. Does it rain in every month? How many rainy seasons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There are two rainy seasons, with the heaviest rains in May and in 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 in the afternoon.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 heavy rain often falls in the afternoon.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sun heats the wet air in the morning. The air rises, cools and forms big clouds that give heavy rain with thunder in the afternoon: this is 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1): The Equatorial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region is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region found on both sides of the Equator,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region lies between about 5° N and 5° S of the Equator: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southern Cameroon, Gabon and the Guinea coast.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Amazon Basin in Brazil.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Location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Malaysia, Indonesia and the Philippines in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Location</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with an average of about 25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Annual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very small, less than 3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with 1,500 mm to 2,500 mm per year and two rainy peaks.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with thunder often falls in the afternoon after strong heating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wet, so clothes dry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25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region is found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 that falls in the afternoon after strong heating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in Yaoundé, Douala or Bertoua to describe the trees and plants around the town. Write three things he or she says.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region on a map of the world and of Africa. Describe the temperature and the rainfall of the Equatorial region. Read and interpret the climate graph of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someone who has lived in Yaoundé, Douala or Bertoua to describe the trees and plants around the town. Write three things he or she says.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Yaoundé (Central Region) has two rainy seasons (March–June and September–November); Douala, near Mount Cameroon, receives about 4,000 mm of rain a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who have travelled south to describe the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two lines at 5° N and 5° 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monthly temperatures of Yaoundé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monthly rainfall of Yaoundé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afternoon storm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2026-09-27T11:13:12Z</dcterms:created>
  <dcterms:modified xsi:type="dcterms:W3CDTF">2026-09-27T11:13:12Z</dcterms:modified>
</cp:coreProperties>
</file>