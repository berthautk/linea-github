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(Part 1): The Equatorial Region: Location and Characteristics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1. Equatorial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equatorial region, Equator, convectional rain, humidity, annual range of temperature. At the end, you should be able to do this: learners are able to locate the Equatorial region on a map and describe its hot and wet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Equatorial region on a map of the world and of Africa. Number 2: describe the temperature and the rainfall of the Equatorial region. Number 3: read and interpret the climate graph of Yaoundé.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Equator is the line of latitude 0°. Places near the Equator receive the direct rays of the Sun. Southern Cameroon is covered by a thick forest.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Nadia lives in Garoua. Her cousin in Yaoundé writes: "Here it rains in almost every month, and our clothes take a long time to dry." In Garoua, there is no rain for about six months. Nadia asks: "Why is the weather of Yaoundé so different from ours?"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Nadia does not know why Yaoundé is wet all year while Garoua has a long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is the weather in Yaoundé?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rains in almost every month and the air is wet.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In which natural region is Yaoundé?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Equatorial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the Equatorial region on a map and compare its climate with the climate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the Equatorial region is and to understand its hot and wet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thick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natural region do we find this thick, green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Equatorial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Equatorial regions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Between which latitudes is the Equatorial region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about 5° N and 5° S of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climate of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Look at the red line. Is Yaoundé hot or cold during the year?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hot all year, about 23 °C to 25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climate of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Look at the blue bars. Does it rain in every month?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Yes, it rains in almost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storm.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At what time of the day does heavy rain often fall in the Equatorial region?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afternoon, after the sun has heated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Equatorial region and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The Equatorial region lies between 5° N and 5° S. Copy the point on Africa on the left, then draw the diagram on the right: the Equatorial regions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South America and Asia.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the Climate. The equatorial climate has the following characteristics. Copy the point on Hot all year on the left, then draw the diagram on the right: the climate of Yaoundé.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the Climate. On this slide we have Small annual range, Heavy rain and Afternoon storms.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the Climate. On this slide we have High humidity.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Between which latitudes is the Equatorial region found?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between about 5° N and 5° S of the Equator.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characteristics of the equatorial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hot all year (about 25 °C) and it rains in almost every month.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 number 2, convectional; number 3,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layers of the equatorial forest.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(Part 2): The Equatorial Region: Characteristics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 (PART 1): THE EQUATORIAL REGION: LOCATION AND CHARACTERISTICS (CLIMATE)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Equatorial Region: Location and Characteristics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1. Equatorial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(Part 1): The Equatorial Region: Location and Characteristics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Equatorial region, Equator, convectional rain, humidity, annual range of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the Equatorial region; characteristics of its climate (progression sheet, week 2).</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the Equatorial region on a map and describe its hot and wet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Equatorial region on a map of the world and of Africa.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temperature and the rainfall of the Equatorial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Read and interpret the climate graph of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 is the line of latitude 0°.</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Places near the Equator receive the direct rays of the Sun.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Southern Cameroon is covered by a thick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Nadia lives in Garoua. Her cousin in Yaoundé writes: "Here it rains in almost every month, and our clothes take a long time to dry." In Garoua, there is no rain for about six months. Nadia asks: "Why is the weather of Yaoundé so different from 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Nadia does not know why Yaoundé is wet all year while Garoua has a long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weather in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rains in almost every month and the air is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natural region is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Equatorial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the Equatorial region on a map and compare its climate with the climate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the Equatorial region is and to understand its hot and wet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thick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natural region do we find this thick, green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Equatorial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equatorial_world_big.png">    </p:cNvPr>
          <p:cNvPicPr>
            <a:picLocks noChangeAspect="1"/>
          </p:cNvPicPr>
          <p:nvPr/>
        </p:nvPicPr>
        <p:blipFill>
          <a:blip r:embed="rId1"/>
          <a:stretch>
            <a:fillRect/>
          </a:stretch>
        </p:blipFill>
        <p:spPr>
          <a:xfrm>
            <a:off x="274320" y="2508303"/>
            <a:ext cx="11643055" cy="2819802"/>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Equatorial regions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is the Equatorial region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about 5° N and 5° S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yaounde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red line. Is Yaoundé hot or cold during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all year, about 23 °C to 25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yaounde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blue bars. Does it rain in every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it rains in almost every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to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what time of the day does heavy rain often fall in the Equatorial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afternoon, after the sun has heated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 (Part 1): The Equatorial Region: Location and Characteristics (Climate)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Equatorial region: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hot and wet region on both sides of the Equator.</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Climate: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average weather of a place over many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Equatorial region lies between 5° N and 5° 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Africa: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The Congo Basin, southern Cameroon and Gabon.</a:t>
            </a:r>
            <a:endParaRPr lang="en-US" sz="3600" dirty="0"/>
          </a:p>
        </p:txBody>
      </p:sp>
      <p:pic>
        <p:nvPicPr>
          <p:cNvPr id="5" name="Image 0" descr="/home/claude/f4/img/v2/equatorial_world_big.png">    </p:cNvPr>
          <p:cNvPicPr>
            <a:picLocks noChangeAspect="1"/>
          </p:cNvPicPr>
          <p:nvPr/>
        </p:nvPicPr>
        <p:blipFill>
          <a:blip r:embed="rId1"/>
          <a:stretch>
            <a:fillRect/>
          </a:stretch>
        </p:blipFill>
        <p:spPr>
          <a:xfrm>
            <a:off x="5349240" y="3111771"/>
            <a:ext cx="6659575" cy="1612866"/>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Equatorial regions of the world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South America: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Amazon Basin in Brazil.</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Asia: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Malaysia and Indonesia.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the Climate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equatorial climate has the following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Hot all year: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The temperature is about 23 to 25 °C in every month.</a:t>
            </a:r>
            <a:endParaRPr lang="en-US" sz="3600" dirty="0"/>
          </a:p>
        </p:txBody>
      </p:sp>
      <p:pic>
        <p:nvPicPr>
          <p:cNvPr id="5" name="Image 0" descr="/home/claude/f4/img/v2/yaounde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Yaoundé</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the Climate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Small annual range: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temperature changes by less than 3 °C during the year.</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Heavy rain: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rains in almost every month, with 1,500 to 2,500 mm per year.</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Afternoon storms: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Convectional rain falls in the afternoon with thunder.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the Climate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High humidity: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air is always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is the Equatorial region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about 5° N and 5° S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the equatorial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all year (about 25 °C) and it rains in almost every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Equatorial region is found near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rain that falls in the afternoon after strong heating is ______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difference between the hottest and the coldest month is the annual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layers of the equatorial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(Part 2): The Equatorial Region: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Equator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température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 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diagramme climatique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(Part 1): The Equatorial Region: Location and Characteristics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Equatorial region on a map of the world and of Africa. Describe the temperature and the rainfall of the Equatorial region. Read and interpret the climate graph of Yaoundé.</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the Equatorial region on a map and describe its hot and wet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Location; Characteristics of the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layers of the equatorial forest.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Yaoundé (Central Region) has two rainy seasons (March–June and September–November); Douala, near Mount Cameroon, receives about 4,000 mm of rain a year.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forest of the South.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Equator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temperatures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write the rainfall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an afternoon storm.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 — week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Climate data for Yaoundé: long-term averages (approximate).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“When it rains in Africa!” by Martin_Heigan, CC BY-NC-ND 2.0, via Flickr (https://www.flickr.com/photos/97303475@N00/31286250004)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2026-10-02T05:14:03Z</dcterms:created>
  <dcterms:modified xsi:type="dcterms:W3CDTF">2026-10-02T05:14:03Z</dcterms:modified>
</cp:coreProperties>
</file>