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1): The Equatorial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equatorial region, Equator, convectional rain, humidity, annual range of temperature. At the end, you should be able to do this: learners are able to locate the Equatorial region on a map and describe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region on a map of the world and of Africa. Number 2: describe the temperature and the rainfall of the Equatorial region. Number 3: read and interpret the climate graph of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Places near the Equator receive the direct rays of the Sun. Southern Cameroon is covered by a thick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Nadia lives in Garoua. Her cousin in Yaoundé writes: "Here it rains in almost every month, and our clothes take a long time to dry." In Garoua, there is no rain for about six months. Nadia asks: "Why is the weather of Yaoundé so different from ours?"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why Yaoundé is wet all year while Garoua has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in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rains in almost every month and the air is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natural region is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Equatorial region on a map and compare its climate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Equatorial region is and to understand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natural region do we find this thick, green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Equatorial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is the Equatorial region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Look at the red line. Is Yaoundé hot or cold during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all year, about 23 °C to 25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Look at the blue bars. Does it rain in every month?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At what time of the day does heavy rain often fall in the Equatorial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afternoon, after the sun has heated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region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region lies between 5° N and 5° S. Copy the point on Africa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equatorial climate has the following characteristics. Copy the point on Hot all year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Small annual range, Heavy rain and Afternoon storms.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High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Equatorial region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about 5° N and 5° S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characteristics of the equatorial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hot all year (about 25 °C) and it rains in almost every month.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convectional;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layers of the equatorial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2): The Equatorial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1): THE EQUATORIAL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region, Equator, convectional rain, humidity, annual range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Equatorial region; characteristics of its climate (progression sheet, week 2).</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of the world and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 and the rainfall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interpret the climate graph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near the Equator receive the direct rays of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covered by 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lives in Garoua. Her cousin in Yaoundé writes: "Here it rains in almost every month, and our clothes take a long time to dry." In Garoua, there is no rain for about six months. Nadia asks: "Why is the weather of Yaoundé so different from 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why Yaoundé is wet all year while Garoua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rains in almost every month and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is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and compare its climate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Equatorial region is and to understand its hot and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do we find this thick, green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red line. Is Yaoundé hot or cold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 °C to 25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blue bars. Does it rain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of the day does heavy rain often fall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 after the sun has heated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1): The Equatorial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Equatorial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hot and wet region on both sides of the Equator.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Climate: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average weather of a place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lies between 5° N and 5° 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Congo Basin, southern Cameroon and Gabon.</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Amazon Basin in Brazil.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Malaysia and Indonesia.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temperature is about 23 to 25 °C in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annual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temperature changes by less than 3 °C during the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Heavy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in almost every month, with 1,500 to 2,500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Afternoon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Convectional rain falls in the afternoon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humidity: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air is always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25 °C)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region is found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 that falls in the afternoon after strong heating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the coldest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region on a map of the world and of Africa. Describe the temperature and the rainfall of the Equatorial region. Read and interpret the climate graph of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layers of the equatorial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Yaoundé (Central Region) has two rainy seasons (March–June and September–November); Douala, near Mount Cameroon, receives about 4,000 mm of rain a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afternoon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2026-09-28T21:32:41Z</dcterms:created>
  <dcterms:modified xsi:type="dcterms:W3CDTF">2026-09-28T21:32:41Z</dcterms:modified>
</cp:coreProperties>
</file>