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The Sectors of the Economy, part 1: Introduction, Definitions and Key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homework: five jobs done in the family or neighbourhood.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show a piece of cloth or a pen: things we can touch are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to name people who give services in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bring raw cotton and a piece of cloth.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draw four boxes on the board: farmer, factory, trader, researcher.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what a researcher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goods 2. raw 3.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gif"/><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FORM 2 TECHNICAL  —  LESSON 5 (PART 1)</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The Sectors of the Economy: Introduction, Definitions and Key Concepts</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Form 2 Technical</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Economic Geography — Sectors of the Economy</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2 periods (2 × 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Sectors of the Economy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5: The Sectors of the Economy — Part 1: Introduction, Definitions and Key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Economy, economic activity, goods, services, raw material, production, sector of the economy.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Introduction to the sectors of the economy; definitions of terms; key concepts (activities and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classify the jobs of people around them into the four sectors of the economy.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economy, economic activity, goods and services.</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a sector of the economy.</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Name the four sectors of the economy and give an example of each.</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In Lessons 1 to 4, we studied the natural regions of the world.</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In each region, people carry out activities such as farming, rearing, mining and tourism.</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These activities help them to earn a living.</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Ahmadou's father grows cotton near Garoua. His uncle works in the CICAM factory, where cotton becomes cloth. His aunt sells cloth in the market. His cousin looks for better cotton seeds in a research centre.</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Ahmadou does not know how to group the jobs of his family.</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works with cotton first?</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His father, who grows it.</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links all these jobs?</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all work with cotton, one after the other.</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main groups of jobs in a country.</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f2t_tailor.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tailor at work.</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tailor makes a dress. Can we touch it? Is it a good or a service?</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we can touch it. It is a good.</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f2t_doctor.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health worker with a patient.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doctor treats a patient. Is this a good or a service?</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service: work done for other people.</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f2t_cotton_harvest2.jpg">    </p:cNvPr>
          <p:cNvPicPr>
            <a:picLocks noChangeAspect="1"/>
          </p:cNvPicPr>
          <p:nvPr/>
        </p:nvPicPr>
        <p:blipFill>
          <a:blip r:embed="rId1"/>
          <a:stretch>
            <a:fillRect/>
          </a:stretch>
        </p:blipFill>
        <p:spPr>
          <a:xfrm>
            <a:off x="2018433" y="1691640"/>
            <a:ext cx="8152085"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Raw cotton after the harvest.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is used to make cloth. What do we call it?</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raw material.</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THE FOUR SECTORS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13" name="Image 0" descr="/home/claude/f4/img/v2/cotton_journey.gif">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Animation: the journey of cotton.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THE FOUR SECTORS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sectors in the order of the journey of cotton.</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THE FOUR SECTORS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secondary, tertiary and quaternary.</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THE FOUR SECTORS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13" name="Image 0" descr="/home/claude/f4/img/v2/f2t_researcher.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scientist in a laboratory.</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THE FOUR SECTORS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Ahmadou's cousin looks for better seeds. In which sector does she work?</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THE FOUR SECTORS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quaternary sector.</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The Sectors of the Economy</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Economic Activities</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5: The Sectors of the Economy — Part 1: Introduction, Definitions and Key Concepts</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Economy: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all the work people do to produce, sell and buy.</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Goods: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They are things we can touch, like food.</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Services: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They are work done for others, like teaching.</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 (2/2)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Raw material: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natural product used to make goods.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Sector: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group of jobs of the same kind.</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The Four Sectors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Primary: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takes products from nature.</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Secondary: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makes goods in factories.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Tertiary: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gives services.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Quaternary: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creates knowledge.</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The Four Sectors (2/2)</a:t>
            </a:r>
            <a:endParaRPr lang="en-US" sz="3600" dirty="0"/>
          </a:p>
        </p:txBody>
      </p:sp>
      <p:pic>
        <p:nvPicPr>
          <p:cNvPr id="13" name="Image 0" descr="/home/claude/f4/img/v2/cotton_journey_last.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journey of cotton.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 good and a service?</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 can be touched; a service is work done for others.</a:t>
            </a:r>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sectors of the economy.</a:t>
            </a:r>
            <a:endParaRPr lang="en-US" sz="4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secondary, tertiary and quaternary.</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Things that we can touch are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A natural product used to make goods is a ______ material.</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sector that makes goods in factories is the ______ sector.</a:t>
            </a:r>
            <a:endParaRPr lang="en-US" sz="3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two workers in your area: one who works for a registered company and one who works alone in the street (for example a moto-taxi driver). Write one difference between them.</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Part 2: The Formal and Informal Sectors of the Economy.</a:t>
            </a:r>
            <a:endParaRPr lang="en-US" sz="4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Economy</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L'économie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Goods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Les biens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Services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Les services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Raw material</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matière première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Primary sector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secteur primaire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Secondary sector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secteur secondaire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Tertiary sector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secteur tertiaire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Quaternary sector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secteur quaternaire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Economic Activities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5: The Sectors of the Economy — Part 1: Introduction, Definitions and Key Concepts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Define economy, economic activity, goods and services. Define a sector of the economy. Name the four sectors of the economy and give an example of each.</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classify the jobs of people around them into the four sectors of the economy.</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Economy, Goods, Services, Raw material, Sector; II. The Four Sectors: Primary, Secondary, Tertiary, Quaternary.</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Observe two workers in your area: one who works for a registered company and one who works alone in the street (for example a moto-taxi driver). Write one difference between them.</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8 min | Situation 8 min | 5 activities 25 min | Board summary (copying) 30 min | Evaluation, remediation 10 min | Homework 4 min | Logbook 10 min | Spare 5 min</a:t>
            </a:r>
            <a:endParaRPr lang="en-US" sz="2000" dirty="0"/>
          </a:p>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CICAM (Cotonnière Industrielle du Cameroun) spins and weaves cotton in Garoua.</a:t>
            </a:r>
            <a:endParaRPr lang="en-US" sz="2000" dirty="0"/>
          </a:p>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1: “A tailor of Wa” by 10b travelling / Carsten ten Brink, CC BY-NC-ND 2.0, via Flickr (https://www.flickr.com/photos/77334245@N00/8154947468)</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2: “Medical Readiness and Training Exercise 15-3” by US Army Africa, CC BY 2.0, via Flickr (https://www.flickr.com/photos/36281822@N08/16958932197)</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3: “Women carrying cotton” by CIFOR, CC BY-NC-ND 2.0, via Flickr (https://www.flickr.com/photos/45423546@N07/35706852432)</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5: “USAMRUK Malaria Diagnostics and Control Center of Excellence microscop” by US Army Africa, CC BY 2.0, via Flickr (https://www.flickr.com/photos/36281822@N08/4077018383)</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2026-09-27T04:25:11Z</dcterms:created>
  <dcterms:modified xsi:type="dcterms:W3CDTF">2026-09-27T04:25:11Z</dcterms:modified>
</cp:coreProperties>
</file>