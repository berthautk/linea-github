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(Part 5): The Tropical Grassland Region: Problems Faced and Attempted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2. The Tropical Grassland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drought, bush fire, overgrazing, soil erosion, desertification, poaching, farmer–herder conflict. At the end, you should be able to do this: learners are able to take simple actions against bush fires and soil erosion around their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(Part 4): The Tropical Grassland Region: Human Activities. The question was: Write down two problems that farmers or herders around Garoua face, for example with rain, fires or pests.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rains that start late or stop early; bush fires that burn pastures; pests such as locusts and caterpillars; cattle that eat crops, which causes conflicts.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problems faced by people in the Tropical Grassland region. Number 2: explain the causes of these problems. Number 3: describe the solutions attempted to solve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people of the savanna practise crop farming, livestock rearing, hunting and fishing. Herders move with their animals in the dry season (transhumance).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 village near Garoua, a herder's cattle entered a farmer's field at night and ate his maize. The two men started to fight.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herder and a farmer are fighting because the cattle ate the maize.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did the cattle enter the field?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There was little grass, and nobody guarded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the chief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can separate farms from grazing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avoid bush fires and respect grazing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problems of the savanna and how to solve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dry, cracked soil after a long time without 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problem do you see in the picture?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Drought: there is no rain, so the crops dry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land after a bush fire.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a bush fire leave behind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leaves burnt, bare soil. Plants and animals are destroyed.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rain on bare soil and on grass.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soil washed away on the left, but not on the right?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the left, the soil is bare. On the right, the grass protects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herders and cattle on a path between farms.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farmers and herders sometimes fight?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Cattle enter the fields and eat the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young trees planted in rows.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planting trees help the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Trees protect the soil and stop the desert from spreading.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Drought and Overgrazing.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Desertification.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Faced. People in the savanna face the following problems. On this slide we have Drought and Bush fires.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Faced. On this slide we have Soil erosion and Farmer–herder conflicts.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Attempted Solutions. The following solutions have been attempted. On this slide we have Irrigation and Tree planting.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Attempted Solutions. On this slide we have Firebreaks and Grazing zones.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problems of the savanna.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drought and bush fires (also soil erosion and conflicts).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irrigation and tree planting.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drought; number 2, overgrazing; number 3,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On a map of Africa in your atlas, find the Sahara Desert. Write the names of three countries that it covers.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(Part 1): The Desert Regions: Location, Types and Characteristics.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 (PART 5): THE TROPICAL GRASSLAND REGION: PROBLEMS FACED AND ATTEMPTED SOLUTIONS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 (Part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Grassland Region: Problems Faced and Attempted Solutions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2. The Tropical Grassland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(Part 5): The Tropical Grassland Region: Problems Faced and Attempted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Drought, bush fire, overgrazing, soil erosion, desertification, poaching, farmer–herder conflict.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faced in the Tropical Grassland region and the solutions attempted.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take simple actions against bush fires and soil erosion around their homes.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(Part 4): The Tropical Grassland Region: Human Activities):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down two problems that farmers or herders around Garoua face, for example with rain, fires or pests.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rains that start late or stop early; bush fires that burn pastures; pests such as locusts and caterpillars; cattle that eat crops, which causes conflicts.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problems faced by people in the Tropical Grassland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these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solutions attempted to solve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people of the savanna practise crop farming, livestock rearing, hunting and fishing.</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Herders move with their animals in the dry season (transhumance).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village near Garoua, a herder's cattle entered a farmer's field at night and ate his maize. The two men started to fight.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herder and a farmer are fighting because the cattle ate the maize.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cattle enter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was little grass, and nobody guarded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the chief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can separate farms from grazing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avoid bush fires and respect grazing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problems of the savanna and how to solve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drough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Dry, cracked soil after a long time without 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problem do you see in the picture?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there is no rain, so the crops dry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bushfi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Land after a bush fire.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bush fire leave behind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leaves burnt, bare soil. Plants and animals are destroyed.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erosion_rai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rain on bare soil and on grass.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soil washed away on the left, but not on the right?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left, the soil is bare. On the right, the grass protects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attl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Herders and cattle on a path between farms.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farmers and herders sometimes fight?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Cattle enter the fields and eat the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ATTEMPTED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_sahe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Young trees planted in rows.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ATTEMPTED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planting trees help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ATTEMPTED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protect the soil and stop the desert from spreading.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5): The Tropical Grassland Region: Problems Faced and Attempted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Drought: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long period without enough rain.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Overgrazing: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when too many animals eat the grass of the same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spread of desert conditions into dry 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in the savanna face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Drought: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Crops and pastures dry up when the rains fail.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Bush fires: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Fires destroy plants, animals and the humus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and wind remove the bare soil.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Farmer–herder conflicts: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Cattle eat crops and this causes conflicts between farmers and herders.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Attempted Solutions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solutions have been attempted: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bring water to their crops from rivers and dams.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Tree planting: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are planted to hold the soil and stop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Attempted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Firebreaks: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Cleared strips of land stop bush fires from spreading.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Grazing zones: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Special zones for cattle keep them away from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and bush fires (also soil erosion and conflicts).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and tree planting.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long period without rain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Too many animals on the same land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Planting trees helps to stop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Africa in your atlas, find the Sahara Desert. Write the names of three countries that it covers.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1): The Desert Regions: Location, Types and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Drought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sécheresse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Bush fire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feu de brousse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Overgrazing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surpâturage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 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 des sols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braconnage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criquet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Conflict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conflit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(Part 5): The Tropical Grassland Region: Problems Faced and Attempted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problems faced by people in the Tropical Grassland region. Explain the causes of these problems. Describe the solutions attempted to solve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take simple actions against bush fires and soil erosion around their homes.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Problems Faced; Attempted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On a map of Africa in your atlas, find the Sahara Desert. Write the names of three countries that it covers.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Opération Sahel Vert is the Cameroonian tree-planting programme in the North and Far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what happens to crops when the rain stops early.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who have seen a bush fire to describe the land after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pour water on a tray of bare soil and on a tray of soil with grass.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use the situation of the lesson.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where trees have been planted in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(tropical grassland).</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MINEPDED: Opération Sahel Vert.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“Imagine a world without trees” by aloshbennett, CC BY 2.0, via Flickr (https://www.flickr.com/photos/13203757@N00/3480223314)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“20111216-NRCS-LSC-0355” by USDAgov, CC BY 2.0, via Flickr (https://www.flickr.com/photos/41284017@N08/6551564351)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“Acacia Tree” by D-Stanley, CC BY 2.0, via Flickr (https://www.flickr.com/photos/79721788@N00/11527335486)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“Nyando Climate Smart Villages Media Visit” by CGIAR Climate, CC BY-NC-SA 2.0, via Flickr (https://www.flickr.com/photos/55227776@N04/9720026817)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2026-09-27T10:32:06Z</dcterms:created>
  <dcterms:modified xsi:type="dcterms:W3CDTF">2026-09-27T10:32:06Z</dcterms:modified>
</cp:coreProperties>
</file>