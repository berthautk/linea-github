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The Tropical Grassland Region, part 2: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which trees keep or lose their leaves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where they have seen a baobab.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which trees near their home lose their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bring a piece of shea bark or shea butter to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the colour of the soil of the school yard.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describe the black soils (karal) of the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deciduous 2. baobab 3. laterite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2 TECHNICAL  —  LESSON 2 (PART 2)</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Tropical Grassland Region: Characteristics (Soils and Vegetation)</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2 Technical</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Natural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2: The Tropical Grassland Region — Part 2: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Savanna, deciduous, xerophyte, ferruginous soil, laterite, black cotton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Characteristics of the soils and vegetation of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vegetation of the Tropical Grassland region.</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how savanna plants are adapted to the dry season and to bush fires.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main soils of the Tropical Grassland region.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Tropical Grassland lies between 5° and 15° north and south of the Equator.</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It has a wet season and a dry season, with 500 to 1,500 mm of rain.</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Garoua has a dry season from November to March.</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Hawa travels from Garoua to Ngaoundéré. The grass is dry and yellow, and many trees have no leaves. But one big tree, the shea tree, still has leaves, and its bark is not burnt.</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 does not know how savanna plants survive the dry season.</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Hawa see?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grass and trees without leaves.</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protect the trees from fire?</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can avoid bush fires and make firebreaks.</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around us.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baobab.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baobab tree.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trunk of the baobab. How does it help the tree in the dry season?</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big trunk keeps water for the dry season.</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dry_trees.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tree without leaves in the dry season.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savanna trees lose their leaves in the dry season?</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lose less water when there is no rain.</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2t_shea_tre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shea tree (karité).</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shea tree has a thick bark. How does it help the tree?</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thick bark protects the tree from bush fires.</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2t_laterite.jpg">    </p:cNvPr>
          <p:cNvPicPr>
            <a:picLocks noChangeAspect="1"/>
          </p:cNvPicPr>
          <p:nvPr/>
        </p:nvPicPr>
        <p:blipFill>
          <a:blip r:embed="rId1"/>
          <a:stretch>
            <a:fillRect/>
          </a:stretch>
        </p:blipFill>
        <p:spPr>
          <a:xfrm>
            <a:off x="2016746" y="1691640"/>
            <a:ext cx="8155459"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Bricks cut from red laterite.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red soil becomes very hard when it dries. What is it called? What do we use it for?</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laterite. We use it for roads and bricks.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cracked_soil.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Clay soil with big cracks in the dry season.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Black cotton soils are clay soils that crack when dry. Why do farmers like them?</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fertile and keeps water. It is good for cotton and sorghum.</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Tropical Grassland Region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The Tropical Grassland Region — Part 2: Characteristics (Soils and Vegetation)</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Deciduous tree: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tree that loses its leaves in the dry season.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Laterite: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hard, red layer in the soil.</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Leaching: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of plant food deep into the soil.</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Vegetation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vegetation of the savanna is: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Grass: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Tall grass grows up to 3 metres high.</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Trees: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Baobab, acacia and shea trees grow far apart.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Adaptation: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Many trees lose their leaves in the dry season.</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Vegetation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Thick bark: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protects trees from bush fires.</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Soils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soils of the savanna are: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Red soils: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only fairly fertile.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Laterite: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used for roads and bricks.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Black cotton soils: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fertile and keep water.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Little humus: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Bush fires burn the dead plants.</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savanna trees survive the dry season.</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their leaves; the baobab keeps water in its trunk.</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laterite used for?</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roads and bricks.</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Trees that lose their leaves are ______ trees.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tree that keeps water in its trunk is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hard red layer in the soil is ______.</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things that people in your family get from the savanna around Garoua, for example food, wood or animals.</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Part 3: Types of Resources and Methods of Exploitation.</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Savanna</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savane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Grass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L'herbe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Deciduous tree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L'arbre à feuilles caduques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Bush fire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feu de brousse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Shea tree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karité</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Baobab</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baobab</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Laterite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latérite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Leaching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lessivage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Man in His Environment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2: The Tropical Grassland Region — Part 2: Characteristics (Soils and Vegetation)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Describe the vegetation of the Tropical Grassland region. Explain how savanna plants are adapted to the dry season and to bush fires. Describe the main soils of the Tropical Grassland region.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Deciduous tree, Laterite, Leaching; II. Vegetation: Grass, Trees, Adaptation, Thick bark; III. Soils: Red soils, Laterite, Black cotton soils, Little humus.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List three things that people in your family get from the savanna around Garoua, for example food, wood or animals.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25 min | Board summary (copying) 30 min | Evaluation, remediation 10 min | Homework 4 min | Logbook 10 min | Spare 5 min</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“What happens if you let weeds grow in centre of road, Dakar, Senegal” by ambabheg, CC BY 2.0, via Flickr (https://www.flickr.com/photos/31518985@N04/5627872663)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“'Pain de singe' (monkey's bread) in a baobab, Senegal” by Milamber's portfolio, CC BY-NC-ND 2.0, via Flickr (https://www.flickr.com/photos/90956808@N00/420120264)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“Female shea tree (Vitellaria paradoxa) in full flower” by Joel Abroad, CC BY-NC-SA 2.0, via Flickr (https://www.flickr.com/photos/40295335@N00/5603751456)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“Laterite soil bricks in Richard Rebello's farm” by India Water Portal, CC BY-NC-SA 2.0, via Flickr (https://www.flickr.com/photos/21623815@N03/10720461943)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“Cracked Earth” by Aleatoric Consonance, CC BY 2.0, via Flickr (https://www.flickr.com/photos/93921318@N00/3772011444)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2026-09-27T04:25:09Z</dcterms:created>
  <dcterms:modified xsi:type="dcterms:W3CDTF">2026-09-27T04:25:09Z</dcterms:modified>
</cp:coreProperties>
</file>