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Temperate Region, part 4: Problems Faced and Adaptations.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difficulties of winter in Europe.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road covered with snow.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a very strong Harmattan.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bush fires in the savanna.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explain: a house of glass that keeps the heat of the sun.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trees planted against the Harmattan.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greenhouse 2. shelterbelt 3. Bowl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4 (PART 4)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Temperate Region: Problems Faced and Adaptations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Natural Regions: 4. The Temperate Region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Regions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4: The Temperate Region — Part 4: Problems Faced and Adaptations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Frost, snow, short growing season, drought, forest fire, shelterbelt, greenhouse.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Problems faced in the temperate region and the adaptations of people.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people adapt their houses, clothes and farming to a difficult climate, and apply this idea to their own environment.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problems faced by people in the temperate region.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people adapt their houses, clothes and transport.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farmers adapt to the problems of the temperate climate.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Temperate farming includes mixed, dairy, grain, ranching and Mediterranean farming.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very productive thanks to machines, science and cooperatives.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January, heavy snow falls on a village in Canada. The roads are blocked, the water pipes freeze and the farmer cannot take his cows out.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snow blocks the roads and freezes the water pipes.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can the cows not go out?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grass is under the snow.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the farmer give them?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Hay that he stored in summer.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problems of the temperate region and how people adapt.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snowploug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machine clears the snow from a road.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problem does snow cause? How do people solve it?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blocks the roads. Machines clear the snow.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dust_bow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dust storm on a farm in the USA in the 1930s.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wind blew away the dry soil of the farms. What was this disaster called?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Dust Bowl.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forest_fi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forest fire in Greece in summer.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there forest fires around the Mediterranean in summer?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summer is hot and dry, so plants burn easily.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greenhou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Vegetables grow inside a glass house.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farmers grow vegetables when it is too cold outside?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grow them in greenhouses, where it is warm.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shelterbe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Lines of trees around fields.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farmers plant lines of trees around their fields?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trees stop the wind, so the soil is not blown away.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Temperate Region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 in His Environment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Natural Regions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4: The Temperate Region — Part 4: Problems Faced and Adaptations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Greenhouse: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glass house where plants grow in the warmth.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Shelterbelt: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line of trees that stops the wind.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ice that forms when it is very cold.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Problems Faced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Cold winters: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Snow blocks roads and freezes pipes.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Short growing season: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Crops grow only in summer.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Soil erosion: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wind blows away dry soil.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Forest fires: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burn Mediterranean forests.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 Pollution: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Fertilisers pollute rivers.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Adaptations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Houses and clothes: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Heating, thick walls and coats.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Transport: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Machines clear the snow.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Farming: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Greenhouses and stored hay.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Soil protection: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Shelterbelts stop the wind.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problems of the temperate region.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Cold winters with snow; soil erosion by wind.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farmers grow vegetables in winter?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greenhouses.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glass house for plants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line of trees that stops the wind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1930s disaster in the USA was the Dust ______.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five jobs done by people in your family or neighbourhood (for example farmer, trader, teacher, mechanic, tailor).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5: The Sectors of the Economy.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neige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Greenhouse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serre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chauffage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 fire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L'incendie de forêt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L'inondation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Shelterbelt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brise-vent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pollution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4: The Temperate Region — Part 4: Problems Faced and Adaptations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the problems faced by people in the temperate region. Describe how people adapt their houses, clothes and transport. Describe how farmers adapt to the problems of the temperate climate.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people adapt their houses, clothes and farming to a difficult climate, and apply this idea to their own environment.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Greenhouse, Shelterbelt, Frost; II. Problems Faced: Cold winters, Short growing season, Soil erosion, Forest fires, Pollution; III. Adaptations: Houses and clothes, Transport, Farming, Soil protection.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five jobs done by people in your family or neighbourhood (for example farmer, trader, teacher, mechanic, tailor).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textbook: The major biomes of the world (temperate regions).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“First Snowplow of the Season” by JLS Photography - Alaska, CC BY-NC-ND 2.0, via Flickr (https://www.flickr.com/photos/50830796@N04/37613240186)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“Dust Bowl 1935” by MyEyeSees, CC BY-NC-ND 2.0, via Flickr (https://www.flickr.com/photos/57884042@N00/3182214903)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“Forest Fires in Greece” by Lotus R, CC BY-SA 2.0, via Flickr (https://www.flickr.com/photos/66012345@N00/964251167)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“Inside the Greenhouse” by USAID_IMAGES, CC BY-NC-ND 2.0, via Flickr (https://www.flickr.com/photos/46658241@N06/15000160655)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“20210723-NRCS-LSC-0128” by USDAgov, Public domain 1.0, via Flickr (https://www.flickr.com/photos/41284017@N08/51526578960)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2026-09-26T10:44:17Z</dcterms:created>
  <dcterms:modified xsi:type="dcterms:W3CDTF">2026-09-26T10:44:17Z</dcterms:modified>
</cp:coreProperties>
</file>