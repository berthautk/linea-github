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1): Africa: Introduction (Location and Physical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continent, location, extreme points, Strait of Gibraltar, Suez Canal, plateau continent. At the end, you should be able to do this: learners are able to locate Africa and Cameroon on a world map and describe the position of Africa in relation to other continents.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6): The Sectors of the Economy: The Quaternary Sector (Definition and Examples). The question was: On a map of Africa in your atlas, find Cameroon and name the four oceans and seas that surround Africa.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Africa is surrounded by the Atlantic Ocean (west), the Indian Ocean (east), the Mediterranean Sea (north) and the Red Sea (north-east).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Africa using latitudes, longitudes, oceans and seas. Number 2: give the size and the extreme points of Africa. Number 3: describe the general physical characteristics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economy has four sectors: primary, secondary, tertiary and quaternary. Most Africans work in the primary sector. Today we begin the study of our continent, Africa.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football tournament, a boy from Brazil asks Kevin: "Where exactly is Africa? Is it a country or a continent? Which seas are around it?" Kevin cannot answer well. He asks his teacher: "How can I describe where Africa is and what it looks like?"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Kevin cannot describe the location and the physical features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Africa a country or a continent?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continent.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one ocean around Africa.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Atlantic Ocean (or the Indian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know the map of Africa and the place of Cameroon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Africa is and what its land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africa and the seas around it.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ocean lies to the west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Atlantic Ocean.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canal between two seas.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 Suez Canal separates Africa from which continent?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high land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do we call high, flat land like most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highest mountain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name of the highest mountain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Kilimanjaro (5,895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longest river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longest river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Continent and Plateau.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Africa is located as follows. Copy the point on Latitudes on the left, then draw the diagram on the right: africa and the seas around it.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Longitudes, Oceans and seas and Size.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Cameroon.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Characteristics. Africa has the following physical characteristics. Copy the point on A high plateau on the left, then draw the diagram on the right: the plateau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High mountains on the left, then draw the diagram on the right: kilimanjaro.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Characteristics. On this slide we have Rift Valley, Big rivers and lakes and Few coastal plains.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 and oceans around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atlantic, Indian, Mediterranean and Red Sea.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highest mountain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kilimanjaro.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continent; number 2, Nile; number 3, plateau.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climate of Douala, Garoua and Maroua. Which town is the wettest, and which is the driest? Ask an adult or use your textbook.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2): Africa: Climate, Soils and Relief of Africa.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6 (PART 1): AFRICA: INTRODUCTION (LOCATION AND PHYSICAL CHARACTERISTICS)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Introduction (Location and Physical Characteristics)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Continent, location, extreme points, Strait of Gibraltar, Suez Canal, plateau continent.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Introduction to Africa: location, size and general physical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6): The Sectors of the Economy: The Quaternary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map of Africa in your atlas, find Cameroon and name the four oceans and seas that surround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Africa is surrounded by the Atlantic Ocean (west), the Indian Ocean (east), the Mediterranean Sea (north) and the Red Sea (north-east).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Africa using latitudes, longitudes, oceans and seas.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size and the extreme points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general physical characteristics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economy has four sectors: primary, secondary, tertiary and quaternary.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Africans work in the primary sector.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the study of our continent,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football tournament, a boy from Brazil asks Kevin: "Where exactly is Africa? Is it a country or a continent? Which seas are around it?" Kevin cannot answer well. He asks his teacher: "How can I describe where Africa is and what it looks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Kevin cannot describe the location and the physical features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Africa a country or a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ocean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Ocean (or the Indian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Know the map of Africa and the place of Cameroon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Africa is and what its land looks like.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Africa and the seas around it.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ocean lies to the west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Atlantic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uez.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canal between two seas.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Suez Canal separates Africa from which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plateau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high land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high, flat land like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plateau.</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highest mountain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the highest mountain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 (5,895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ni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longest river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longest river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Continent: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very large mass of land.</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Plateau: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a large area of high, flat 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Africa is located as follows: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Latitudes: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From about 37° N to 35° S, crossed by the Equator.</a:t>
            </a:r>
            <a:endParaRPr lang="en-US" sz="3600" dirty="0"/>
          </a:p>
        </p:txBody>
      </p:sp>
      <p:pic>
        <p:nvPicPr>
          <p:cNvPr id="5" name="Image 0" descr="/home/claude/f4/img/v2/africa_location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Africa and the seas around it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Longitudes: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From about 17° W to 51° E.</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Oceans and seas: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Atlantic Ocean, Indian Ocean, Mediterranean Sea and Red Sea.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Size: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About 30 million km², the second largest continent.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Cameroon: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 Central Africa, on the Gulf of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Africa has the following physical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A high plateau: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Most of Africa is a high plateau.</a:t>
            </a:r>
            <a:endParaRPr lang="en-US" sz="3600" dirty="0"/>
          </a:p>
        </p:txBody>
      </p:sp>
      <p:pic>
        <p:nvPicPr>
          <p:cNvPr id="5" name="Image 0" descr="/home/claude/f4/img/v2/africa_plateau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plateau of Africa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High mountains: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Kilimanjaro (5,895 m) is the highest.</a:t>
            </a:r>
            <a:endParaRPr lang="en-US" sz="3600" dirty="0"/>
          </a:p>
        </p:txBody>
      </p:sp>
      <p:pic>
        <p:nvPicPr>
          <p:cNvPr id="5" name="Image 0" descr="/home/claude/f4/img/v2/f2t_kilimanjaro.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Kilimanjaro</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Rift Valley: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long valley in East Africa.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Big rivers and lakes: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Nile, the Congo, the Niger and Lake Victoria.</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Few coastal plains: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coasts are smooth, with few bays.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 and oceans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Atlantic, Indian, Mediterranean and Red Sea.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highest mountain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Kilimanjaro.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Africa is a ______, not a country.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High, flat land is called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Douala, Garoua and Maroua. Which town is the wettest, and which is the driest? Ask an adult or use your textbook.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2): Africa: Climate, Soils and Relief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continent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Ocean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L'océan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détroit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canal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plateau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Coastline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littoral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Harbour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 naturel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1): Africa: Introduction (Location and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Africa using latitudes, longitudes, oceans and seas. Give the size and the extreme points of Africa. Describe the general physical characteristics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Africa and Cameroon on a world map and describe the position of Africa in relation to other continents.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Physical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climate of Douala, Garoua and Maroua. Which town is the wettest, and which is the driest? Ask an adult or use your textbook.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Africa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Suez Canal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Adamawa plateau.</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Mount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show the Nile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“MV Maersk Taikung” by tim.md, CC BY-NC-ND 2.0, via Flickr (https://www.flickr.com/photos/50299151@N00/3252980648)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“Egypt-5B-023 - Approaching Aswan” by archer10 (Dennis), CC BY-SA 2.0, via Flickr (https://www.flickr.com/photos/22490717@N02/2217394088)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2026-09-28T20:48:44Z</dcterms:created>
  <dcterms:modified xsi:type="dcterms:W3CDTF">2026-09-28T20:48:44Z</dcterms:modified>
</cp:coreProperties>
</file>