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1): Africa: Introduction (Location and Physical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continent, location, extreme points, Strait of Gibraltar, Suez Canal, plateau continent. At the end, you should be able to do this: learners are able to locate Africa and Cameroon on a world map and describe the position of Africa in relation to other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6): The Sectors of the Economy: The Quaternary Sector (Definition and Examples). The question was: On a map of Africa in your atlas, find Cameroon and name the four oceans and seas that surround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Africa is surrounded by the Atlantic Ocean (west), the Indian Ocean (east), the Mediterranean Sea (north) and the Red Sea (north-east).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Africa using latitudes, longitudes, oceans and seas. Number 2: give the size and the extreme points of Africa. Number 3: describe the general physical characteristics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Most Africans work in the primary sector. Today we begin the study of our continent,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football tournament, a boy from Brazil asks Kevin: "Where exactly is Africa? Is it a country or a continent? Which seas are around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boy does not know where Africa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Africa a country or a continent?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continent, with 54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Kevin show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map or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map of Africa and the place of Cameroon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Africa is and what its land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and the seas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oceans and seas around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 the Indian Ocean, the Mediterranean Sea and the Red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Suez Canal in Egypt.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Suez Canal separates Africa from which continent?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cross-section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Most of Africa is high, flat land.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mount Kilimanjaro, Tanzania.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This is the highest mountain of Africa. What is its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Kilimanjaro (5,895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River Nile in Egypt.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This is the longest river of Africa. What is its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(about 6,650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 and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and Size. Africa is located as follows. On this slide we have Seas and oceans and The Equator.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and Size. On this slide we have Neighbours and Size.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Characteristics. Africa has the following physical characteristics. On this slide we have A plateau continent and Highest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Characteristics. On this slide we have Longest river and Coast.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 and oceans around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Indian, Mediterranean and Red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mountain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kilimanjaro.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 number 2, Nile; number 3,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climate of Douala, Garoua and Maroua. Which town is the wettest, and which is the driest? Ask an adult or use your textbook.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2): Africa: Climate, Soils and Relief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1): AFRICA: INTRODUCTION (LOCATION AND PHYSICAL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Introduction (Location and Physical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 location, extreme points, Strait of Gibraltar, Suez Canal, plateau continent.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Africa: location, size and general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6): The Sectors of the Economy: The Quaternary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Cameroon and name the four oceans and seas that surround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surrounded by the Atlantic Ocean (west), the Indian Ocean (east), the Mediterranean Sea (north) and the Red Sea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Africa using latitudes, longitudes, oceans and seas.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and the extreme points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physical characteristics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work in the primary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the study of our continent,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football tournament, a boy from Brazil asks Kevin: "Where exactly is Africa? Is it a country or a continent? Which seas are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boy does not know where Africa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Africa a country or 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 with 54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Kevin show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map or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map of Africa and the place of Cameroon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Africa is and what its land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and the seas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the Indian Ocean, the Mediterranean Sea and the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Suez Canal in Egypt.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Suez Canal separates Africa from which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plateau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Africa is high, flat land.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Kilimanjaro, Tanzania.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highest mountain of Africa. What is its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 (5,895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 Nile in Egypt.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longest river of Africa. What is its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(about 6,650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area of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flat area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Size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 and 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surrounded by the Atlantic Ocean, the Indian Ocean, the Mediterranean Sea and the Red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crosses the middle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Size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Neighbours: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close to Europe at Gibraltar and joined to Asia at Suez.</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covers about 30 million km² and has 54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Size</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physical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plateau 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Africa is a high and flat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Highest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Kilimanjaro, at 5,895 m, is the highest point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Longest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is the longest river in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is smooth, with few bays and few natural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 and oceans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Indian, Mediterranean and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is a ______, not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flat land is called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Douala, Garoua and Maroua. Which town is the wettest, and which is the driest? Ask an adult or use your textbook.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détroit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Africa using latitudes, longitudes, oceans and seas. Give the size and the extreme points of Africa. Describe the general physical characteristics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and Size;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climate of Douala, Garoua and Maroua. Which town is the wettest, and which is the driest? Ask an adult or use your textbook.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on the board and write the four names around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a canal is a river dug by people.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Mount Cameroon (4,095 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Nile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2026-09-27T11:12:33Z</dcterms:created>
  <dcterms:modified xsi:type="dcterms:W3CDTF">2026-09-27T11:12:33Z</dcterms:modified>
</cp:coreProperties>
</file>