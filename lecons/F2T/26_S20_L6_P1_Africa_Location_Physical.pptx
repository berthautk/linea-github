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1): Africa: Introduction (Location and Physical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continent, location, extreme points, Strait of Gibraltar, Suez Canal, plateau continent. At the end, you should be able to do this: learners are able to locate Africa and Cameroon on a world map and describe the position of Africa in relation to other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6): The Sectors of the Economy: The Quaternary Sector (Definition and Examples). The question was: Name the four oceans and seas around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Ocean, the Indian Ocean, the Mediterranean Sea and the Red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Africa using latitudes, longitudes, oceans and seas. Number 2: give the size and the extreme points of Africa. Number 3: describe the general physical characteristics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Most Africans work in the primary sector. Today we begin the study of our continent,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football tournament, a boy from Brazil asks Kevin: "Where exactly is Africa? Is it a country or a continent? Which seas are around it?" Kevin cannot answer well. He asks his teacher: "How can I describe where Africa is and what it looks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Kevin cannot describe the location and the physical features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Africa a country or a continent?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ocean around Africa.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Atlantic Ocean (or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map of Africa and the place of Cameroon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Africa is and what its land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and the seas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ocean lies to the west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canal between two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Suez Canal separates Africa from which continent?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high land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high, flat land like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highest mountain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name of the highest mountain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Kilimanjaro (5,895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longest river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longest river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 and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location and size of Africa are the following. Copy the point on Latitudes on the left, then draw the diagram on the right: africa and the seas around 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Longitudes, Oceans and seas and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Characteristics. Africa has the following physical characteristics. Copy the point on A high plateau on the left, then draw the diagram on the right: the plateau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mountains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Characteristics. On this slide we have Rift Valley, Big rivers and lakes and Few coastal plains.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 and oceans around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Indian, Mediterranean and Red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mountain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kilimanjaro.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 number 2, Nile; number 3,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climates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2): Africa: Climate, Soils and Relief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1): AFRICA: INTRODUCTION (LOCATION AND PHYSICAL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Introduction (Location and Physical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 location, extreme points, Strait of Gibraltar, Suez Canal, plateau continent.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Africa: location, size and general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6): The Sectors of the Economy: The Quaternary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the Indian Ocean, the Mediterranean Sea and the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Africa using latitudes, longitudes, oceans and seas.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and the extreme points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physical characteristics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work in the primary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the study of our continent,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football tournament, a boy from Brazil asks Kevin: "Where exactly is Africa? Is it a country or a continent? Which seas are around it?" Kevin cannot answer well. He asks his teacher: "How can I describe where Africa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Kevin cannot describe the location and the physical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Africa a country or 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(or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map of Africa and the place of Cameroon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Africa is and what its land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and the seas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ocean lies to the west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canal between two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Suez Canal separates Africa from which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plateau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 land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high, flat land like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highest mountain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 (5,895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longest river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longest river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Continent: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very large mass of land.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large area of high,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and size of Africa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Latitudes: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From about 37° N to 35° S, crossed by the Equator.</a:t>
            </a:r>
            <a:endParaRPr lang="en-US" sz="3600" dirty="0"/>
          </a:p>
        </p:txBody>
      </p:sp>
      <p:pic>
        <p:nvPicPr>
          <p:cNvPr id="5" name="Image 0" descr="/home/claude/f4/img/v2/africa_loc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and the seas around 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Longitudes: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From about 17° W to 51° 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Atlantic Ocean, Indian Ocean, Mediterranean Sea and Red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Size: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30 million km², the second largest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Cameroon: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physical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 high plateau: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Most of Africa is a high plateau.</a:t>
            </a:r>
            <a:endParaRPr lang="en-US" sz="3600" dirty="0"/>
          </a:p>
        </p:txBody>
      </p:sp>
      <p:pic>
        <p:nvPicPr>
          <p:cNvPr id="5" name="Image 0" descr="/home/claude/f4/img/v2/africa_plateau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plateau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High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Kilimanjaro (5,895 m) is the highest.</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valley in East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Big rivers and lakes: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the Congo, the Niger and Lake Victoria.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Few coastal plains: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coasts are smooth, with few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 and oceans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Indian, Mediterranean and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is a ______, not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flat land is called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détroit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Africa using latitudes, longitudes, oceans and seas. Give the size and the extreme points of Africa. Describe the general physical characteristics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climates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Suez Canal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2026-09-28T21:32:45Z</dcterms:created>
  <dcterms:modified xsi:type="dcterms:W3CDTF">2026-09-28T21:32:45Z</dcterms:modified>
</cp:coreProperties>
</file>