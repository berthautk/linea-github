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 (Part 4): The Equatorial Region: Human Activities (Farming, Lumbering, Hunting and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1. Equatorial Regions.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shifting cultivation, food crop, cash crop, plantation, lumbering, hunting, gathering. At the end, you should be able to do this: learners are able to describe the main activities of people in the Equatorial region and relate them to the forest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 (Part 3): The Equatorial Region: Types of Resources and Methods of Exploitation. The question was: Ask a farmer or a trader what crops come from the forest region of Cameroon. Write three food crops and two cash crops.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Food crops: cassava, plantains, cocoyams (also maize and groundnuts). Cash crops: cocoa and coffee (also oil palm and rubber).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shifting cultivation and plantation agriculture. Number 2: describe lumbering and its stages. Number 3: describe hunting, gathering and other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Equatorial region has timber, water, minerals, wildlife and farmland. Cocoa, coffee, oil palm and rubber grow well there. Timber is carried by lorries to the ports.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Paul's grandfather lives near Sangmélima. Every few years he clears a new piece of forest, burns it and plants cassava and plantains. Near the town, a big company grows oil palm on a very large farm.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know the different ways people farm in the forest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does the grandfather do every few years?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He clears and burns a new piece of forest to farm.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is the company farm different?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is very large, it grows one crop and it sells the harvest.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respect the forest when farming, cutting trees or hunting.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people earn a living in the Equatorial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piece of forest cleared and burnt for farming.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this farmer preparing? Why does he move to a new place after a few years?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He is preparing a farm by slash and burn. After a few years the soil becomes poor, so he moves: this is shifting cultivation.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farm with cassava and bananas.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three food crops grown in the forest region.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Cassava, plantains and cocoyams (also maize and groundnuts).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an oil palm plantation seen from the air.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a plantation? Give two examples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very large farm that grows one cash crop for sale, like the oil palm and rubber of the CDC or SOCAPALM.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small farmer dries cocoa beans.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Which cash crops do small farmers grow in the forest region?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Cocoa and coffee (also oil palm and bananas).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workers in a sawmill.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the stages of lumbering from the forest to the port.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Felling the trees, dragging the logs, carrying them by lorry, sawing them in a sawmill and exporting them from Douala or Kribi.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Shifting cultivation and Lumbering.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Farming. Farming in the Equatorial region takes the following forms. On this slide we have Shifting cultivation and Food crops.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Farming. On this slide we have Cash crops and Plantations.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Forestry and Lumbering. Lumbering is carried out in the following stages. On this slide we have Felling and Transport.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Forestry and Lumbering. On this slide we have Processing and export.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Hunting, Gathering and Other Activities. People also carry out the following activities. On this slide we have Hunting and Gathering.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Hunting, Gathering and Other Activities. On this slide we have Fishing and mining.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shifting cultivation?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clearing and burning a piece of forest, farming it for a few years and moving to a new place when the soil is poor.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two activities other than farming in the Equatorial region.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lumbering and hunting (also gathering, fishing, mining).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burn; number 2, plantation; number 3, lumbering.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Write two problems that forestry, farming or hunting cause to the forest, its animals or its rivers.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 (Part 5): The Equatorial Region: Problems Faced, Problems Caused and Attempted Solutions.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1 (PART 4): THE EQUATORIAL REGION: HUMAN ACTIVITIES (FARMING, LUMBERING, HUNTING AND OTHERS)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 (Part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Equatorial Region: Human Activities (Farming, Lumbering, Hunting and Others)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1. Equatorial Regions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 (Part 4): The Equatorial Region: Human Activities (Farming, Lumbering, Hunting and Others)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Shifting cultivation, food crop, cash crop, plantation, lumbering, hunting, gathering.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Human activities of the Equatorial region: forestry, farming, hunting, lumbering and others (progression sheet, week 5).</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main activities of people in the Equatorial region and relate them to the forest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 (Part 3): The Equatorial Region: Types of Resources and Methods of Exploitation):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 farmer or a trader what crops come from the forest region of Cameroon. Write three food crops and two cash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Food crops: cassava, plantains, cocoyams (also maize and groundnuts). Cash crops: cocoa and coffee (also oil palm and rubber).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shifting cultivation and plantation agriculture.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lumbering and its stages.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hunting, gathering and other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Equatorial region has timber, water, minerals, wildlife and farmland.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Cocoa, coffee, oil palm and rubber grow well there.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Timber is carried by lorries to the ports.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Paul's grandfather lives near Sangmélima. Every few years he clears a new piece of forest, burns it and plants cassava and plantains. Near the town, a big company grows oil palm on a very large farm.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know the different ways people farm in the forest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the grandfather do every few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 clears and burns a new piece of forest to farm.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the company farm different?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very large, it grows one crop and it sells the harvest.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Respect the forest when farming, cutting trees or hunting.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people earn a living in the Equatorial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SHIFTING CULTIVATION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clear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piece of forest cleared and burnt for farming.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SHIFTING CULTIVATION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 farmer preparing? Why does he move to a new place after a few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SHIFTING CULTIVATION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 is preparing a farm by slash and burn. After a few years the soil becomes poor, so he moves: this is shifting cultivation.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FOOD CROPS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cassava_far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farm with cassava and bananas.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FOOD CROPS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food crops grown in the forest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FOOD CROPS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Cassava, plantains and cocoyams (also maize and groundnuts).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PLANTATIONS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oilpal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oil palm plantation seen from the air.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PLANTATIONS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plantation? Give two examples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PLANTATIONS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very large farm that grows one cash crop for sale, like the oil palm and rubber of the CDC or SOCAPALM.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CASH CROPS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coco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small farmer dries cocoa beans.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CASH CROPS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cash crops do small farmers grow in the forest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CASH CROPS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Cocoa and coffee (also oil palm and bananas).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LUMBERING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sawmil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Workers in a sawmill.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LUMBERING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the stages of lumbering from the forest to the 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LUMBERING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Felling the trees, dragging the logs, carrying them by lorry, sawing them in a sawmill and exporting them from Douala or Kribi.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Natural Regions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 (Part 4): The Equatorial Region: Human Activities (Farming, Lumbering, Hunting and Others)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Shifting cultivation: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farming a cleared piece of forest for a few years and moving to a new place when the soil is poor.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Lumbering: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cutting of trees and the sale of their wood.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Farming</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Farming in the Equatorial region takes the following forms: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Shifting cultivation: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clear and burn a piece of forest, farm it and move when the soil becomes poor.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Food crops: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grow cassava, plantains, cocoyams and maize to feed their families.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Farming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Cash crops: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Small farmers grow cocoa and coffee to sell.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Plantations: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Large companies such as the CDC and SOCAPALM grow oil palm, rubber and bananas on very large farms.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Forestry and Lumbering</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Lumbering is carried out in the following stages: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Felling: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Workers cut the big hardwood trees with chainsaws.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logs are dragged out by tractors and carried by lorries or trains.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Forestry and Lumbering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Processing and export: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logs are sawn in sawmills or exported through the ports of Douala and Kribi.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Hunting, Gathering and Other Activities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also carry out the following activities: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Hunting: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such as the Baka hunt animals for food, but hunting is controlled by law.</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Gathering: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gather fruits, honey, mushrooms, eru and njansang in the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Hunting, Gathering and Other Activities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Fishing and mining: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fish in the rivers and at sea, and some dig gold or work in oil fields.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shifting cultivation?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Clearing and burning a piece of forest, farming it for a few years and moving to a new place when the soil is poor.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activities other than farming in the Equatorial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Lumbering and hunting (also gathering, fishing,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Clearing the forest by cutting and burning is called slash and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very large farm that grows one cash crop is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cutting and selling of trees for timber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two problems that forestry, farming or hunting cause to the forest, its animals or its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 (Part 5): The Equatorial Region: Problems Faced, Problems Caused and Attempted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Farming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L'agriculture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Shifting cultivation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L'agriculture itinérante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Lumbering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L'exploitation forestière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Hunting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chasse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Gathering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cueillette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Sawmill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scierie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 (Part 4): The Equatorial Region: Human Activities (Farming, Lumbering, Hunting and Others)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shifting cultivation and plantation agriculture. Describe lumbering and its stages. Describe hunting, gathering and other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main activities of people in the Equatorial region and relate them to the forest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Farming; Forestry and Lumbering; Hunting, Gathering and Other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Write two problems that forestry, farming or hunting cause to the forest, its animals or its rivers.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The Baka of the East and South Regions live mainly from hunting and gathering; hunting is regulated by the Forestry Law of 1994 (protected species, hunting seasons).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how a farm is cleared in the forest.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foods from the south sold in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name products made from palm oil.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ask who has seen cocoa pods.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write the stages on the board.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 — week 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Climate data for Yaoundé: long-term averages (approximate).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“Slash and burn agriculture in the Amazon” by Matt-Zimmerman, CC BY 2.0, via Flickr (https://www.flickr.com/photos/16725630@N00/1524189000)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“Workshop in Lushoto, Tanzania” by CGIAR Climate, CC BY-NC-SA 2.0, via Flickr (https://www.flickr.com/photos/55227776@N04/8551480688)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“Aerial view of oil palm plantation” by CIFOR, CC BY-NC-ND 2.0, via Flickr (https://www.flickr.com/photos/45423546@N07/38802487905)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“Farmer sun drying cocoa beans” by IITA Image Library, CC BY-NC 2.0, via Flickr (https://www.flickr.com/photos/45796762@N03/4598613756)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“CBCF Project, Yogyakarta” by CIFOR, CC BY-NC-ND 2.0, via Flickr (https://www.flickr.com/photos/45423546@N07/35977173724)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2026-09-27T11:13:12Z</dcterms:created>
  <dcterms:modified xsi:type="dcterms:W3CDTF">2026-09-27T11:13:12Z</dcterms:modified>
</cp:coreProperties>
</file>