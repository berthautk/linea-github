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4): The Equatorial Region: Human Activities (Farming, Lumbering, Hunting and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shifting cultivation, food crop, cash crop, plantation, lumbering, hunting, gathering. At the end, you should be able to do this: learners are able to describe the main activities of people in the Equatorial region and relate them to the forest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3): The Equatorial Region: Types of Resources and Methods of Exploitation. The question was: Define shifting cultivation.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farming a piece of forest for a few years and moving when the soil is poor.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shifting cultivation and plantation agriculture. Number 2: describe lumbering and its stages. Number 3: describe hunting, gathering and other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has timber, water, minerals, wildlife and farmland. Cocoa, coffee, oil palm and rubber grow well there. Timber is carried by lorries to the ports.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Paul's grandfather lives near Sangmélima. Every few years he clears a new piece of forest, burns it and plants cassava. Near the town, a company grows oil palm on a very large farm. Paul asks: "Why does grandfather keep moving his farm, and what other work do people do in the forest?"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understand why his grandfather moves his farm and what other activities exist in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grandfather plant?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Cassava.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company grow?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palm, on a very large farm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forest when farming, cutting trees or hunting.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earn a living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cleared piece of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farmer move to a new place after a few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becomes poor: this is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food crop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food crops of the forest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Cassava and plantains (also cocoyams).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oil palms on a large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a very large farm that grows one crop for sale?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the logs in a sawmill?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sawn into planks.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forest animals.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hunting controlled by law?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animals that are becoming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Shifting cultivation and Lumbering.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Farming takes the following forms. Copy the point on Shifting cultivation on the left, then draw the diagram on the right: slash and burn.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On this slide we have Food crops and Cash crops.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Plantations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Forestry and Lumbering. Lumbering has the following stages. On this slide we have Felling and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Sawing and export on the left, then draw the diagram on the right: a sawmill.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Hunting and Other Activities. People also carry out the following activities. On this slide we have Hunting and Gathering.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Hunting and Other Activities. On this slide we have Fishing and Mining.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shifting cultivation?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clearing and burning a piece of forest, farming it for a few years and moving to a new place when the soil is poor.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activities other than farming in the Equatorial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lumbering and hunting (also gathering, fishing, mining).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burn; number 2, plantation; number 3,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problems caused by man in the forest.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5): The Equatorial Region: Problems Faced, Problems Caused and Attempted Solutions.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4): THE EQUATORIAL REGION: HUMAN ACTIVITIES (FARMING, LUMBERING, HUNTING AND OTHERS)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Human Activities (Farming, Lumbering, Hunting and Others)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4): The Equatorial Region: Human Activities (Farming, Lumbering, Hunting and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Shifting cultivation, food crop, cash crop, plantation, lumbering, hunting, gathering.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activities of the Equatorial region: forestry, farming, hunting, lumbering and others (progression sheet, week 5).</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main activities of people in the Equatorial region and relate them to the forest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3): The Equatorial Region: Types of Resources and Methods of Exploitation):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a piece of forest for a few years and moving when the soil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shifting cultivation and plantation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lumbering and its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hunting, gathering and other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has timber, water, minerals, wildlife and farmland.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coffee, oil palm and rubber grow well there.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carried by lorries to the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Paul's grandfather lives near Sangmélima. Every few years he clears a new piece of forest, burns it and plants cassava. Near the town, a company grows oil palm on a very large farm. Paul asks: "Why does grandfather keep moving his farm, and what other work do people do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understand why his grandfather moves his farm and what other activities exist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grandfather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company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palm, on a very large farm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forest when farming, cutting trees or 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earn a living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piece of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farmer move to a new place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becomes poor: this is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ssava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crop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food crops of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 and plantains (also cocoyams).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palms on a large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very large farm that grows one crop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logs in a sawmill?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sawn into planks.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animals.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hunting controlled by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animals that are becoming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4): The Equatorial Region: Human Activities (Farming, Lumbering, Hunting and Others)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farming a piece of forest for a few years and moving when the soil is poor.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Lumbering: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cutting of trees for their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Farming takes the following forms: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Shifting cultivation: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Farmers clear, burn, farm and then move.</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slash and burn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Food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Cassava, plantains, cocoyams and maize.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Cash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and coffee on small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Plantations: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palm, rubber and bananas (CDC, SOCAPALM).</a:t>
            </a:r>
            <a:endParaRPr lang="en-US" sz="36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Forestry and Lumbering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Lumbering has the following stages: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Felling: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with chainsaws.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Logs are carried by lorries or trains.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Forestry and Lumbering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Sawing and export: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Logs are sawn in sawmills or exported from Douala and Kribi.</a:t>
            </a:r>
            <a:endParaRPr lang="en-US" sz="3600" dirty="0"/>
          </a:p>
        </p:txBody>
      </p:sp>
      <p:pic>
        <p:nvPicPr>
          <p:cNvPr id="5" name="Image 0" descr="/home/claude/f4/img/v2/usa_sawmi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sawmill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Hunting and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also carry out the following activities: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are hunted for meat, but hunting is controlled.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Gathering: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Fruits, honey, eru and njansang.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Hunting and Other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rivers and at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Mining: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Gold in the East and oil near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and burning a piece of forest, farming it for a few years and moving to a new place when the soil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activities other than farming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Lumbering and hunting (also gathering, fishing,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Clearing the forest by cutting and burning is called slash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farm that grows one cash crop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cutting and selling of trees for timber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caused by man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5): The Equatorial Region: Problems Faced, Problems Caused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Lumbering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cueillette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4): The Equatorial Region: Human Activities (Farming, Lumbering, Hunting and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shifting cultivation and plantation agriculture. Describe lumbering and its stages. Describe hunting, gathering and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main activities of people in the Equatorial region and relate them to the forest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Forestry and Lumbering; Hunting and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problems caused by man in the forest.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Baka of the East and South Regions live mainly from hunting and gathering; hunting is regulated by the Forestry Law of 1994 (protected species, hunting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slash and burn.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food crops sold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CDC.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plank.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rare animals.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2026-10-02T05:14:03Z</dcterms:created>
  <dcterms:modified xsi:type="dcterms:W3CDTF">2026-10-02T05:14:03Z</dcterms:modified>
</cp:coreProperties>
</file>