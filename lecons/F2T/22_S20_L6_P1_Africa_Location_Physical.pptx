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6 (Part 1): Africa: Introduction (Location and Physical Characteristics).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Africa.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Regional Geography, and the sub-topic is Africa. The key notions we shall use today are: continent, location, extreme points, Strait of Gibraltar, Suez Canal, plateau continent. At the end, you should be able to do this: learners are able to locate Africa and Cameroon on a world map and describe the position of Africa in relation to other continents.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(Part 6): The Sectors of the Economy: The Quaternary Sector (Definition and Examples). The question was: On a map of Africa in your atlas, find Cameroon and name the four oceans and seas that surround Africa.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Africa is surrounded by the Atlantic Ocean (west), the Indian Ocean (east), the Mediterranean Sea (north) and the Red Sea (north-east).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locate Africa using latitudes, longitudes, oceans and seas. Number 2: give the size and the extreme points of Africa. Number 3: describe the general physical characteristics of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economy has four sectors: primary, secondary, tertiary and quaternary. Most Africans work in the primary sector. Today we begin the study of our continent, Africa.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During a football tournament, a boy from Brazil asks Kevin: "Where exactly is Africa? Is it a country or a continent? Which seas are around it?"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boy does not know where Africa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Is Africa a country or a continent?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continent, with 54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can Kevin show him?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With a map or a globe.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know the map of Africa and the place of Cameroon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where Africa is and what its land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africa and the seas around it.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oceans and seas around Africa.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Atlantic Ocean, the Indian Ocean, the Mediterranean Sea and the Red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Suez Canal in Egypt.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The Suez Canal separates Africa from which continent?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Asia.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 cross-section of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Most of Africa is high, flat land. What do we call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plateau.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mount Kilimanjaro, Tanzania.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This is the highest mountain of Africa. What is its name?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Kilimanjaro (5,895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River Nile in Egypt.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This is the longest river of Africa. What is its name?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Nile (about 6,650 km).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Continent and Plateau.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Location and Size. Africa is located as follows. On this slide we have Seas and oceans and The Equator.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Location and Size. On this slide we have Neighbours and Size.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location of Africa.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Physical Characteristics. Africa has the following physical characteristics. On this slide we have A plateau continent and Highest point.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Physical Characteristics. On this slide we have Longest river and Coast.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four seas and oceans around Africa.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atlantic, Indian, Mediterranean and Red Sea.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the highest mountain of Africa?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kilimanjaro.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continent; number 2, Nile; number 3, plateau.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Compare the climate of Douala, Garoua and Maroua. Which town is the wettest, and which is the driest? Ask an adult or use your textbook.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6 (Part 2): Africa: Climate, Soils and Relief of Africa.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6 (PART 1): AFRICA: INTRODUCTION (LOCATION AND PHYSICAL CHARACTERISTICS)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6 (Part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Africa: Introduction (Location and Physical Characteristics)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Africa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Regional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Africa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6 (Part 1): Africa: Introduction (Location and Physical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Continent, location, extreme points, Strait of Gibraltar, Suez Canal, plateau continent.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Introduction to Africa: location, size and general physical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locate Africa and Cameroon on a world map and describe the position of Africa in relation to other continents.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(Part 6): The Sectors of the Economy: The Quaternary Sector (Definition and Examples)):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of Africa in your atlas, find Cameroon and name the four oceans and seas that surround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Africa is surrounded by the Atlantic Ocean (west), the Indian Ocean (east), the Mediterranean Sea (north) and the Red Sea (north-east).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Africa using latitudes, longitudes, oceans and seas.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size and the extreme points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general physical characteristics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economy has four sectors: primary, secondary, tertiary and quaternary.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Most Africans work in the primary sector.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Today we begin the study of our continent,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During a football tournament, a boy from Brazil asks Kevin: "Where exactly is Africa? Is it a country or a continent? Which seas are around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boy does not know where Africa 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Africa a country or a continent?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continent, with 54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Kevin show him?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a map or a globe.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Know the map of Africa and the place of Cameroon in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where Africa is and what its land looks like.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 AND SIZE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africa_location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Africa and the seas around it.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 AND SIZE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oceans and seas around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 AND SIZE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Atlantic Ocean, the Indian Ocean, the Mediterranean Sea and the Red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 AND SIZE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suez.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Suez Canal in Egypt.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 AND SIZE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Suez Canal separates Africa from which continent?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 AND SIZE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africa_plateau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cross-section of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of Africa is high, flat land. What do we call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plateau.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kilimanjaro.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Mount Kilimanjaro, Tanzania.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is the highest mountain of Africa. What is its name?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Kilimanjaro (5,895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ni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River Nile in Egypt.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is the longest river of Africa. What is its name?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Nile (about 6,650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Regional Geography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Africa</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(Part 1): Africa: Introduction (Location and Physical Characteristics)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Continent: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very large area of land.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Plateau: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high, flat area of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 and Size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Africa is located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Seas and oceans: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Africa is surrounded by the Atlantic Ocean, the Indian Ocean, the Mediterranean Sea and the Red Sea.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Equator: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Equator crosses the middle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 and Size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Neighbours: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Africa is close to Europe at Gibraltar and joined to Asia at Suez.</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Size: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Africa covers about 30 million km² and has 54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 and Size</a:t>
            </a:r>
            <a:endParaRPr lang="en-US" sz="3600" dirty="0"/>
          </a:p>
        </p:txBody>
      </p:sp>
      <p:pic>
        <p:nvPicPr>
          <p:cNvPr id="4" name="Image 0" descr="/home/claude/f4/img/v2/africa_location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location of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Physical Characteristics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Africa has the following physical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 plateau continent: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of Africa is a high and flat plateau.</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Highest point: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 Kilimanjaro, at 5,895 m, is the highest point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Physical Characteristics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Longest river: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Nile is the longest river in Africa.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Coast: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coast is smooth, with few bays and few natural 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seas and oceans around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Atlantic, Indian, Mediterranean and Red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highest mountain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Kilimanjaro.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Africa is a ______, not a country.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longest river of Africa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High, flat land is called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climate of Douala, Garoua and Maroua. Which town is the wettest, and which is the driest? Ask an adult or use your textbook.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(Part 2): Africa: Climate, Soils and Relief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Continent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continent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Ocean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L'océan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Strait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détroit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Canal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canal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Plateau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plateau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Coastline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littoral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Harbour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port naturel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Regional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6 (Part 1): Africa: Introduction (Location and Physical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Locate Africa using latitudes, longitudes, oceans and seas. Give the size and the extreme points of Africa. Describe the general physical characteristics of Africa.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locate Africa and Cameroon on a world map and describe the position of Africa in relation to other continents.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Location and Size; Physical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Compare the climate of Douala, Garoua and Maroua. Which town is the wettest, and which is the driest? Ask an adult or use your textbook.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Africa on the board and write the four names around it.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explain: a canal is a river dug by people.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with the Adamawa plateau.</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with Mount Cameroon (4,095 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find the Nile in the atlas.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“MV Maersk Taikung” by tim.md, CC BY-NC-ND 2.0, via Flickr (https://www.flickr.com/photos/50299151@N00/3252980648)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“Kilimanjaro” by ian 1602, CC BY-NC 2.0, via Flickr (https://www.flickr.com/photos/98181641@N00/2179855841)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“Egypt-5B-023 - Approaching Aswan” by archer10 (Dennis), CC BY-SA 2.0, via Flickr (https://www.flickr.com/photos/22490717@N02/2217394088)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2026-09-27T10:32:08Z</dcterms:created>
  <dcterms:modified xsi:type="dcterms:W3CDTF">2026-09-27T10:32:08Z</dcterms:modified>
</cp:coreProperties>
</file>