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5): The Sectors of the Economy: The Tertiary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tertiary sector, services, trade, transport, communication, banking, tourism, administration. At the end, you should be able to do this: learners are able to identify the services they use every day and explain why services are necessary for other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4): The Sectors of the Economy: The Secondary Sector (Definition and Examples). The question was: Give three services used every 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Transport, trade and health (also education and mobile money).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tertiary sector. Number 2: name the main tertiary activities. Number 3: give examples of tertiary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into finished goods. It includes agro-industries, heavy industries, construction, energy and crafts.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CICAM factory in Garoua has made a lot of cloth, but the road to Ngaoundéré is damaged and lorries cannot pass. The cloth stays in the factory, and traders in the South have nothing to sell. The manager asks: "Which activities help goods reach the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goods cannot reach buyers because transport is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can the lorries not pass?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is damaged.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traders, who have nothing to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services such as mobile money and banks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give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People buy and sell here. What is this service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means of transport used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and train (also plane and boat).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mobile money help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send and keep money with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service given by the state.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 (also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tourists.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tourists visit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see animals in the Waza and Bénoué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Tertiary Activities. The tertiary sector includes the following activities. Copy the point on Trade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a train.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Banking and mobile money, Education and health and Communication.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tertiary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gives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examples of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transport and education (also banking, health, tourism).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tertiary; number 2, trade;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research centre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6): The Sectors of the Economy: The Quaternary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5): THE SECTORS OF THE ECONOMY: THE TERTIARY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Tertiary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Tertiary sector, services, trade, transport, communication, banking, tourism, administration.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tertiary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4): The Sectors of the Economy: The Secondary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services used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trade and health (also education and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tertiary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tertiary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tertiary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 into finished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includes agro-industries, heavy industries, construction, energy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CICAM factory in Garoua has made a lot of cloth, but the road to Ngaoundéré is damaged and lorries cannot pass. The cloth stays in the factory, and traders in the South have nothing to sell. The manager asks: "Which activities help goods reach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goods cannot reach buyers because transport is blocked.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the lorries not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is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traders, who have nothing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services such as mobile money and banks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and sell here. What is this service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means of transport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and train (also plane and boat).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mobile money help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send and keep money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service given by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(also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see animals in the Waza and Bénoué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give services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tertiary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Trade: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Buying and selling in markets and shops.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Roads, railways, air and water transport.</a:t>
            </a:r>
            <a:endParaRPr lang="en-US" sz="3600" dirty="0"/>
          </a:p>
        </p:txBody>
      </p:sp>
      <p:pic>
        <p:nvPicPr>
          <p:cNvPr id="5" name="Image 0" descr="/home/claude/f4/img/v2/f2t_t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Banking and mobile money: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Keeping and sending money.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Schools and hospitals.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Communication: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Telephone, radio, television and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gives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education (also banking, health,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gives services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Buying and selling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Visiting parks for pleasure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 care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soins de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tertiary sector. Name the main tertiary activities. Give examples of tertiary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Tertiary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research centre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means of transport.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mobile money.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public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2026-09-29T03:12:33Z</dcterms:created>
  <dcterms:modified xsi:type="dcterms:W3CDTF">2026-09-29T03:12:33Z</dcterms:modified>
</cp:coreProperties>
</file>