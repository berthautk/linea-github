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5): The Sectors of the Economy: The Tertiary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tertiary sector, services, trade, transport, communication, banking, tourism, administration. At the end, you should be able to do this: learners are able to identify the services they use every day and explain why services are necessary for other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4): The Sectors of the Economy: The Secondary Sector (Definition and Examples). The question was: Give three services used every day.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Transport, trade and health (also education and mobile money).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tertiary sector. Number 2: name the main tertiary activities. Number 3: give examples of tertiary activities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secondary sector transforms raw materials into finished goods. It includes agro-industries, heavy industries, construction, energy and crafts.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CICAM factory in Garoua has made a lot of cloth, but the road to Ngaoundéré is damaged and lorries cannot pass. The cloth stays in the factory, and traders in the South have nothing to sell. The manager asks: "Which activities help goods reach the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goods cannot reach buyers because transport is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can the lorries not pass?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road is damaged.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suffers in the South?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traders, who have nothing to 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services such as mobile money and banks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give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People buy and sell here. What is this service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means of transport used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 and train (also plane and boat).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mobile money.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mobile money help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can send and keep money with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service given by the state.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Education (also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tourists.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tourists visit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see animals in the Waza and Bénoué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Tertiary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Tertiary Activities. The tertiary sector includes the following activities. Copy the point on Trade on the left, then draw the diagram on the right: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Transport on the left, then draw the diagram on the right: a train.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Tertiary Activities. On this slide we have Banking and mobile money, Education and health and Communication.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Tertiary Activities. On this slide we have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tertiary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gives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examples of services.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trade, transport and education (also banking, health, tourism).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tertiary; number 2, trade; number 3,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research centre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6): The Sectors of the Economy: The Quaternary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5): THE SECTORS OF THE ECONOMY: THE TERTIARY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Tertiary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5): The Sectors of the Economy: The Tertiary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Tertiary sector, services, trade, transport, communication, banking, tourism, administration.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tertiary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services they use every day and explain why services are necessary for other sectors.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4): The Sectors of the Economy: The Secondary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services used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trade and health (also education and mobile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tertiary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tertiary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tertiary activities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secondary sector transforms raw materials into finished goods.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includes agro-industries, heavy industries, construction, energy and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CICAM factory in Garoua has made a lot of cloth, but the road to Ngaoundéré is damaged and lorries cannot pass. The cloth stays in the factory, and traders in the South have nothing to sell. The manager asks: "Which activities help goods reach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goods cannot reach buyers because transport is blocked.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the lorries not pass?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is damaged.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traders, who have nothing to sell.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services such as mobile money and banks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give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buy and sell here. What is this service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means of transport used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and train (also plane and boat).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Mobile money.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mobile money help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send and keep money with a 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service given by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(also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fa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Tourists.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tourists visit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see animals in the Waza and Bénoué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5): The Sectors of the Economy: The Tertiary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Tertiary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that give services to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tertiary sector includes the following activities: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Trade: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Buying and selling in markets and shops.</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Transport: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Roads, railways, air and water transport.</a:t>
            </a:r>
            <a:endParaRPr lang="en-US" sz="3600" dirty="0"/>
          </a:p>
        </p:txBody>
      </p:sp>
      <p:pic>
        <p:nvPicPr>
          <p:cNvPr id="5" name="Image 0" descr="/home/claude/f4/img/v2/f2t_t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Banking and mobile money: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Keeping and sending money.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Education and health: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Schools and hospitals.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Communication: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Telephone, radio, television and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Tourism: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Visits to parks such as Waza and Bénoué.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tertiary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gives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examples of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transport and education (also banking, health,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that gives services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Buying and selling goods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Visiting parks for pleasure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research centre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6): The Sectors of the Economy: The Quaternary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Insurance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L'assurance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Health care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soins de santé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5): The Sectors of the Economy: The Tertiary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tertiary sector. Name the main tertiary activities. Give examples of tertiary activities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services they use every day and explain why services are necessary for other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Tertiary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research centre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market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means of transport.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uses mobile money.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public services.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parks.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2026-09-28T21:32:45Z</dcterms:created>
  <dcterms:modified xsi:type="dcterms:W3CDTF">2026-09-28T21:32:45Z</dcterms:modified>
</cp:coreProperties>
</file>