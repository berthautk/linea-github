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5): The Sectors of the Economy: The Tertiary Sector (Definition and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tertiary sector, services, trade, transport, communication, banking, tourism, administration. At the end, you should be able to do this: learners are able to identify the services they use every day and explain why services are necessary for other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4): The Sectors of the Economy: The Secondary Sector (Definition and Examples). The question was: List four services that your family uses every week, for example transport, school, hospital, market or mobile money.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transport (moto-taxi, bus); school; hospital or health centre; market; mobile money (MTN, Orange).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tertiary sector. Number 2: name the main tertiary activities. Number 3: give examples of tertiary activities in Cameroon and explain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into finished goods. It includes agro-industries, heavy industries, construction, energy and crafts.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CICAM factory in Garoua has made a lot of cloth, but the road to Ngaoundéré is damaged and lorries cannot pass. The cloth stays in the factory, and traders in the South have nothing to sell. The manager asks: "Which activities help goods reach the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goods cannot reach buyers because transport is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can the lorries not pass?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road is damaged.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suffers in the South?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traders, who have nothing to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services such as mobile money and banks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jobs that give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People buy and sell here. What is this service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means of transport used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 and train (also plane and boat).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mobile money help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send and keep money with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service given by the state.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 (also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tourists.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tourists visit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see animals in the Waza and Bénoué parks.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Tertiary Activities. The tertiary sector includes the following activities. Copy the point on Trade on the left, then draw the diagram on the right: a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Transport on the left, then draw the diagram on the right: a train.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Banking and mobile money, Education and health and Communication.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Tertiary Activities. On this slide we have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tertiary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sector that gives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examples of services.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trade, transport and education (also banking, health, tourism).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tertiary; number 2, trade; number 3,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what a research centre does. Ask an adult or read about IRAD (Institute of Agricultural Research for Development).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6): The Sectors of the Economy: The Quaternary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5): THE SECTORS OF THE ECONOMY: THE TERTIARY SECTOR (DEFINITION AND EXAMPLES)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The Tertiary Sector (Definition and Examples)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Tertiary sector, services, trade, transport, communication, banking, tourism, administration.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examples of the tertiary sector,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4): The Sectors of the Economy: The Secondary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services that your family uses every week, for example transport, school, hospital, market or mobile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transport (moto-taxi, bus); school; hospital or health centre; market; mobile money (MTN, Orange).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tertiary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tertiary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tertiary activities in Cameroon and explain their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 into finished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includes agro-industries, heavy industries, construction, energy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CICAM factory in Garoua has made a lot of cloth, but the road to Ngaoundéré is damaged and lorries cannot pass. The cloth stays in the factory, and traders in the South have nothing to sell. The manager asks: "Which activities help goods reach the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goods cannot reach buyers because transport is blocked.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the lorries not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road is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suffers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traders, who have nothing to sell.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services such as mobile money and banks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jobs that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buy and sell here. What is this service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means of transport used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and train (also plane and boat).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mobile money help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send and keep money with a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service given by the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(also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Tourists.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tourists visit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see animals in the Waza and Bénoué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5): The Sectors of the Economy: The Tertiary Sector (Definition and Examples)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activities that give services to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tertiary sector includes the following activities: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Trade: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Buying and selling in markets and shops.</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Transport: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Roads, railways, air and water transport.</a:t>
            </a:r>
            <a:endParaRPr lang="en-US" sz="3600" dirty="0"/>
          </a:p>
        </p:txBody>
      </p:sp>
      <p:pic>
        <p:nvPicPr>
          <p:cNvPr id="5" name="Image 0" descr="/home/claude/f4/img/v2/f2t_t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Banking and mobile money: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Keeping and sending money.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Schools and hospitals.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Communication: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Telephone, radio, television and internet.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Examples of Tertiary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parks such as Waza and Bénoué.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sector that gives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examples of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transport and education (also banking, health,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gives services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Buying and selling goods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Visiting parks for pleasure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what a research centre does. Ask an adult or read about IRAD (Institute of Agricultural Research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6): The Sectors of the Economy: The Quaternary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L'assurance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 care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soins de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5): The Sectors of the Economy: The Tertiary Sector (Definition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tertiary sector. Name the main tertiary activities. Give examples of tertiary activities in Cameroon and explain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services they use every day and explain why services are necessary for other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Tertiary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what a research centre does. Ask an adult or read about IRAD (Institute of Agricultural Research for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means of transport.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uses mobile money.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public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parks.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“Sri Lankan Leopard” by Shanaka Kalubowila, CC BY-NC-ND 2.0, via Flickr (https://www.flickr.com/photos/50057113@N06/43689916724)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2026-09-28T20:48:43Z</dcterms:created>
  <dcterms:modified xsi:type="dcterms:W3CDTF">2026-09-28T20:48:43Z</dcterms:modified>
</cp:coreProperties>
</file>