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5): The Sectors of the Economy: The Tertiary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tertiary sector, services, trade, transport, communication, banking, tourism, administration. At the end, you should be able to do this: learners are able to identify the services they use every day and explain why services are necessary for other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4): The Sectors of the Economy: The Secondary Sector (Definition and Examples). The question was: List four services that your family uses every week, for example transport, school, hospital, market or mobile money.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transport (moto-taxi, bus); school; hospital or health centre; market; mobile money (MTN, Orange).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tertiary sector. Number 2: name the main tertiary activities. Number 3: give examples of tertiary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into finished goods. It includes agro-industries, heavy industries, construction, energy and crafts.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CICAM factory in Garoua has made a lot of cloth. But the road to Ngaoundéré is damaged, and lorries cannot pass. The cloth stays in the factory, and traders in the South have nothing to sell.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cloth cannot reach the traders because the road is damaged.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service is missing?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the government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Repair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services such as mobile money and banks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give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These people buy and sell. What do we call this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means of transport used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(lorries, buses), train and plane (also boats).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mobile money shop.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mobile money help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can send and keep money with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teacher in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services given by the state.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Schools (education) and hospitals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leopard in a national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tourists visit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see wild animals in the Waza and Bénoué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the Tertiary Sector. The tertiary sector in Cameroon includes the following services. On this slide we have Trade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the Tertiary Sector. On this slide we have Banking, Social services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tertiary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gives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examples of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transport and education (also banking, health, tourism).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tertiary; number 2, trade;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a research centre does. Ask an adult or read about IRAD (Institute of Agricultural Research for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6): The Sectors of the Economy: The Quaternary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5): THE SECTORS OF THE ECONOMY: THE TERTIARY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Tertiary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Tertiary sector, services, trade, transport, communication, banking, tourism, administration.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tertiary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4): The Sectors of the Economy: The Secondary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transport (moto-taxi, bus); school; hospital or health centre; market; mobile money (MTN, Orange).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tertiary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tertiary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tertiary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 into finished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includes agro-industries, heavy industries, construction, energy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CICAM factory in Garoua has made a lot of cloth. But the road to Ngaoundéré is damaged, and lorries cannot pass. The cloth stays in the factory, and traders in the South have nothing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cloth cannot reach the traders because the road is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service is missing?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government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Repair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services such as mobile money and banks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people buy and sell. What do we call this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means of transport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(lorries, buses), train and plane (also boats).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BANKING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mobile money shop.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mobile money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BANKING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can send and keep money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SERVICES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teacher in 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services given by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SOCIAL SERVICES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(education) and hospitals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leopard in a national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see wild animals in the Waza and Bénoué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sector that gives services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the Tertiary Sector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tertiary sector in Cameroon includes the following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are bought and sold in markets, shops and supermarkets.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goods move by road, train, plane and boat.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the Tertiary Sector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Banks and mobile money keep and transfer money.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hospitals serve the population.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the Waza and Benue parks and the beaches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gives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education (also banking, health,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gives services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Buying and selling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Visiting parks for pleasure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 care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soins de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tertiary sector. Name the main tertiary activities. Give examples of tertiary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the Tertiary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a research centre does. Ask an adult or read about IRAD (Institute of Agricultural Research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describe the Garoua central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they travel to Ngaoundéré or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who uses mobile money in their family.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class itself as the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to name the national parks of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2026-09-27T11:12:33Z</dcterms:created>
  <dcterms:modified xsi:type="dcterms:W3CDTF">2026-09-27T11:12:33Z</dcterms:modified>
</cp:coreProperties>
</file>