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Desert Regions, part 2: Characteristics (Climate).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day and night temperatures in Garoua in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three numbers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desert valley that is dry for years and suddenly full of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42 °C and 26 °C on the board and subtract.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a cloudy night and a clear night in December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a very dusty Harmattan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250 2. range 3. sandstorm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3 (PART 2)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Desert Regions: Characteristics (Climate)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3. Desert Regions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2: Characteristics (Climate)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Aridity, diurnal temperature range, relative humidity, sandstorm, Harmattan, Sirocco, Khamsin.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 of the climate of hot deserts, with the example of Aswan (Egypt).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protect themselves from extreme heat and dust, and to explain why desert nights are cold.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rainfall of hot deserts.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temperatures of hot deserts and explain the large daily range.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winds and humidity of hot deserts.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deserts lie between 15° and 30° north and south of the Equator.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caused by dry trade winds, cold ocean currents, distance from the sea and rain shadow.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sandy (erg), stony (reg) and rocky (hamada) deserts.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Oumarou, a lorry driver from Garoua, crosses the Sahara. In the day, the metal of his lorry is too hot to touch. But at night, he is so cold that he needs a blanket.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Oumarou does not understand why the desert is hot by day and cold at night.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is the desert in the day and at night?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hot in the day and cold at night.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should he take with him?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Water, light clothes for the day and a blanket for the night.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climate of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rain_compar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per year in Douala, Garoua and Aswan (Egypt).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the rain of Aswan with the rain of Garoua.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Aswan gets only 2 mm. Garoua gets 1,000 mm, 500 times more.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wadi_fl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sudden flood in a dry desert valley.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desert, rain can stop for years, then a storm brings a flood. What does this show?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RAINFALL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rain is rare and irregular.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aswan_tem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Aswan (Egypt): temperature in the day (red) and at night (blue).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temperature in July in the day and at night? What is the difference?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42 °C, night 26 °C. The difference is 16 °C.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desert_nigh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desert by day and at night.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desert become cold at night?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no clouds, so the heat escapes into the sky.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WINDS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sandst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012" y="1691640"/>
            <a:ext cx="10266928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sandstorm arrives.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WINDS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this? Give one danger.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WINDS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sandstorm. People cannot see, and it hurts the eyes and lungs.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Desert Regions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The Desert Regions — Part 2: Characteristics (Climate)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 temperature range: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difference between the day and the night temperature.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Sandstorm: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strong wind that lifts sand into the air.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Rainfall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Very little rain: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than 250 mm per year.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Irregular rain: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stop for years.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Clear skies: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almost no clouds.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Temperatures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Hot days: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Often more than 40 °C.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Cold nights: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heat escapes at night.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Large range: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be 15 °C or more.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Temperatures (2/2)</a:t>
            </a:r>
            <a:endParaRPr lang="en-US" sz="3600" dirty="0"/>
          </a:p>
        </p:txBody>
      </p:sp>
      <p:pic>
        <p:nvPicPr>
          <p:cNvPr id="13" name="Image 0" descr="/home/claude/f4/img/v2/aswan_tem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two lines: day and night.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Winds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Hot, dry winds: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Harmattan and the Sirocco.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Sandstorms: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damage crops, roads and machines.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desert cold at night?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no clouds, so the heat escapes.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one hot, dry wind from the Sahara.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Harmattan (or the Sirocco).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deserts get less than ______ mm of rain per year.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difference between day and night temperature is the daily temperature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strong wind full of sand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a cactus, an acacia or a date palm near your home or in a picture. Write down one way in which it is adapted to lack of water.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3: Soils and Vegetation of Hot Deserts.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précipitations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L'humidité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range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L'amplitude thermique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jour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nuit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Sandstorm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tempête de sable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chaleur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2: Characteristics (Climate)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rainfall of hot deserts. Describe the temperatures of hot deserts and explain the large daily range. Describe the winds and humidity of hot deserts.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protect themselves from extreme heat and dust, and to explain why desert nights are cold.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Daily temperature range, Sandstorm; II. Rainfall: Very little rain, Irregular rain, Clear skies; III. Temperatures: Hot days, Cold nights, Large range; IV. Winds: Hot, dry winds, Sandstorms.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a cactus, an acacia or a date palm near your home or in a picture. Write down one way in which it is adapted to lack of water.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Aswan data (approximate normals): July day 42 °C, night 26 °C; January day 23 °C, night 9 °C; rainfall about 1–2 mm per year.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(hot deserts).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Aswan climate normals: NOAA 1991–2020 (via Wikipedia, "Aswan").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“Flooding on the road to Delicate Arch Overlook” by ArchesNPS, Public domain 1.0, via Flickr (https://www.flickr.com/photos/72578886@N08/8083724580)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“Sandstorm at Camp Bastion, Afghanistan” by Defence Images, CC BY-NC 2.0, via Flickr (https://www.flickr.com/photos/48399297@N04/10343833885)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2026-09-27T04:25:10Z</dcterms:created>
  <dcterms:modified xsi:type="dcterms:W3CDTF">2026-09-27T04:25:10Z</dcterms:modified>
</cp:coreProperties>
</file>