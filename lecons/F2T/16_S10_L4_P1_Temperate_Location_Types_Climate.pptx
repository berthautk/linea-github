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1): The Temperate Region: Location, Types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temperate region, seasons, westerlies, Mediterranean climate, oceanic climate, continental climate. At the end, you should be able to do this: learners are able to explain why countries like France or England have four seasons and to prepare for a trip to a temperate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5): The Desert Regions: Human Activities (Farming around Oases). The question was: Look at a world map in your atlas. Find two countries located between 30° and 60° north of the Equator,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France, Italy, Germany, the United Kingdom, the USA, Japan and China all lie between 30° and 60° 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temperate regions of the world. Number 2: name the four seasons of the temperate region. Number 3: describe the three main types of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People farm in the desert thanks to oases and irrigation. Beyond the deserts, towards the poles, the climate becomes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Aïssatou's brother is going to study in France in January. He packs only T-shirts and sandals. His mother says, "You need a thick coat, gloves and closed shoes. It is winter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that France is cold in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season is it in France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he take?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coat, gloves and closed shoes.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climate of temperate lands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temperate regions are and their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temperate regions of the world (green).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are the temperate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30° and 60°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seasons of the temperate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are there? Name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spring, summer, autumn and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in Europe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covers the street? What must people wear?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Snow. People wear thick coats, gloves and boots.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London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it cold in winter in London? Does it rain every month?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about 5 °C in winter. Yes, it rains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olive trees in a Mediterranean country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Here, summers are hot and dry, winters are mild and wet. What type of climate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Mediterranean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temperate region is defined as follows. On this slide we have Temperate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On this slide we have Season.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temperate region is found in both hemispheres. On this slide we have Northern Hemisphere.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Southern Hemisphere.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temperate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Climate. The temperate region has three main types of climate. On this slide we have Oceanic (British) climate and Mediterranean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Climate. On this slide we have Continental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seasons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spring, summer, autumn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60°; number 2, winter; number 3, Mediterranean.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picture of a European forest in autumn in your textbook or on television. Describe the colour of the leaves and say what happens to them in winter.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2): The Temperate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1): THE TEMPERATE REGION: LOCATION, TYPES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Location, Types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region, seasons, westerlies, Mediterranean climate, oceanic climate, continental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temperate regions; characteristics of the temperate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5): The Desert Regions: Human Activities (Farming around Oases)):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world map in your atlas. Find two countries located between 30° and 60° north of the Equator,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France, Italy, Germany, the United Kingdom, the USA, Japan and China all lie between 30° and 60°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temperate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main types of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in the desert thanks to oases and irrigation.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Beyond the deserts, towards the poles, the climate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Aïssatou's brother is going to study in France in January. He packs only T-shirts and sandals. His mother says, "You need a thick coat, gloves and closed shoes. It is winter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that France is cold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season is it in France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he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coat, gloves and closed shoes.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temperate lands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temperate regions are and their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temperate regions of the world (green).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are the temperate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the temperate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are there?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now_cit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Europe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the street? What must people wear?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People wear thick coats, gloves and boots.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London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cold in winter in London? Does it rain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about 5 °C in winter. Yes, it rains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Olive trees in a Mediterranean country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Here, summers are hot and dry, winters are mild and wet. What type of climate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between about 30° and 60° north and south of the Equator with four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year with its own weather: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is found in both hemispheres: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Hemisphere: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most of Europe, North America and part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Southern Hemisphere: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Argentina, South Africa, southern 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temperate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three main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(British)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mild summers, cool winters and rain all year brought by the westerlies.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Mediterranean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hot summers and very cold, snowy winters far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region is between 30°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season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dry summers are found in the ______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picture of a European forest in autumn in your textbook or on television. Describe the colour of the leaves and say what happens to them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printemps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Mediterranean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Méditerranéen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temperate regions of the world. Name the four seasons of the temperate region. Describe the three main types of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Location; Types of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picture of a European forest in autumn in your textbook or on television. Describe the colour of the leaves and say what happens to them in winter.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London data (approximate normals): January 5 °C, July 19 °C, about 600 mm of rain spread over the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lines 30° and 60°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four seasons on the board with one word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snow: frozen rain that is white and very cold.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temperature of London in January and July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countries around the Mediterranean Sea: Spain, Italy, Greece.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London climate normals: Met Office (via Wikipedia, "Climate of London").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“Toronto Winter Maintenance Budget” by MSVG, CC BY 2.0, via Flickr (https://www.flickr.com/photos/13907834@N00/5336969301)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2026-09-27T11:12:31Z</dcterms:created>
  <dcterms:modified xsi:type="dcterms:W3CDTF">2026-09-27T11:12:31Z</dcterms:modified>
</cp:coreProperties>
</file>