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(Part 1): The Temperate Region: Location, Types and Characteristics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Natural Regions: 4. The Temperate Region.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 in His Environment, and the sub-topic is Natural Regions. The key notions we shall use today are: temperate region, seasons, westerlies, Mediterranean climate, oceanic climate, continental climate. At the end, you should be able to do this: learners are able to explain why countries like France or England have four seasons and to prepare for a trip to a temperate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 (Part 5): The Desert Regions: Human Activities (Farming around Oases). The question was: Look at a world map in your atlas. Find two countries located between 30° and 60° north of the Equator, and write their names.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France, Italy, Germany, the United Kingdom, the USA, Japan and China all lie between 30° and 60° 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temperate regions of the world. Number 2: name the four seasons of the temperate region. Number 3: describe the three main types of temperate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Hot deserts lie between 15° and 30° north and south of the Equator. People farm in the desert thanks to oases and irrigation. Beyond the deserts, towards the poles, the climate becomes cooler.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Aïssatou's brother is going to study in France in January. He packs only T-shirts and sandals, but his mother says: "You need a thick coat, gloves and closed shoes. It is winter there." He asks: "Why is it cold in France when it is hot in Garoua?"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brother does not know the climate of the temperate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did he pack?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T-shirts and sandals.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season is it in France in January?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compare the climate of temperate lands with the climate of Garoua.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where the temperate regions are and their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temperate regions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Between which latitudes are the temperate regions?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30° and 60° north and south of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climate of London.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Does it rain in every month in London?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Yes, it rains in every month.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sunny coast in summer.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temperate climate has hot, dry summers and mild, wet winters?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Mediterranean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the seasons.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many seasons does the temperate region have?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Four: spring, summer, autumn and winter.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street in winter.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covers the street in winter?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Temperate region.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temperate regions are found in the following areas. Copy the point on Northern Hemisphere on the left, then draw the diagram on the right: the temperate regions.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On this slide we have Southern Hemisphere.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Types. There are three main types of temperate climate. Copy the point on Mediterranean on the left, then draw the diagram on the right: a Mediterranean coast.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Cool temperate western margin on the left, then draw the diagram on the right: the climate of London.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Types. On this slide we have Cool temperate continental.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the Climate. The temperate climate has the following characteristics. Copy the point on Four seasons on the left, then draw the diagram on the right: the four seasons.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the Climate. On this slide we have Mild temperatures, Rain and Snow.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seasons of the temperate region.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spring, summer, autumn and winter.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characteristic of the Mediterranean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hot, dry summers (and mild, wet winters).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60°; number 2, winter; number 3, Mediterranean.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a picture of a European forest in autumn in your textbook or on television. Describe the colour of the leaves and say what happens to them in winter.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4 (Part 2): The Temperate Region: Characteristics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4 (PART 1): THE TEMPERATE REGION: LOCATION, TYPES AND CHARACTERISTICS (CLIMATE)</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 (Part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Temperate Region: Location, Types and Characteristics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Natural Regions: 4. The Temperate Region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 in His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Natural Regions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(Part 1): The Temperate Region: Location, Types and Characteristics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Temperate region, seasons, westerlies, Mediterranean climate, oceanic climate, continental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and types of temperate regions; characteristics of the temperate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countries like France or England have four seasons and to prepare for a trip to a temperate country.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 (Part 5): The Desert Regions: Human Activities (Farming around Oases)):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world map in your atlas. Find two countries located between 30° and 60° north of the Equator, and write their names.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France, Italy, Germany, the United Kingdom, the USA, Japan and China all lie between 30° and 60° 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temperate regions of the world.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four seasons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three main types of temperate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Hot deserts lie between 15° and 30°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farm in the desert thanks to oases and irrigation.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Beyond the deserts, towards the poles, the climate becomes cooler.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Aïssatou's brother is going to study in France in January. He packs only T-shirts and sandals, but his mother says: "You need a thick coat, gloves and closed shoes. It is winter there." He asks: "Why is it cold in France when it is hot in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brother does not know the climate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he pack?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T-shirts and sandals.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season is it in France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the climate of temperate lands with the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where the temperate regions are and their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emperate_world_big.png">    </p:cNvPr>
          <p:cNvPicPr>
            <a:picLocks noChangeAspect="1"/>
          </p:cNvPicPr>
          <p:nvPr/>
        </p:nvPicPr>
        <p:blipFill>
          <a:blip r:embed="rId1"/>
          <a:stretch>
            <a:fillRect/>
          </a:stretch>
        </p:blipFill>
        <p:spPr>
          <a:xfrm>
            <a:off x="840158" y="1783080"/>
            <a:ext cx="10511380"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temperate regions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are the temperate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30° and 60° north and south of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ondon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of London.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Does it rain in every month in London?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Yes, it rains in every month.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mediterranea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sunny coast in summer.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temperate climate has hot, dry summers and mild, wet winters?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Mediterranean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our_seaso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seasons.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many seasons does the temperate region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Four: spring, summer, autumn and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snow_cit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street in winter.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covers the street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Snow.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 in His Environment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Natural Regions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4 (Part 1): The Temperate Region: Location, Types and Characteristics (Climate)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Temperate region: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the region with mild temperatures and four seasons, between 30° and 60° N and 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temperate regions are found in the following areas: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Northern Hemisphere: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Europe, North America, China and Japan.</a:t>
            </a:r>
            <a:endParaRPr lang="en-US" sz="3600" dirty="0"/>
          </a:p>
        </p:txBody>
      </p:sp>
      <p:pic>
        <p:nvPicPr>
          <p:cNvPr id="5" name="Image 0" descr="/home/claude/f4/img/v2/temperate_world_big.png">    </p:cNvPr>
          <p:cNvPicPr>
            <a:picLocks noChangeAspect="1"/>
          </p:cNvPicPr>
          <p:nvPr/>
        </p:nvPicPr>
        <p:blipFill>
          <a:blip r:embed="rId1"/>
          <a:stretch>
            <a:fillRect/>
          </a:stretch>
        </p:blipFill>
        <p:spPr>
          <a:xfrm>
            <a:off x="5349240" y="2565478"/>
            <a:ext cx="6659575" cy="2705452"/>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temperate regions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Southern Hemisphere: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South Africa, southern Australia, New Zealand and Argentina.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There are three main types of temperate climate:</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Mediterranean: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Hot, dry summers and mild, wet winters.</a:t>
            </a:r>
            <a:endParaRPr lang="en-US" sz="3600" dirty="0"/>
          </a:p>
        </p:txBody>
      </p:sp>
      <p:pic>
        <p:nvPicPr>
          <p:cNvPr id="5" name="Image 0" descr="/home/claude/f4/img/v2/f2t_mediterranea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Mediterranean coast</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Cool temperate western margin: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Mild and rainy all year, like London.</a:t>
            </a:r>
            <a:endParaRPr lang="en-US" sz="3600" dirty="0"/>
          </a:p>
        </p:txBody>
      </p:sp>
      <p:pic>
        <p:nvPicPr>
          <p:cNvPr id="5" name="Image 0" descr="/home/claude/f4/img/v2/london_climate_big.png">    </p:cNvPr>
          <p:cNvPicPr>
            <a:picLocks noChangeAspect="1"/>
          </p:cNvPicPr>
          <p:nvPr/>
        </p:nvPicPr>
        <p:blipFill>
          <a:blip r:embed="rId1"/>
          <a:stretch>
            <a:fillRect/>
          </a:stretch>
        </p:blipFill>
        <p:spPr>
          <a:xfrm>
            <a:off x="5349240" y="2461422"/>
            <a:ext cx="6659575" cy="291356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 of London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Types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Cool temperate continental: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summers and very cold winters, like Moscow.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Characteristics of the Climate</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temperate climate has the following characteristics: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Four seasons: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Spring, summer, autumn and winter.</a:t>
            </a:r>
            <a:endParaRPr lang="en-US" sz="3600" dirty="0"/>
          </a:p>
        </p:txBody>
      </p:sp>
      <p:pic>
        <p:nvPicPr>
          <p:cNvPr id="5" name="Image 0" descr="/home/claude/f4/img/v2/four_season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four seasons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Characteristics of the Climate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Mild temperatures: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Warm summers and cool or cold winters.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Rain: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Rain falls in all seasons in most places.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Snow: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Snow falls in winter in cold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seasons of the temperate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Spring, summer, autumn and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characteristic of the Mediterranean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dry summers (and mild, wet winters).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temperate region is between 30° and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cold season is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Hot, dry summers are found in the ______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a picture of a European forest in autumn in your textbook or on television. Describe the colour of the leaves and say what happens to them in winter.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(Part 2): The Temperate Region: Characteristics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Temperate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Tempéré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Spring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printemps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Summer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Autumn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L'automne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Snow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neige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Westerlies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vents d'ouest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Mediterranean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Méditerranéen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 in His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(Part 1): The Temperate Region: Location, Types and Characteristics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temperate regions of the world. Name the four seasons of the temperate region. Describe the three main types of temperate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countries like France or England have four seasons and to prepare for a trip to a temperate country.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Location; Types; Characteristics of the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a picture of a European forest in autumn in your textbook or on television. Describe the colour of the leaves and say what happens to them in winter.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London data (approximate normals): January 5 °C, July 19 °C, about 600 mm of rain spread over the year.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lines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London's rainfall.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Mediterranean countries.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write the four seasons.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ice from a fridge.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Class textbook: The major biomes of the world (temperate regions).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London climate normals: Met Office (via Wikipedia, "Climate of London").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“Oro Mediterraneo / Mediterranean Gold” by Cristy Valencia, CC BY 2.0, via Flickr (https://www.flickr.com/photos/24522216@N03/5927925845)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“Toronto Winter Maintenance Budget” by MSVG, CC BY 2.0, via Flickr (https://www.flickr.com/photos/13907834@N00/5336969301)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2026-09-28T20:48:42Z</dcterms:created>
  <dcterms:modified xsi:type="dcterms:W3CDTF">2026-09-28T20:48:42Z</dcterms:modified>
</cp:coreProperties>
</file>