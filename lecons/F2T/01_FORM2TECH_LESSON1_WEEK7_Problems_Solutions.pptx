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 The Equatorial Region: Problems Faced, Problems Caused and Attempted Solutions.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2 Technical. It belongs to Economic Geography — Natural Regions: 1. Equatorial Regions.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Man in His Environment, and the sub-topic is Natural Regions. The key notions we shall use today are: deforestation, soil erosion, loss of biodiversity, conservation, reforestation. At the end, you should be able to do this: learners are able to recognise the damage caused by cutting down trees around them and take simple actions to protect trees, soils and rivers.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identify the problems that the Equatorial environment creates for people. Number 2: identify the problems that human activities cause to the Equatorial environment. Number 3: describe the solutions that have been attempted to solve these problems.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Equatorial region is hot and wet all year, with a thick evergreen forest and poor ferrallitic soils. Its resources are timber, water, minerals, wildlife and farmland. People exploit them through lumbering, plantation farming, hunting and mining.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Paul visits his uncle in a village of the East Region. A logging company has cut many trees near the village. After a heavy rain, muddy water runs into the village stream. Now the water is dirty and there are fewer fish.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village stream is muddy and has fewer fish.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Why did the mud go into the stream?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trees were cut, so the rain washed the bare soil into the stream.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can the village do?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It can plant trees and keep the trees along the stream.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plant trees and protect the forest and its animals.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problems of the forest region and how to solve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road after heavy rain in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Look at the road. What problem does heavy rain cause for transport?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road becomes muddy. Cars and people move with difficulty.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bed with a mosquito net.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Why do people sleep under a net like this? Which disease does it prevent?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net stops mosquitoes. It prevents malaria.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lorry carries big logs in the East Region of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Where do these logs come from? What happens to the forest?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come from the forest. The trees are cut: this is deforestation.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animation: animation: rain on bare soil (left) and on soil covered with plants (right).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On which side does the rain wash the soil away? Why?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On the left, because the soil is bare. The plants protect the soil on the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girl holds a young tree to plant it.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What is she going to do? How does it help the forest?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She will plant the young tree. New trees bring the forest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Deforestation and Soil erosion.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Conservation.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Problems Faced by Man. People in the equatorial region face the following problems. On this slide we have Transport and Diseases.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Problems Faced by Man. On this slide we have The thick forest and Poor soils.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Problems Caused by Man. People cause the following problems in the equatorial region. On this slide we have Deforestation and Soil erosion.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Problems Caused by Man. On this slide we have Loss of animals and Water pollution.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Attempted Solutions. The following solutions have been attempted. On this slide we have Reforestation and Protected areas.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Attempted Solutions. On this slide we have Selective logging and Health care.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two problems faced by man in the forest region.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muddy roads and diseases like malaria.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solutions to deforestation.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planting new trees and creating protected areas.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deforestation; number 2, malaria; number 3, reforestation.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Observe the vegetation around your home in Garoua. Are there tall trees growing close together, or grasses with scattered trees? Write two sentences to describe it.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 The Tropical Grassland Region: Location and Characteristics (Climate).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2 TECHNICAL</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LESSON 1: THE EQUATORIAL REGION: PROBLEMS FACED, PROBLEMS CAUSED AND ATTEMPTED SOLUTIONS</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gif"/><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2 TECHNICAL</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Equatorial Region: Problems Faced, Problems Caused and Attempted Solutions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2 Technical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Economic Geography — Natural Regions: 1. Equatorial Regions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 in His Environment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Natural Regions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 The Equatorial Region: Problems Faced, Problems Caused and Attempted Solutions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Deforestation, soil erosion, loss of biodiversity, conservation, reforestation.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Problems faced by man, problems caused by man and attempted solutions in the Equatorial region (progression sheet, week 7).</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recognise the damage caused by cutting down trees around them and take simple actions to protect trees, soils and rivers.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Identify the problems that the Equatorial environment creates for people.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Identify the problems that human activities cause to the Equatorial environment.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solutions that have been attempted to solve these problems.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Equatorial region is hot and wet all year, with a thick evergreen forest and poor ferrallitic soils.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Its resources are timber, water, minerals, wildlife and farmland.</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People exploit them through lumbering, plantation farming, hunting and mining.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Paul visits his uncle in a village of the East Region. A logging company has cut many trees near the village. After a heavy rain, muddy water runs into the village stream. Now the water is dirty and there are fewer fish.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village stream is muddy and has fewer fish.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did the mud go into the stream?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trees were cut, so the rain washed the bare soil into the stream.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can the village do?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can plant trees and keep the trees along the stream.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Plant trees and protect the forest and its animals.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problems of the forest region and how to solve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PROBLEMS FACED BY MAN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2t_muddy_roa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road after heavy rain in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PROBLEMS FACED BY MAN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Look at the road. What problem does heavy rain cause for transport?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PROBLEMS FACED BY MAN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road becomes muddy. Cars and people move with difficulty.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PROBLEMS FACED BY MAN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mosquito_ne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bed with a mosquito net.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PROBLEMS FACED BY MAN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people sleep under a net like this? Which disease does it prevent?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PROBLEMS FACED BY MAN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net stops mosquitoes. It prevents malaria.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PROBLEMS CAUSED BY MAN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logging_truck.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lorry carries big logs in the East Region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PROBLEMS CAUSED BY MAN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do these logs come from? What happens to the forest?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PROBLEMS CAUSED BY MAN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come from the forest. The trees are cut: this is deforestation.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PROBLEMS CAUSED BY MAN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erosion_rain.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rain on bare soil (left) and on soil covered with plants (right).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PROBLEMS CAUSED BY MAN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which side does the rain wash the soil away? Why?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PROBLEMS CAUSED BY MAN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the left, because the soil is bare. The plants protect the soil on the right.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ATTEMPTED SOLUTIONS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tree_planting.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girl holds a young tree to plant it.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ATTEMPTED SOLUTIONS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she going to do? How does it help the forest?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ATTEMPTED SOLUTIONS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She will plant the young tree. New trees bring the forest back.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Man in His Environment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Natural Regions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 The Equatorial Region: Problems Faced, Problems Caused and Attempted Solutions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Deforestation: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cutting down of forests.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Soil erosion: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washing away of soil by rain or wind.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Conservation: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protection of nature for the future.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Problems Faced by Man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People in the equatorial region face the following problems: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Transport: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Heavy rain makes the roads muddy and hard to use.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Diseases: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Mosquitoes carry malaria in the hot and wet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Problems Faced by Man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The thick forest: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dense forest is hard to clear for farms and roads.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Poor soils: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Heavy rain washes the plant food out of the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Problems Caused by Man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People cause the following problems in the equatorial region: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Deforestation: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cut too many trees for timber and farms.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Soil erosion: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Rain washes away the soil left bare after cutting trees.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Problems Caused by Man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Loss of animals: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Animals such as gorillas and elephants become rare.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Water pollution: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Mining and waste make the rivers dirty.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Attempted Solutions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following solutions have been attempted: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Reforestation: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plant new trees where forests were cut.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Protected areas: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National parks such as the Dja protect plants and animals.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Attempted Solutions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Selective logging: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Companies cut only some big trees and leave the young ones.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Health care: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government gives mosquito nets to fight malaria.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problems faced by man in the forest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Muddy roads and diseases like malaria.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solutions to deforestation.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Planting new trees and creating protected areas.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cutting down of forests is called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Mosquitoes carry a disease called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planting of new trees is called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Observe the vegetation around your home in Garoua. Are there tall trees growing close together, or grasses with scattered trees? Write two sentences to describe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 The Tropical Grassland Region: Location and Characteristics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Deforestation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déforestation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Soil erosion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L'érosion des sols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Biodiversity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biodiversité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Poaching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braconnage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Reforestation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reboisement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Protected area</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L'aire protégée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Conservation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conservation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Mosquito net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moustiquaire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Man in His Environment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 The Equatorial Region: Problems Faced, Problems Caused and Attempted Solutions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Identify the problems that the Equatorial environment creates for people. Identify the problems that human activities cause to the Equatorial environment. Describe the solutions that have been attempted to solve these problems.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recognise the damage caused by cutting down trees around them and take simple actions to protect trees, soils and rivers.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Problems Faced by Man; Problems Caused by Man; Attempted Solutions.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Observe the vegetation around your home in Garoua. Are there tall trees growing close together, or grasses with scattered trees? Write two sentences to describe it.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Dja Faunal Reserve: UNESCO World Heritage site since 1987. Forestry Law No. 94/01 of 20 January 1994 obliges logging companies to follow a management plan.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4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ask learners to describe the roads of their village in August.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show a real mosquito net in class.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ask learners where the wood of their school desks comes from.</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pour water on bare soil and on soil with grass.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ask learners if they have ever planted a tree.</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Harmonised Progression Sheet, Economic Geography (5051), Form 2 — week 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Lesson 1 document: The Equatorial Region (teacher's file).</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UNESCO: Dja Faunal Reserve (1987); Cameroon Forestry Law No. 94/01 of 20 January 1994.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“Cameroon - UN Women's Gender Road Project” by UN Women Gallery, CC BY-NC-ND 2.0, via Flickr (https://www.flickr.com/photos/51431730@N04/40672356003)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“On Vacation in Africa” by orkomedix, CC BY-NC-SA 2.0, via Flickr (https://www.flickr.com/photos/30717090@N06/6741038415)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“Logging truck, Cameroon” by World Resources, CC BY-NC-SA 2.0, via Flickr (https://www.flickr.com/photos/26107309@N05/4764354366)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“Haitian Students Breathe New Life into Depleted Pine Forest” by United Nations Photo, CC BY-NC-ND 2.0, via Flickr (https://www.flickr.com/photos/35483578@N03/5860275159)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2026-09-27T10:32:05Z</dcterms:created>
  <dcterms:modified xsi:type="dcterms:W3CDTF">2026-09-27T10:32:05Z</dcterms:modified>
</cp:coreProperties>
</file>