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3): The Sectors of the Economy: The Primary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primary sector, agriculture, livestock rearing, fishing, forestry, mining. At the end, you should be able to do this: learners are able to identify primary activities around them and explain their importance for food and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2): The Sectors of the Economy: Formal and Informal Sectors of the Economy. The question was: List four products of farming, fishing, forestry or mining found in the Garoua market, and say where each comes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onions and maize (farming, from Garoua and the Far North); fish (fishing, from Lagdo); charcoal and wood (forestry, from the savanna); salt or cement from limestone (mining, from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primary sector. Number 2: name the main primary activities. Number 3: give examples of primary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formal sector is registered and pays taxes; the informal sector is not registered. Both sectors exist in primary, secondary and tertiary activities.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Garoua market, Rahila sees maize from Pitoa, fish from the Lagdo lake, beef from the Adamawa and firewood from the bush. Her mother says, "All these come from nature."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wants to know how these products are grouped.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each product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Maize from Pitoa, fish from Lagdo, beef from Adamawa, wood from the bush.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they have in common?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all taken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farmers, herders and fishermen, who feed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take products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farmer holds a cob of maize.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farmer takes food from nature.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primary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 most cattle of Cameroon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North and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fresh fish for sale.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places where people fish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Lagdo lake and the sea at Kribi (also Limbe,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the forest of East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primary product comes from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people dig for gold by hand.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are these people taking from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Gold. Taking minerals from the ground is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Primary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the Primary Sector. The primary sector in Cameroon includes the following activities. On this slide we have Agriculture and Livestock rearing.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the Primary Sector. On this slide we have Fishing, Forestry and Mining.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the Primary Sector. The primary sector is important for the following reasons. On this slide we have Food and Jobs.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the Primary Sector. On this slide we have Exports.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primary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takes products from nature.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primary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farming, fishing and mining (also rearing, forestry).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primary; number 2, mining; number 3, forestry (lumbering).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names of two factories in Cameroon, and write what each one produces.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4): The Sectors of the Economy: The Secondary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3): THE SECTORS OF THE ECONOMY: THE PRIMARY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Primary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sector, agriculture, livestock rearing, fishing, forestry,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primary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2): The Sectors of the Economy: Formal and Informal Sectors of the Economy):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products of farming, fishing, forestry or mining found in the Garoua market, and say where each comes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onions and maize (farming, from Garoua and the Far North); fish (fishing, from Lagdo); charcoal and wood (forestry, from the savanna); salt or cement from limestone (mining, from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primary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primary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primary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formal sector is registered and pays taxes; the informal sector is not registered.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Both sectors exist in primary, secondary and tertiary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Garoua market, Rahila sees maize from Pitoa, fish from the Lagdo lake, beef from the Adamawa and firewood from the bush. Her mother says, "All these come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wants to know how these products are grouped.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each product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Maize from Pitoa, fish from Lagdo, beef from Adamawa, wood from the bush.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they have in common?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all taken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farmers, herders and fishermen, who feed the 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take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iz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holds a cob of maize.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takes food from nature.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most cattle of Cameroon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North and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Fresh fish for sale.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places where people fish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lake and the sea at Kribi (also Limbe,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the forest of East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primary product comes from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gold_min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 for gold by hand.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these people taking from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Gold. Taking minerals from the ground is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sector that takes products directly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Primary Sector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primary sector in Cameroon includes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maize, cassava, cotton and cocoa.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Livestock rearing: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rear cattle in the North and 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of the Primary Sector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fish in the Lagdo lake and at sea near Kribi and Limbe.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cut in the forests of the South and East.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gold and limestone are taken from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the Primary Sector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primary sector is important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feeds the population.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Jobs: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employs most people in the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of the Primary Sector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earns money by selling cocoa, cotton, timber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takes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primary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fishing and mining (also rearing, forestry).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products from nature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minerals from the ground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trees for timber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two factories in Cameroon, and write what each one produces.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 rearing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Crude 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 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primary sector. Name the main primary activities. Give examples of primary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the Primary Sector; Importance of the Primary Sector.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names of two factories in Cameroon, and write what each one produces.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which crops their family grows.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where cattle are sold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 fish of the Garoua market comes from.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what wood is used for.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minerals of Cameroon: oil, gold, bauxite, limestone.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“Ghana 15” by CIAT International Center for Tropical Agriculture, CC BY-NC-SA 2.0, via Flickr (https://www.flickr.com/photos/38476503@N08/5207540264)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“Mining in Kailo” by Julien Harneis, CC BY-SA 2.0, via Flickr (https://www.flickr.com/photos/16935515@N00/1872000955)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2026-09-27T10:07:31Z</dcterms:created>
  <dcterms:modified xsi:type="dcterms:W3CDTF">2026-09-27T10:07:31Z</dcterms:modified>
</cp:coreProperties>
</file>