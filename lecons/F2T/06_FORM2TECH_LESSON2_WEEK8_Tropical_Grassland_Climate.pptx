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1): The Tropical Grassland Region: Location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tropical grassland (savanna), wet season, dry season, annual temperature range, Harmattan. At the end, you should be able to do this: learners are able to read the climate of their town and choose the right time of the year to plant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(Part 5): The Equatorial Region: Problems Faced, Problems Caused and Attempted Solutions. The question was: Observe the vegetation around your home in Garoua. Are there tall trees growing close together, or grasses with scattered trees? Write two sentences to describe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Garoua there are grasses with trees far apart (savanna), not tall trees growing close together. In the dry season the grass is dry and many trees lose their leaves.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Tropical Grassland region. Number 2: locate the Tropical Grassland regions of the world on a map. Number 3: describe the characteristics of the climate of the Tropical Grassland region, using Garoua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lies between 0° and 5° north and south of the Equator. Its climate is hot and wet all year, with about 2,000 mm of rain and a temperature range below 3°C. Today, we move away from the Equator to the next natural region: the Tropical Grassland.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Moussa's father plants maize near Garoua. After a few weeks, the young plants dry up and die, but his neighbour plants in June and his maize grows well. Moussa asks: "Why is June a good time to plant in Garoua, but not March?"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Moussa does not know when the rainy season comes in Garoua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happened to the maize planted in March?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dried up and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the maize planted in June grow well?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was planted in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the dry season and protect yourself from Harmattan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savanna is and to understand its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grass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this region of tall grass and scattered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savanna, or Tropical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savanna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Between which latitudes do we find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5° and 15°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months are wet in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May to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dusty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dry, dusty wind blows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storm.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rain fall in the savanna in the wet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 heavy storms with thunder.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Tropical Grassland (savanna).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savanna lies between 5° and 15° N and S of the Equator. Copy the point on Africa on the left, then draw the diagram on the right: the savanna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Climate. The savanna climate has the following characteristics. Copy the point on Hot all year on the left, then draw the diagram on the right: the climate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Two seasons, Rainfall and Storms.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Harmattan on the left, then draw the diagram on the right: harmattan dust.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Between which latitudes is the savanna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between 5° and 15° north and south of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two seasons of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wet season (May–October) and the dry season (November–April).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savanna; number 2, Harmattan; number 3,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trees and grass around your home. Which trees keep their leaves in the dry season, and which lose them? Is the grass green or dry now? Write your observations.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2): The Tropical Grassland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1): THE TROPICAL GRASSLAND REGION: LOCATION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Location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1): The Tropical Grassland Region: Location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grassland (savanna), wet season, dry season, annual temperature range,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the Tropical Grassland region; characteristics of its climate (progression sheet, week 8).</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(Part 5): The Equatorial Region: Problems Faced, Problems Caused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there are grasses with trees far apart (savanna), not tall trees growing close together. In the dry season the grass is dry and many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Tropical Grassland regions of the world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the climate of the Tropical Grassland region, using Garoua as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lies between 0° and 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climate is hot and wet all year, with about 2,000 mm of rain and a temperature range below 3°C.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move away from the Equator to the next natural region: the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Moussa's father plants maize near Garoua. After a few weeks, the young plants dry up and die, but his neighbour plants in June and his maize grows well. Moussa asks: "Why is June a good time to plant in Garoua, but not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Moussa does not know when the rainy season comes in Garoua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to the maize planted in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dried up and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maize planted in June grow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planted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the dry season and protect yourself from Harmattan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savanna is and to understand its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Grass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region of tall grass and scattered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 or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 we find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months are wet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May to October.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dusty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dusty wind blows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rain fall in the savanna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heavy storms with thunder.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(Part 1): The Tropical Grassland Region: Location and Characteristics (Climate)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Tropical Grassland (savanna):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region of grass and scattered trees with a wet and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savanna lies between 5° and 15° N and S of the Equator:</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Africa: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North Cameroon, the Sudan savanna and East Africa.</a:t>
            </a:r>
            <a:endParaRPr lang="en-US" sz="3600" dirty="0"/>
          </a:p>
        </p:txBody>
      </p:sp>
      <p:pic>
        <p:nvPicPr>
          <p:cNvPr id="5" name="Image 0" descr="/home/claude/f4/img/v2/savanna_africa_big.png">    </p:cNvPr>
          <p:cNvPicPr>
            <a:picLocks noChangeAspect="1"/>
          </p:cNvPicPr>
          <p:nvPr/>
        </p:nvPicPr>
        <p:blipFill>
          <a:blip r:embed="rId1"/>
          <a:stretch>
            <a:fillRect/>
          </a:stretch>
        </p:blipFill>
        <p:spPr>
          <a:xfrm>
            <a:off x="5349240" y="2097226"/>
            <a:ext cx="6659575" cy="3641955"/>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savanna in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South America: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Llanos and the Campos.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Australia: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north of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savanna climate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Hot all year: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Temperatures are between 25 and 35 °C.</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Two seasons: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wet season (May–October) and a dry season (November–April).</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Rainfall: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About 750 to 1,500 mm per year.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Storms: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falls as heavy storms with thunder.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Harmattan: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A dry, dusty wind blows in the dry season.</a:t>
            </a:r>
            <a:endParaRPr lang="en-US" sz="3600" dirty="0"/>
          </a:p>
        </p:txBody>
      </p:sp>
      <p:pic>
        <p:nvPicPr>
          <p:cNvPr id="5" name="Image 0" descr="/home/claude/f4/img/v2/f2t_harmatt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Harmattan dust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savanna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 season (May–October) and the dry season (November–April).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Tall grass and trees far apart form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dusty wind from the Sahara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Garoua, the rains fall from May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 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Wet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1): The Tropical Grassland Region: Location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Tropical Grassland region. Locate the Tropical Grassland regions of the world on a map. Describe the characteristics of the climate of the Tropical Grassland region, using Garoua as an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Characteristics of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trees and grass around your home. Which trees keep their leaves in the dry season, and which lose them? Is the grass green or dry now? Write your observations.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Garoua climate data: NOAA climate normals 1961–1990 (about 1,000 mm per year; hottest month April, 33 °C).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land around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two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months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Harmattan morning.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 storm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Garoua climate normals: NOAA 1961–1990 (via Wikipedia, "Garoua").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2026-09-28T20:48:40Z</dcterms:created>
  <dcterms:modified xsi:type="dcterms:W3CDTF">2026-09-28T20:48:40Z</dcterms:modified>
</cp:coreProperties>
</file>