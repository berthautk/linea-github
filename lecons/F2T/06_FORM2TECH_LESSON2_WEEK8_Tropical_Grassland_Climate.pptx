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1): The Tropical Grassland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tropical grassland (savanna), wet season, dry season, annual temperature range, Harmattan. At the end, you should be able to do this: learners are able to read the climate of their town and choose the right time of the year to plant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5): The Equatorial Region: Problems Faced, Problems Caused and Attempted Solutions. The question was: Name the two seasons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wet season and the dry season.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Tropical Grassland region. Number 2: locate the Tropical Grassland regions of the world on a map. Number 3: describe the characteristics of the climate of the Tropical Grassland region, using Garoua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lies between 0° and 5° north and south of the Equator. Its climate is hot and wet all year, with about 2,000 mm of rain and a temperature range below 3°C. Today, we move away from the Equator to the next natural region: the Tropical Grassland.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Moussa's father plants maize near Garoua. After a few weeks, the young plants dry up and die, but his neighbour plants in June and his maize grows well. Moussa asks: "Why is June a good time to plant in Garoua, but not March?"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when the rainy season comes in Garoua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the maize planted in March?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dried up and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maize planted in June grow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planted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dry season and protect yourself from Harmattan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savanna is and to understand its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region of tall grass and scattered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 or Tropical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savanna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do we find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months are wet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dry, dusty wind blows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rain fall in the savanna in the wet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 heavy storms with thunder.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Grassland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lies between 5° and 15° N and S of the Equator. Copy the point on Africa on the left, then draw the diagram on the right: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savanna climate has the following characteristics. Copy the point on Hot all year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Two seasons, Rainfall and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harmattan dust.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savanna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5° and 15° north and south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two seasons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wet season (May–October) and the dry season (November–April).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savanna; number 2, Harmattan; number 3,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trees of the savanna.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2): The Tropical Grassland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1): THE TROPICAL GRASSLAND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(savanna), wet season, dry season, annual temperature range,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Tropical Grassland region; characteristics of its climate (progression sheet, week 8).</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5): The Equatorial Region: Problems Faced, Problems Caused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Grassland regions of the world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climate of the Tropical Grassland region, using Garoua as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lies between 0° and 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climate is hot and wet all year, with about 2,000 mm of rain and a temperature range below 3°C.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move away from the Equator to the next natural region: the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Moussa's father plants maize near Garoua. After a few weeks, the young plants dry up and die, but his neighbour plants in June and his maize grows well. Moussa asks: "Why is June a good time to plant in Garoua, but not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when the rainy season comes in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maize planted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dried up and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maize planted in June grow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planted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dry season and protect yourself from Harmattan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savanna is and to understand its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region of tall grass and scattered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 or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 we find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months are wet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dusty wind blows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fall in the savanna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Grassland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of grass and scattered trees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lies between 5° and 15° N and S of the Equator:</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North Cameroon, the Sudan savanna and East Africa.</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Llanos and the Campos.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of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Temperatures are between 25 and 35 °C.</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Two seasons: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season (May–October) and a dry season (November–April).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Rainfall: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750 to 1,500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Harmattan: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dry, dusty wind blows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dust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(May–October) and the dry season (November–April).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Tall grass and trees far apart form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Garoua, the rains fall from May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Tropical Grassland region. Locate the Tropical Grassland regions of the world on a map. Describe the characteristics of the climate of the Tropical Grassland region, using Garoua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trees of the savanna.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Garoua climate data: NOAA climate normals 1961–1990 (about 1,000 mm per year; hottest month April, 33 °C).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months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storm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Garoua climate normals: NOAA 1961–1990 (via Wikipedia, "Garoua").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2026-10-02T05:14:04Z</dcterms:created>
  <dcterms:modified xsi:type="dcterms:W3CDTF">2026-10-02T05:14:04Z</dcterms:modified>
</cp:coreProperties>
</file>