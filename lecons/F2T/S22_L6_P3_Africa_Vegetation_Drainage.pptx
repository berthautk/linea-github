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6 (Part 3): Africa: Vegetation and Drainage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Africa.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Regional Geography, and the sub-topic is Africa. The key notions we shall use today are: vegetation zone, drainage, river basin, mouth, delta, waterfall, inland drainage. At the end, you should be able to do this: learners are able to name the main vegetation zones, rivers and lakes of Africa and explain how people use rivers and lakes.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(Part 2): Africa: Climate, Soils and Relief of Africa. The question was: Look at a map of Africa and write the names of three big rivers. Say into which ocean or sea each one flows.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Nile flows into the Mediterranean Sea; the Congo flows into the Atlantic Ocean; the Niger flows into the Atlantic Ocean (Gulf of Guinea); the Zambezi flows into the Indian Ocean.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main vegetation zones of Africa. Number 2: name the main rivers and lakes of Africa and locate them. Number 3: explain the importance of African rivers and lakes.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climatic zones of Africa are repeated north and south of the Equator. Africa has plateaux, basins, mountains and the Great Rift Valley. Its soils include ferrallitic, ferruginous, desert, volcanic and alluvial soils.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Lake Chad, north of Cameroon, is much smaller today than sixty years ago. Many fishermen and farmers who lived near it have lost their work. Mariam wonders why the lake is shrinking.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Lake Chad is getting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Who suffers from this problem?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Fishermen and farmers near the lake.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the lake shrinking?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Less rain and too much water taken for farms.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forests, rivers and lakes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vegetation, rivers and lakes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vegetation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vegetation covers the Congo Basin? Which covers most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Rainforest in the Congo Basin; savanna in most of Africa.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rainforest seen from the sky.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forest so thick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hot and wet all year near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main rivers and lakes of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four big rivers of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Nile, the Congo, the Niger and the Zambezi.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big river of West Africa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The Benue flows through Garoua. It joins which big river?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River Niger.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lake Chad from 1963 to 2007 (maps made from satellite images).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has happened to Lake Chad?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has become much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Vegetation and Drainage.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Tributary.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Vegetation. Africa has the following main types of vegetation. On this slide we have Rainforest and Savanna.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Vegetation. On this slide we have Semi-desert and desert and Mediterranean vegetation.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of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Drainage. The main rivers and lakes of Africa are the following. On this slide we have The Nile and The Congo.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Drainage. On this slide we have The Niger, Lakes and Uses.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Which vegetation covers most of Africa?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savanna.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The Benue is a tributary of which river?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Niger.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Nile; number 2, tributary; number 3, Chad.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Revise Lesson 6 on Africa. Draw a simple map of Africa and mark the Equator, the Nile, the Congo, the Niger, Lake Victoria and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6 (PART 3): AFRICA: VEGETATION AND DRAINAGE OF AFRICA</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6 (Part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Africa: Vegetation and Drainage of Africa</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Africa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Regional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6 (Part 3): Africa: Vegetation and Drainage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zone, drainage, river basin, mouth, delta, waterfall, inland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and drainage of Africa.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(Part 2): Africa: Climate, Soils and Relief of Africa):</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 map of Africa and write the names of three big rivers. Say into which ocean or sea each one flows.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Nile flows into the Mediterranean Sea; the Congo flows into the Atlantic Ocean; the Niger flows into the Atlantic Ocean (Gulf of Guinea); the Zambezi flows into the Indian Ocean.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vegetation zones of Africa.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rivers and lakes of Africa and locate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African rivers and lakes.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climatic zones of Africa are repeated north and south of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Africa has plateaux, basins, mountains and the Great Rift Valley.</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Its soils include ferrallitic, ferruginous, desert, volcanic and alluvial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north of Cameroon, is much smaller today than sixty years ago. Many fishermen and farmers who lived near it have lost their work. Mariam wonders why the lake is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Chad is getting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Who suffers from this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Fishermen and farmers near the lake.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lake shrinking?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Less rain and too much water taken for farms.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forests, rivers and lakes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vegetation, rivers and lakes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vegetation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the Congo Basin? Which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Rainforest in the Congo Basin; savanna in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rainforest seen from the sky.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forest so thick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and wet all year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africa_drainage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main rivers and lakes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big rivers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Nile, the Congo, the Niger and the Zambezi.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big river of West Africa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flows through Garoua. It joins which big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River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lake_ch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Lake Chad from 1963 to 2007 (maps made from satellite images).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has happened to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become much smaller.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Regional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Africa</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3): Africa: Vegetation and Drainage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plants of a place.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all the rivers and lakes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Tributary: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river that joins a bigger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Africa has the following main types of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forest covers the Congo Basin and southern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with scattered trees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Semi-desert and desert: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Thorny bushes grow in semi-deserts, while deserts have almost no plants.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Mediterranean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Evergreen bushes grow in the far north and far south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Vegetation</a:t>
            </a:r>
            <a:endParaRPr lang="en-US" sz="3600" dirty="0"/>
          </a:p>
        </p:txBody>
      </p:sp>
      <p:pic>
        <p:nvPicPr>
          <p:cNvPr id="4" name="Image 0" descr="/home/claude/f4/img/v2/africa_veget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of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main rivers and lakes of Africa are the following: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longest river in Africa and it flows into the Mediterranean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Congo: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carries the most water of all African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Drainage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Niger: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flows into the Gulf of Guinea, and the Benue is its main tributary.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Lakes: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Lake Victoria is the largest lake, while Lake Chad is shrinking.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lakes are used for fishing, irrigation and electricity.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most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Benue is a tributary of which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Niger.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longest river of Africa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river that joins a bigger river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lake north of Cameroon that is shrinking is Lake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Revise Lesson 6 on Africa. Draw a simple map of Africa and mark the Equator, the Nile, the Congo, the Niger, Lake Victoria and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Vegetation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végétation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River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fleuve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Tributary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L'affluent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Mouth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L'embouchure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Lake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lac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Waterfall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chute d'eau</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Drainage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réseau hydrographique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Regional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6 (Part 3): Africa: Vegetation and Drainage of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main vegetation zones of Africa. Name the main rivers and lakes of Africa and locate them. Explain the importance of African rivers and lakes.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name the main vegetation zones, rivers and lakes of Africa and explain how people use rivers and lakes.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Vegetation; Drainage.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Revise Lesson 6 on Africa. Draw a simple map of Africa and mark the Equator, the Nile, the Congo, the Niger, Lake Victoria and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bands of vegetation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the forest of the South with the savanna of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four rivers on a sketch of Africa.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ask learners where the Benue flows after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 big lake and a small lake on the board.</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2026-09-27T10:07:32Z</dcterms:created>
  <dcterms:modified xsi:type="dcterms:W3CDTF">2026-09-27T10:07:32Z</dcterms:modified>
</cp:coreProperties>
</file>