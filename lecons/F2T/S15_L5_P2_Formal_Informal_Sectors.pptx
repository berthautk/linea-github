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2): The Sectors of the Economy: Formal and Informal Sectors of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formal sector, informal sector, taxes, social security (CNPS), registration. At the end, you should be able to do this: learners are able to tell whether a job around them belongs to the formal or informal sector and explain the advantages of registering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1): The Sectors of the Economy: Introduction, Definitions and Key Concepts. The question was: Observe two workers in your area: one who works for a registered company and one who works alone in the street (for example a moto-taxi driver). Write one difference between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SODECOTON worker has a contract, a monthly salary and CNPS insurance, while a moto-taxi driver works alone, earns money daily and has no contract or pension.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formal and informal sectors. Number 2: give the characteristics of each sector with examples from Cameroon. Number 3: give the advantages and problems of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economy has four sectors: primary, secondary, tertiary and quaternary. The primary sector extracts, the secondary transforms, the tertiary serves and the quaternary researches.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Mr Bello works in a bank in Garoua. He has a contract, a salary every month and a pension later. His neighbour Moussa is a moto-taxi driver. He has no contract, and his money changes every day.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has no contract and no regular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Mr Bello have that Moussa does not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contract, a monthly salary and a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Moussa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Register his work and join the CNPS.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encourage small workers to register their work and join the CNPS.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difference between the formal and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bank in an African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bank is registered and pays taxes. Which sector does it belong 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workers in a food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workers have contracts and a salary. Give one advantage.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paid every month and get a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moto-taxis in a Cameroonian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the moto-taxi driver registered?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Usually not. It is the informal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woman sells roasted maize in the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many young people work in the informal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easy to start and needs little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formal and informal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of working in the informal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contract and no pension. The money is not 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Formal sector and Informal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Pension.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Formal Sector. The formal sector has the following characteristics. On this slide we have Registration and Contracts.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Formal Sector. On this slide we have Protection and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Informal Sector. The informal sector is described as follows. On this slide we have Examples and Importance.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Informal Sector. On this slide we have Problems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formal and informal sectors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informal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small work that is not registered with the state.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problem of informal workers.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have no pension (or no contract).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formal; number 2, informal; number 3,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four products of farming, fishing, forestry or mining found in the Garoua market, and say where each comes from.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3): The Sectors of the Economy: The Primary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2): THE SECTORS OF THE ECONOMY: FORMAL AND INFORMAL SECTORS OF THE ECONOMY</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Formal and Informal Sectors of the Economy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2): The Sectors of the Economy: Formal and Informal 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Formal sector, informal sector, taxes, social security (CNPS), registration.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formal and informal sectors of the economy: definitions, characteristics, advantages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tell whether a job around them belongs to the formal or informal sector and explain the advantages of registering a business.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SODECOTON worker has a contract, a monthly salary and CNPS insurance, while a moto-taxi driver works alone, earns money daily and has no contract or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formal and informal sectors.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each sector with examples from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advantages and problems of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economy has four sectors: primary, secondary, tertiary and quaternary.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primary sector extracts, the secondary transforms, the tertiary serves and the quaternary researches.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Mr Bello works in a bank in Garoua. He has a contract, a salary every month and a pension later. His neighbour Moussa is a moto-taxi driver. He has no contract, and his money changes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has no contract and no regular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Mr Bello have that Moussa does not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contract, a monthly salary and a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Moussa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Register his work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Encourage small workers to register their work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difference between the formal and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an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bank in an African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 is registered and pays taxes. Which sector does it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food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workers have contracts and a salary. Give one 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paid every month and get a 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Moto-taxis in a Cameroonian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moto-taxi driver registered?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not. It is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treet_vend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woman sells roasted maize in the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young people work in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INFORMAL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easy to start and needs little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ormal_inform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Formal and informal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working in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contract and no pension. The money is not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2): The Sectors of the Economy: Formal and Informal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Formal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work that is registered with the state and pays taxes.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Informal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small work that is not registered with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Pension: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money paid to a worker after retirement.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Formal Sector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formal sector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are registered and pay taxes.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have contracts and receive a monthly salary.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Formal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are insured by the CNPS and receive a pension.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SODECOTON, banks, schools and hospitals are in the 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informal sector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Moto-taxi drivers, street sellers and roadside mechanics work in the informal sector.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work and income to most people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have no contract, no insurance and no pension.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can register their activity and join the CNPS.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Informal Sector</a:t>
            </a:r>
            <a:endParaRPr lang="en-US" sz="3600" dirty="0"/>
          </a:p>
        </p:txBody>
      </p:sp>
      <p:pic>
        <p:nvPicPr>
          <p:cNvPr id="4" name="Image 0" descr="/home/claude/f4/img/v2/formal_inform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formal and informal sectors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informal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work that is not registered with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informal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no pension (or no contract).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Work that is registered and pays taxes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moto-taxi driver usually works in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paid after a worker stops working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products of farming, fishing, forestry or mining found in the Garoua market, and say where each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3): The Sectors of the Economy: The Primary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Informal 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 informel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retraite (pension)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 seller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vendeur ambulant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Registration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L'immatriculation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2): The Sectors of the Economy: Formal and Informal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formal and informal sectors. Give the characteristics of each sector with examples from Cameroon. Give the advantages and problems of the informal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tell whether a job around them belongs to the formal or informal sector and explain the advantages of registering a business.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Formal Sector; The Informal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four products of farming, fishing, forestry or mining found in the Garoua market, and say where each comes from.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CNPS: Caisse Nationale de Prévoyance Sociale (national social insurance fund). About 9 workers out of 10 in Cameroon work in the informal sector.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name a bank or company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works for SODECOTON, a school or a hospital.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situation of Moussa.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about small traders in their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two columns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Institut National de la Statistique (INS), Enquêtes sur l'Emploi et le Secteur Informel (EESI).</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“Thibault Square, Cape Town” by World Bank Photo Collection, CC BY-NC-ND 2.0, via Flickr (https://www.flickr.com/photos/10816734@N03/7825576852)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“Roadside vendor roasts maize cobs for sale in Timau” by CIMMYT, CC BY-NC 2.0, via Flickr (https://www.flickr.com/photos/44760652@N05/25375356457)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2026-09-27T10:07:31Z</dcterms:created>
  <dcterms:modified xsi:type="dcterms:W3CDTF">2026-09-27T10:07:31Z</dcterms:modified>
</cp:coreProperties>
</file>