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(Part 3): The Desert Regions: Characteristics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3. Desert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xerophyte, succulent, ephemeral plant, desert soil, salinity, humus. At the end, you should be able to do this: learners are able to explain how plants survive with very little water, and to choose plants that resist drought for their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(Part 2): The Desert Regions: Characteristics (Climate). The question was: Look at a cactus, an acacia or a date palm near your home or in a picture. Write down one way in which it is adapted to lack of water.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the cactus stores water in its thick stem; the acacia has small leaves and long roots; the date palm has deep roots that reach underground water.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vegetation of hot deserts. Number 2: explain how desert plants are adapted to the lack of water. Number 3: describe the soils of hot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Hot deserts receive less than 250 mm of rain per year. Days are very hot, nights are cold, and the air is very dry. Hot, dusty winds and sandstorms are common.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Fanta planted a mango tree and a small cactus in front of her house in Garoua. She forgot to water them for three months. In March, the mango tree was dead, but the cactus was still green.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Fanta does not know why the cactus did not 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plant survived?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cactus.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did it survive?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keeps water inside its thick 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water carefully to help plants grow in dry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desert plants live with little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plants in a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plants. Why are they far apart?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small and far apart, because there is very little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cactus.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cactus has a thick stem and spines. How do they help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stem keeps water. The spines lose little water and protect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an acacia in the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the roots so long?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reach water deep under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white salt on the soil of a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The sun dries the soil and leaves white salt. Is this soil good for crops?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Salty soil is bad for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green fields near the River Nile, in Egypt.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 fields green here, in the middle of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from the Nile makes the desert soil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Xerophyte and Humus.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Desert plants are few, and they are adapted in the following ways. On this slide we have Water storage and Small leaves or spines.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On this slide we have Long roots and Short life.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Soils. Desert soils have the following characteristics. On this slide we have Sandy or stony soils and Little humus.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Soils. On this slide we have Salty soils and Fertile with water.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ways desert plants are adapted.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keep water in their stems; they have long roots.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desert soils have little humus?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because there are few plants.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xerophyte; number 2, stem; number 3, salty.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Imagine you must spend one week in the Sahara. Write down three problems you would face and one way to solve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(Part 4): The Desert Regions: Problems Faced and Adaptations.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 (PART 3): THE DESERT REGIONS: CHARACTERISTICS (SOILS AND VEGETATION)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Desert Regions: Characteristics (Soils and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3. Desert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(Part 3): The Desert Regions: Characteristics (Soils and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Xerophyte, succulent, ephemeral plant, desert soil, salinity, humus.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the soils and vegetation of hot deserts.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plants survive with very little water, and to choose plants that resist drought for their homes.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(Part 2): The Desert Regions: Characteristics (Climate)):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cactus, an acacia or a date palm near your home or in a picture. Write down one way in which it is adapted to 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the cactus stores water in its thick stem; the acacia has small leaves and long roots; the date palm has deep roots that reach underground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vegetation of hot deserts.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desert plants are adapted to the lack of water.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soils of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deserts receive less than 250 mm of rain per year.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Days are very hot, nights are cold, and the air is very dry.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dusty winds and sandstorms are common.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Fanta planted a mango tree and a small cactus in front of her house in Garoua. She forgot to water them for three months. In March, the mango tree was dead, but the cactus was still green.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Fanta does not know why the cactus did not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plant survived?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cactus.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did it survive?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keeps water inside its thick 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water carefully to help plants grow in dry 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desert plants live with little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desert_plant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Plants in a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plants. Why are they far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small and far apart, because there is very little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actu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cactus.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cactus has a thick stem and spines. How do they help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stem keeps water. The spines lose little water and protect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esert_roo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acacia in the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roots so 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reach water deep under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alt_cru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White salt on the soil of a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dries the soil and leaves white salt. Is this soil good for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Salty soil is bad for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nile_field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Green fields near the River Nile, in Egypt.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fields green here, in the middle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from the Nile makes the desert soil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3): The Desert Regions: Characteristics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Xerophyte: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plant that can live with very little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dark part of the soil made of dead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Desert plants are few, and they are adapted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storage: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cactus stores water in its thick 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Small leaves or spines: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leaves or spines lose very little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 roots: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 roots reach water deep in the ground.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Short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plants grow, flower and die quickly after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Desert soils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Sandy or stony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Sandy and stony soils keep very little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Little humus: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soils have little humus because there are few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Salty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strong sun evaporates water and leaves salt on the surface.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Fertile with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desert soils become fertile when irrigated, as along the Nile.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desert plants are adapted.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keep water in their stems; they have long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desert soils have little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there are few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plant that lives with little water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cactus keeps water in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Desert soils are often ______ because the sun leaves salt.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Imagine you must spend one week in the Sahara. Write down three problems you would face and one way to solve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4): The Desert Regions: Problems Faced and Adaptations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Cactus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cactus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Thorn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L'épine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Root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racine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tige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feuille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Salty 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 salé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Date palm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palmier dattier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(Part 3): The Desert Regions: Characteristics (Soils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vegetation of hot deserts. Explain how desert plants are adapted to the lack of water. Describe the soils of hot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plants survive with very little water, and to choose plants that resist drought for their homes.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Vegetation;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Imagine you must spend one week in the Sahara. Write down three problems you would face and one way to solve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imagine the Sahara after the Sahel.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bring a cactus or an aloe plant to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small tree with very long roots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pot of salty water left in the sun.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with the dry-season gardens along the Benue.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(hot deserts).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“Saguaro and teddy bear cholla with mountains in background” by Martin LaBar, CC BY-NC 2.0, via Flickr (https://www.flickr.com/photos/32454422@N00/443523984)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“Crested Saguaro” by CEBImagery.com, CC BY-NC 2.0, via Flickr (https://www.flickr.com/photos/53098051@N02/5626437842)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“Salt” by Phillie Casablanca, CC BY 2.0, via Flickr (https://www.flickr.com/photos/19451080@N00/2052715618)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“View from the train - Arriving to Luxor from Aswan by train” by Jorge Lascar, CC BY 2.0, via Flickr (https://www.flickr.com/photos/8721758@N06/14075081580)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2026-09-27T10:32:06Z</dcterms:created>
  <dcterms:modified xsi:type="dcterms:W3CDTF">2026-09-27T10:32:06Z</dcterms:modified>
</cp:coreProperties>
</file>