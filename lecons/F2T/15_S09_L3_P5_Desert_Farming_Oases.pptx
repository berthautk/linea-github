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5): The Desert Regions: Human Activities (Farming around Oases).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oasis, water table, irrigation, shaduf, foggara, borehole, date palm. At the end, you should be able to do this: learners are able to explain how water can be brought to crops in the dry season and use water carefully in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4): The Desert Regions: Problems Faced and Adaptations. The question was: Define an oasis.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green, fertile place in a desert where water is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an oasis is formed. Number 2: describe the crops grown in oases. Number 3: describe the methods of irrigation used in deserts. Number 4: identify the problems of oasis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people face lack of water, extreme temperatures, sandstorms and poor soils. They adapt through nomadism, camels, clothing, housing and wells.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middle of the Sahara, travellers see a green place with tall palm trees and gardens, while all around there is only sand. Musa asks: "How can crops grow in the middle of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Musa does not know how farming is possible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travellers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Palm trees and gardens.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around this green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irrigation water carefully so that it lasts.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people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green place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an oasis is formed.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water of the oasis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rain on far hills that moves under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layers of crops in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farmers grow crops under the palms?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palms give shade and keep the soil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lifting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this farmer use to lift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modern irrigation.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Where do modern farmers get water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deep wells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Oasis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Formation of Oases. Oases are formed as follows. Copy the point on Rain on far hills on the left, then draw the diagram on the right: how an oasis forms.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Formation of Oases. On this slide we have Underground water and Water at the surface.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around Oases. Oasis farming has the following characteristics. Copy the point on Date palms on the left, then draw the diagram on the right: crops in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Farming around Oases. On this slide we have Fruit trees, Vegetables and cereals and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in Deserts. Water is brought to crops in the following ways. Copy the point on Shaduf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in Deserts. On this slide we have Wells and boreholes and Dams and canals.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sprinklers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green place in the desert where there is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to get water in an oasis.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wells and the shaduf (or pumps).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palm; number 3, shaduf.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seasons of the temperate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1): The Temperate Region: Location, Types and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5): THE DESERT REGIONS: HUMAN ACTIVITIES (FARMING AROUND OASES)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Human Activities (Farming around Oases)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water table, irrigation, shaduf, foggara, borehole, date palm.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Formation of oases and farming around oases; irrigation in hot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4): The Desert Regions: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an oasis is formed.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crops grown in oases.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irrigation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of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people face lack of water, extreme temperatures, sandstorms and poor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adapt through nomadism, camels, clothing, housing and wells.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middle of the Sahara, travellers see a green place with tall palm trees and gardens, while all around there is only sand. Musa asks: "How can crops grow in the middle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Musa does not know how farming is possible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travellers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Palm trees and gardens.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around this green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irrigation water carefully so that it lasts.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people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green place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asi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an oasis is formed.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water of the oasis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OASES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rain on far hills that moves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as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Layers of crops in 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grow crops under the palms?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palms give shade and keep the soil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haduf.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Lifting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farmer use to lift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shaduf.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pivo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Modern irrigation.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modern farmers get water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deep wells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Oasis: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green, fertile place in a desert where water is found.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bringing water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Oases are formed as follows: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Rain on far hills: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Rain sinks into the rocks.</a:t>
            </a:r>
            <a:endParaRPr lang="en-US" sz="3600" dirty="0"/>
          </a:p>
        </p:txBody>
      </p:sp>
      <p:pic>
        <p:nvPicPr>
          <p:cNvPr id="5" name="Image 0" descr="/home/claude/f4/img/v2/oasi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an oasis forms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Formation of Oases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Underground 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water moves under the desert.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the surface: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comes up in a low place and forms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Oasis farming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Date palms: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top layer gives dates and shade.</a:t>
            </a:r>
            <a:endParaRPr lang="en-US" sz="3600" dirty="0"/>
          </a:p>
        </p:txBody>
      </p:sp>
      <p:pic>
        <p:nvPicPr>
          <p:cNvPr id="5" name="Image 0" descr="/home/claude/f4/img/v2/oasis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crops in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Farming around Oases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Fruit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middle layer gives oranges, figs and olives.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Vegetables and cereals: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lower layer gives wheat, barley and vegetables.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Animals: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Goats, camels and sheep.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Water is brought to crops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Shaduf: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pole with a bucket lifts water.</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Wells and boreholes: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Pumps lift underground water.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Dams and canals: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Aswan Dam stores Nile water for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in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Modern sprinklers: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Centre-pivot machines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green place in the desert where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to get water in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Wells and the shaduf (or pumps).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top layer of an oasis garden is the date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pole with a bucket for lifting water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seasons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1): The Temperate Region: Location, Types and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nappe phréatique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pompe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5): The Desert Regions: Human Activities (Farming around Oases)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an oasis is formed. Describe the crops grown in oases. Describe the methods of irrigation used in deserts. Identify the problems of oasis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water can be brought to crops in the dry season and use water carefully in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Formation of Oases; Farming around Oases; Irrigation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seasons of the temperate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green place in a dry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water under the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three layers.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bucket on a pole.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borehole.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2026-10-02T05:14:06Z</dcterms:created>
  <dcterms:modified xsi:type="dcterms:W3CDTF">2026-10-02T05:14:06Z</dcterms:modified>
</cp:coreProperties>
</file>