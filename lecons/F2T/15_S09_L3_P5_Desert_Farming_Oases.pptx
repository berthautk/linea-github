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5): The Desert Regions: Human Activities (Farming around Oases).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oasis, water table, irrigation, shaduf, foggara, borehole, date palm. At the end, you should be able to do this: learners are able to explain how water can be brought to crops in the dry season and use water carefully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4): The Desert Regions: Problems Faced and Adaptations. The question was: Find in your textbook or atlas the name of one oasis in the Sahara, and write the name of the country where it is found.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Siwa oasis in Egypt; Tafilalt oasis in Morocco; Kufra oasis in Libya; Bilma oasis in Niger.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an oasis is formed. Number 2: describe the crops grown in oases. Number 3: describe the methods of irrigation used in deserts. Number 4: identify the problems of oasis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people face lack of water, extreme temperatures, sandstorms and poor soils. They adapt through nomadism, camels, clothing, housing and wells.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middle of the Sahara, travellers see a green place with tall palm trees and gardens. All around, there is only sand. Musa wonders how crops can grow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Musa does not know how crops grow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travellers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Palm trees and gardens in the middle of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crops need to grow in the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irrigation water carefully so that it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oasis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green place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an oasis gets its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of the oasis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rain on far hills. It moves under the ground and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layers of crops in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layers of crops. Why do farmers grow crops under the palms?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Date palms, fruit trees, vegetables. The palms give shade and keep the soil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shaduf in Egypt.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this farmer use to lift water from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shaduf: a long pole with a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round fields watered by machines, seen from the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modern farmers get water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pump water from deep wells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Oasis. The oasis is explained as follows. On this slide we have Oasis and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Oasis.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formation of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around Oases. Farming around oases is carried out as follows. On this slide we have Three layers and Irrigation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around Oases. On this slide we have The Nile valley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green place in the desert where there is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to get water in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wells and the shaduf (or pumps).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palm; number 3,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world map in your atlas. Find two countries located between 30° and 60° north of the Equator,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1): The Temperate Region: Location, Types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5): THE DESERT REGIONS: HUMAN ACTIVITIES (FARMING AROUND OASES)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Human Activities (Farming around Oases)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water table, irrigation, shaduf, foggara, borehole, date palm.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Formation of oases and farming around oases; irrigation in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4): The Desert Regions: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Siwa oasis in Egypt; Tafilalt oasis in Morocco; Kufra oasis in Libya; Bilma oasis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 oasis is formed.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crops grown in oases.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irrigation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of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people face lack of water, extreme temperatures, sandstorms and poor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adapt through nomadism, camels, clothing, housing and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middle of the Sahara, travellers see a green place with tall palm trees and gardens. All around, there is only sand. Musa wonders how crops can grow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Musa does not know how crops grow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travellers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trees and gardens in the middle of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crops need to grow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irrigation water carefully so that it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oasis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green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an oasis gets its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oasis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OASIS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rain on far hills. It moves under the ground and comes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as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layers of crops in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crops. Why do farmers grow crops under the palms?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Date palms, fruit trees, vegetables. The palms give shade and keep the soil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adu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shaduf in Egypt.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farmer use to lift water from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shaduf: a long pole with a bucket.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 fields watered by machines, seen from the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modern farmers get water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FARMING AROUND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pump water from deep wells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Oasis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oasis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where there is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from far hills flows under the ground and comes up in a low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Oasis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Siwa in Egypt and Tafilalt in Morocco are famous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Oasis</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formation of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around oases is carried out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date palms on top, fruit trees in the middle and vegetables below.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lifted from wells with the shaduf, pumps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Nile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Aswan Dam gives water to farms along the Nile all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can dry up and moving sand can cover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green place in the desert where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to get water in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the shaduf (or pumps).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top layer of an oasis garden is the date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pole with a bucket for lifting water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world map in your atlas. Find two countries located between 30° and 60° north of the Equator,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phréatique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pompe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an oasis is formed. Describe the crops grown in oases. Describe the methods of irrigation used in deserts. Identify the problems of oasis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Oasis;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world map in your atlas. Find two countries located between 30° and 60° north of the Equator,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an oasis: palm trees and water in the middle of the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hills, the water under the ground and the oasis.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palm tree, a small fruit tree and vegetables.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shaduf: a pole, a weight and a bucket.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that a pump brings water from deep under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2026-09-27T11:12:31Z</dcterms:created>
  <dcterms:modified xsi:type="dcterms:W3CDTF">2026-09-27T11:12:31Z</dcterms:modified>
</cp:coreProperties>
</file>