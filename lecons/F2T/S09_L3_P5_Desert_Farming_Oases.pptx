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5): The Desert Regions: Human Activities (Farming around Oases).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oasis, water table, irrigation, shaduf, foggara, borehole, date palm. At the end, you should be able to do this: learners are able to explain how water can be brought to crops in the dry season and use water carefully in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4): The Desert Regions: Problems Faced and Adaptations. The question was: Find in your textbook or atlas the name of one oasis in the Sahara, and write the name of the country where it is found.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Siwa oasis in Egypt; Tafilalt oasis in Morocco; Kufra oasis in Libya; Bilma oasis in Niger.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how an oasis is formed. Number 2: describe the crops grown in oases. Number 3: describe the methods of irrigation used in deserts. Number 4: identify the problems of oasis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Desert people face lack of water, extreme temperatures, sandstorms and poor soils. They adapt through nomadism, camels, clothing, housing and wells.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middle of the Sahara, travellers see a green place with tall palm trees and gardens. All around, there is only sand. Musa wonders how crops can grow there.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Musa does not know how crops grow in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travellers see?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Palm trees and gardens in the middle of the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crops need to grow in the desert?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irrigation water carefully so that it lasts.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people farm in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an oasis in the Sahara.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 we call this green place in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oasis.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how an oasis gets its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does the water of the oasis come from?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rain on far hills. It moves under the ground and comes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three layers of crops in an oasis.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three layers of crops. Why do farmers grow crops under the palms?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Date palms, fruit trees, vegetables. The palms give shade and keep the soil wet.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shaduf in Egypt.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does this farmer use to lift water from the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shaduf: a long pole with a bucket.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round fields watered by machines, seen from the sky.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modern farmers get water in the desert?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pump water from deep wells (boreholes).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Oasis. The oasis is explained as follows. On this slide we have Oasis and Formation.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Oasis. On this slide we have Examples.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formation of an oasis.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Farming around Oases. Farming around oases is carried out as follows. On this slide we have Three layers and Irrigation methods.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Farming around Oases. On this slide we have The Nile valley and Problems.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an oasis?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green place in the desert where there is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two ways to get water in an oasis.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wells and the shaduf (or pumps).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oasis; number 2, palm; number 3, shaduf.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world map in your atlas. Find two countries located between 30° and 60° north of the Equator, and write their names.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(Part 1): The Temperate Region: Location, Types and Characteristics (Climate).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5): THE DESERT REGIONS: HUMAN ACTIVITIES (FARMING AROUND OASES)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5)</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Human Activities (Farming around Oases)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5): The Desert Regions: Human Activities (Farming around Oases)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Oasis, water table, irrigation, shaduf, foggara, borehole, date palm.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Formation of oases and farming around oases; irrigation in hot deserts.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water can be brought to crops in the dry season and use water carefully in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4): The Desert Regions: Problems Faced and Adaptations):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in your textbook or atlas the name of one oasis in the Sahara, and write the name of the country where it is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Siwa oasis in Egypt; Tafilalt oasis in Morocco; Kufra oasis in Libya; Bilma oasis in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an oasis is formed.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crops grown in oases.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of irrigation used in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problems of oasis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Desert people face lack of water, extreme temperatures, sandstorms and poor soils.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They adapt through nomadism, camels, clothing, housing and wells.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middle of the Sahara, travellers see a green place with tall palm trees and gardens. All around, there is only sand. Musa wonders how crops can grow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Musa does not know how crops grow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travellers see?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Palm trees and gardens in the middle of the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crops need to grow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irrigation water carefully so that it lasts.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people farm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OASIS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oasi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oasis in the Sahara.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OASIS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this green place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OASIS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OASIS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oasi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How an oasis gets its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OASIS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water of the oasis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OASIS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rain on far hills. It moves under the ground and comes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oasis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three layers of crops in an oasis.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layers of crops. Why do farmers grow crops under the palms?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Date palms, fruit trees, vegetables. The palms give shade and keep the soil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haduf.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shaduf in Egypt.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this farmer use to lift water from the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shaduf: a long pole with a bucket.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pivo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Round fields watered by machines, seen from the sky.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modern farmers get water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FARMING AROUND OASES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pump water from deep wells (boreholes).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5): The Desert Regions: Human Activities (Farming around Oases)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Oasis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oasis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Oasis: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green place in the desert where there is water.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Rainwater from far hills flows under the ground and comes up in a low place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Oasis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Siwa in Egypt and Tafilalt in Morocco are famous oases.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Oasis</a:t>
            </a:r>
            <a:endParaRPr lang="en-US" sz="3600" dirty="0"/>
          </a:p>
        </p:txBody>
      </p:sp>
      <p:pic>
        <p:nvPicPr>
          <p:cNvPr id="4" name="Image 0" descr="/home/claude/f4/img/v2/oasi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formation of an oasis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Farming around Oases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Farming around oases is carried out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Three layers: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date palms on top, fruit trees in the middle and vegetables below.</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Irrigation 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is lifted from wells with the shaduf, pumps and boreholes.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Farming around Oases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Nile valley: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Aswan Dam gives water to farms along the Nile all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Wells can dry up and moving sand can cover the fields.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green place in the desert where there is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ways to get water in an oasis.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Wells and the shaduf (or pumps).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green place with water in the desert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top layer of an oasis garden is the date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pole with a bucket for lifting water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world map in your atlas. Find two countries located between 30° and 60° north of the Equator, and write their names.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1): The Temperate Region: Location, Types and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L'oasis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datte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L'irrigation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Borehole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forage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 table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nappe phréatique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pompe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5): The Desert Regions: Human Activities (Farming around Oases)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how an oasis is formed. Describe the crops grown in oases. Describe the methods of irrigation used in deserts. Identify the problems of oasis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water can be brought to crops in the dry season and use water carefully in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Oasis; Farming around Oases.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world map in your atlas. Find two countries located between 30° and 60° north of the Equator, and write their names.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an oasis: palm trees and water in the middle of the sand.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hills, the water under the ground and the oasis.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a palm tree, a small fruit tree and vegetables.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 shaduf: a pole, a weight and a bucket.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that a pump brings water from deep under the ground.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“49 Palms Oasis; Twentynine Palms, CA” by Joshua Tree National Park, Public domain 1.0, via Flickr (https://www.flickr.com/photos/115357548@N08/12525367563)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 Shadoof” by 10b travelling / Carsten ten Brink, CC BY-NC-ND 2.0, via Flickr (https://www.flickr.com/photos/77334245@N00/5908489998)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“Mid-West Agriculture” by Djof, CC BY-NC-SA 2.0, via Flickr (https://www.flickr.com/photos/10787942@N00/147222315)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2026-09-27T10:07:30Z</dcterms:created>
  <dcterms:modified xsi:type="dcterms:W3CDTF">2026-09-27T10:07:30Z</dcterms:modified>
</cp:coreProperties>
</file>