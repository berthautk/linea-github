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4): The Sectors of the Economy: The Secondary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secondary sector, industry, manufacturing, processing, construction, energy production. At the end, you should be able to do this: learners are able to recognise the products of Cameroonian factories and explain why transforming raw materials creates jobs and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3): The Sectors of the Economy: The Primary Sector (Definition and Examples). The question was: Find the names of two factories in Cameroon, and write what each one produces.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CICAM in Garoua makes cloth from cotton; SABC (Brasseries du Cameroun) makes drinks; Alucam in Edéa makes aluminium; CIMENCAM in Figuil makes cement.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secondary sector. Number 2: name the main secondary activities. Number 3: give examples of industries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primary sector takes raw materials from nature. Its activities are agriculture, livestock rearing, fishing, forestry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raw cotton and cocoa beans at low prices. Later, it buys back clothes and chocolate made from them at high prices. Djibrilla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sells raw products cheaply and buys finished goods at high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clothes and chocolate made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Cotton and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Cameroon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Build more factories to make the goods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goods made in Cameroon to support our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make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machines that weave cloth in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factory turns cotton into cloth.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machines fill bottles in a drinks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factories of North Cameroon and what they make.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CICAM (cloth) and SODECOTON (cotton oil). Also drinks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factory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Alucam at Edéa makes aluminium. What type of industry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heavy industry: it transforms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workers build a 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building houses and roads part of the secondary sector?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Builders make new things from sand, cement and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blacksmith makes tools.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 blacksmith makes tools by hand. What do we call this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Crafts (handicraft).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Secondary Sector. The secondary sector is defined as follows. On this slide we have Secondary sector and Industry and craft.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Secondary Sector. The secondary sector in Cameroon includes the following activities. On this slide we have Agro-industries and Heavy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Secondary Sector. On this slide we have Construction, Energy and Crafts.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secondary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turns raw materials into goods.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industries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cICAM (cloth) and Alucam (aluminium).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cloth; number 3,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services that your family uses every week, for example transport, school, hospital, market or mobile money.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5): The Sectors of the Economy: The Tertiary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4): THE SECTORS OF THE ECONOMY: THE SECONDARY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Secondary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Secondary sector, industry, manufacturing, processing, construction, energy production.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secondary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3): The Sectors of the Economy: The Primary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two factories in Cameroon, and write what each one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CICAM in Garoua makes cloth from cotton; SABC (Brasseries du Cameroun) makes drinks; Alucam in Edéa makes aluminium; CIMENCAM in Figuil makes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secondary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secondary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industries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takes raw materials from nature.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activities are agriculture, livestock rearing, fishing, forestry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cotton and cocoa beans at low prices. Later, it buys back clothes and chocolate made from them at high prices. Djibrilla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products cheaply and buys finished goods at high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clothes and chocolate made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and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Cameroon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more factories to make the goods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goods made in Cameroon to support our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make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Machines that weave cloth in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factory turns cotton into cloth.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Machines fill bottles in a drinks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factories of North Cameroon and what they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and SODECOTON (cotton oil). Also drinks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luminiu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factory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at Edéa makes aluminium. What type of industry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heavy industry: it transforms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build a 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building houses and roads part of the secondary sector?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Builders make new things from sand, cement and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smi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blacksmith makes tools.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blacksmith makes tools by hand. What do we call this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Crafts (handicraft).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Secondary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secondary sector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turns raw materials into finished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craft: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makes goods in factories, while a craft makes goods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Secondary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secondary sector in Cameroon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Agro-industries: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makes cloth from cotton and breweries make drinks.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in Edéa makes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Secondary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build houses, roads and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and Edéa dams produce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Crafts: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Tailors, blacksmiths and potters make goods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turns raw materials into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industries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and Alucam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Turning raw materials into goods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CICAM turns cotton into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Alucam at Edéa makes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services that your family uses every week, for example transport, school, hospital, market or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bâtiment (la 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Craftsman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secondary sector. Name the main secondary activities. Give examples of industries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Secondary Sector; Examples of the Secondary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services that your family uses every week, for example transport, school, hospital, market or mobile money.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raw cotton and a piece of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which products are made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cooking pot made of aluminium.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to name buildings under construction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name craftsmen: tailors, potters, carpenters.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“Kurri Kurri aluminium” by yewenyi, CC BY-NC 2.0, via Flickr (https://www.flickr.com/photos/30265340@N00/2971223932)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“Forging a new spear tip” by www.j-pics.info, CC BY-NC-SA 2.0, via Flickr (https://www.flickr.com/photos/33979630@N07/16024814824)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