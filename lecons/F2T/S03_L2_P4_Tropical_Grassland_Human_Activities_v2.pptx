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Tropical Grassland Region, part 4: Human Activities.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what did learners find out from farmers or herders?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which crops their family sells.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rice fields of Lagdo and Yagoua (SEMRY).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an arrow going south and an arrow going north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the Fulani of North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what work their parents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cash 2. transhumance 3. irrigation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2 (PART 4)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Tropical Grassland Region: Human Activities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Natural Regions: 2. The Tropical Grassland Region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The Tropical Grassland Region — Part 4: Human Activities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Crop farming, cash crop, food crop, livestock rearing, nomadic pastoralism, transhumance, hunting.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activities of the Tropical Grassland region: farming, livestock rearing, hunting, lumbering and others.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work of farmers and herders around them and explain why herders move with their animals.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crop farming in the Tropical Grassland region.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livestock rearing, including nomadic pastoralism and transhumance.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hunting, fishing and wood cutting in the Tropical Grassland region.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resources of the savanna are pasture, farmland, wildlife, water and trees.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exploit them by farming, livestock rearing, tourism, fishing and cutting trees.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year in November, Adamou, a Fulani herder, leaves his village near Garoua with his cattle. He walks south for weeks and comes back when the rains return. His classmate Paul thinks Adamou is lost.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Paul does not understand why Adamou moves every year.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does Adamou leave, and when does he come back?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 leaves in November and comes back when the rains return.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he move?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find grass and water for his cattle.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work of the people of the savanna.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CROP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cotton_harv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harvest cotton.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CROP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 farmers grow cotton to eat it or to sell it? What do we call this type of crop?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CROP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sell it. It is a cash crop.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CROP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rice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rice field with water.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CROP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Rice needs a lot of water. How do farmers get water in the dry savanna?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CROP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bring water from rivers and dams to the fields: irrigation.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LIVESTOCK REARING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transhumanc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herder moves with his cattle.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LIVESTOCK REARING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herder go in the dry season? And in the rainy season?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LIVESTOCK REARING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South in the dry season; back north in the rainy season.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LIVESTOCK REARING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maas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Maasai herders with their cattle in East Africa.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LIVESTOCK REARING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cattle important for these herders?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LIVESTOCK REARING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give milk, meat and money. They show that a man is rich.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OTHER ACTIVITIES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fish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Fishermen in a canoe on a river.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OTHER ACTIVITIES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other activities of the people of the savanna.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OTHER ACTIVITIES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Fishing and tourism. Also hunting and cutting wood.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Tropical Grassland Region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 in His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Natural Regions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The Tropical Grassland Region — Part 4: Human Activities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Cash crop: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crop grown to be sold.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 crop: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crop grown to feed the family.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Transhumance: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herders with their animals between seasons.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bringing water to the fields.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Crop Farming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Crop farming in the savanna: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Food crops: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grow sorghum, millet and maize.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Cash crops: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grow cotton and sell it to SODECOTON.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Irrigated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Rice is grown at Lagdo and Yagoua.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Livestock Rearing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Herders rear animals in three ways: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Nomadic herding: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Herders move from place to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Transhumance: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Herders go south in the dry season.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Ranching: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are kept on the Adamawa plateau.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Other Activities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Fishing: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fish in the Lagdo lake and the Benue.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Tourism: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Tourists visit the national parks.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Hunting: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hunt in hunting zones.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a food crop and a cash crop?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food crop feeds the family; a cash crop is sold.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transhumance?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movement of herders with their animals between seasons.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Cotton is a ______ crop.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movement of herders between seasons is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Bringing water to the fields is called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down two problems that farmers or herders around Garoua face, for example with rain, fires or pests.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Part 5: Problems Faced and Attempted Solutions.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crop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culture de 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crop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culture vivrière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L'éleveur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Cattle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bovins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Transhumance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transhumance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Nomadic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Hunting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Firewood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bois de chauffe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The Tropical Grassland Region — Part 4: Human Activities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crop farming in the Tropical Grassland region. Describe livestock rearing, including nomadic pastoralism and transhumance. Describe hunting, fishing and wood cutting in the Tropical Grassland region.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work of farmers and herders around them and explain why herders move with their animals.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Cash crop, Food crop, Transhumance, Irrigation; II. Crop Farming: Food crops, Cash crops, Irrigated farming; III. Livestock Rearing: Nomadic herding, Transhumance, Ranching; IV. Other Activities: Fishing, Tourism, Hunting.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down two problems that farmers or herders around Garoua face, for example with rain, fires or pests.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SODECOTON buys the cotton of North Cameroon; SEMRY manages the irrigated rice fields of Yagoua.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textbook: The major biomes of the world (tropical grassland).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“Cotton harvest” by CIFOR, CC BY-NC-ND 2.0, via Flickr (https://www.flickr.com/photos/45423546@N07/35706862552)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“Irrigated rice fields in Sefula, Zambia. Photo by Kate Longley, 2013.” by WorldFish, CC BY-NC-ND 2.0, via Flickr (https://www.flickr.com/photos/61545321@N06/8608804590)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“Young Maasai herder, Kenya, 1979” by gbaku, CC BY-SA 2.0, via Flickr (https://www.flickr.com/photos/72105154@N00/482990998)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“Fishermen, Lake Tana” by A.Davey, CC BY 2.0, via Flickr (https://www.flickr.com/photos/40595948@N00/2260748777)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2026-09-26T10:44:16Z</dcterms:created>
  <dcterms:modified xsi:type="dcterms:W3CDTF">2026-09-26T10:44:16Z</dcterms:modified>
</cp:coreProperties>
</file>