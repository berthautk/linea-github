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notesMasterIdLst>
    <p:notesMasterId r:id="rId4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notesMaster" Target="notesMasters/notesMaster1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class. Today we study The Tropical Grassland Region, part 4: Human Activities.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the homework: what did learners find out from farmers or herders?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situation slowly,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ask learners which crops their family sells.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mention the rice fields of Lagdo and Yagoua (SEMRY).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draw an arrow going south and an arrow going north on the 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compare with the Fulani of North Cameroon.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ask learners what work their parents 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copy the board summary now. Give them enough time for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1. cash 2. transhumance 3. irrigation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homework prepares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English word; learners give the French word, then the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gi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pic>
        <p:nvPicPr>
          <p:cNvPr id="4" name="Image 0" descr="/home/claude/pw1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59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965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DIVINE GRACE COLLEGE OF ARTS, SCIENCE AND TECHNOLOGY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6060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(DGCAST) — GAROUA   |   GEOGRAPHY DEPARTMENT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00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 2 TECHNICAL  —  LESSON 2 (PART 4)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Tropical Grassland Region: Human Activities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949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EMMANUEL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Teacher — PLEG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/ 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INFO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Chapter &amp; Duration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 2 Technical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Economic Geography — Natural Regions: 2. The Tropical Grassland Region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periods (2 × 50 minutes)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Identification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 in His Environment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Natural Regions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2: The Tropical Grassland Region — Part 4: Human Activities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Notions / Concepts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Crop farming, cash crop, food crop, livestock rearing, nomadic pastoralism, transhumance, hunting.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 activities of the Tropical Grassland region: farming, livestock rearing, hunting, lumbering and others.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describe the work of farmers and herders around them and explain why herders move with their animals.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lesson, the learner should be able to: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crop farming in the Tropical Grassland region.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livestock rearing, including nomadic pastoralism and transhumance.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hunting, fishing and wood cutting in the Tropical Grassland region.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resources of the savanna are pasture, farmland, wildlife, water and trees.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exploit them by farming, livestock rearing, tourism, fishing and cutting trees.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Real-Life Situation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Every year in November, Adamou, a Fulani herder, leaves his village near Garoua with his cattle. He walks south for weeks and comes back when the rains return. His classmate Paul thinks Adamou is lost.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problem in the situation?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Paul does not understand why Adamou moves every year.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When does Adamou leave, and when does he come back?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 leaves in November and comes back when the rains return.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does he move?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 find grass and water for his cattle.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Justification of the Lesson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lesson helps us to know the work of the people of the savanna.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CROP FARMING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</a:t>
            </a:r>
            <a:endParaRPr lang="en-US" sz="3600" dirty="0"/>
          </a:p>
        </p:txBody>
      </p:sp>
      <p:pic>
        <p:nvPicPr>
          <p:cNvPr id="13" name="Image 0" descr="/home/claude/f4/img/v2/f2t_cotton_harves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8433" y="1691640"/>
            <a:ext cx="8152085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Farmers harvest cotton.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CROP FARMING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 farmers grow cotton to eat it or to sell it? What do we call this type of crop?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CROP FARMING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 sell it. It is a cash crop.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CROP FARMING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</a:t>
            </a:r>
            <a:endParaRPr lang="en-US" sz="3600" dirty="0"/>
          </a:p>
        </p:txBody>
      </p:sp>
      <p:pic>
        <p:nvPicPr>
          <p:cNvPr id="13" name="Image 0" descr="/home/claude/f4/img/v2/f2t_rice_fiel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rice field with water.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CROP FARMING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Rice needs a lot of water. How do farmers get water in the dry savanna?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CROP FARMING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They bring water from rivers and dams to the fields: irrigation.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LIVESTOCK REARING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</a:t>
            </a:r>
            <a:endParaRPr lang="en-US" sz="3600" dirty="0"/>
          </a:p>
        </p:txBody>
      </p:sp>
      <p:pic>
        <p:nvPicPr>
          <p:cNvPr id="13" name="Image 0" descr="/home/claude/f4/img/v2/transhumance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Animation: the herder moves with his cattle.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LIVESTOCK REARING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Where does the herder go in the dry season? And in the rainy season?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LIVESTOCK REARING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South in the dry season; back north in the rainy season.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LIVESTOCK REARING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</a:t>
            </a:r>
            <a:endParaRPr lang="en-US" sz="3600" dirty="0"/>
          </a:p>
        </p:txBody>
      </p:sp>
      <p:pic>
        <p:nvPicPr>
          <p:cNvPr id="13" name="Image 0" descr="/home/claude/f4/img/v2/f2t_maasai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Maasai herders with their cattle in East Africa.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LIVESTOCK REARING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are cattle important for these herders?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LIVESTOCK REARING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Cattle give milk, meat and money. They show that a man is rich.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OTHER ACTIVITIES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</a:t>
            </a:r>
            <a:endParaRPr lang="en-US" sz="3600" dirty="0"/>
          </a:p>
        </p:txBody>
      </p:sp>
      <p:pic>
        <p:nvPicPr>
          <p:cNvPr id="13" name="Image 0" descr="/home/claude/f4/img/v2/f2t_fishin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Fishermen in a canoe on a river.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OTHER ACTIVITIES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two other activities of the people of the savanna.</a:t>
            </a:r>
            <a:endParaRPr lang="en-US" sz="4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OTHER ACTIVITIES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Fishing and tourism. Also hunting and cutting wood.</a:t>
            </a:r>
            <a:endParaRPr lang="en-US" sz="4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Tropical Grassland Region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Topic: Man in His Environment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Sub-topic: Natural Regions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2: The Tropical Grassland Region — Part 4: Human Activities</a:t>
            </a:r>
            <a:endParaRPr lang="en-US" sz="3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Cash crop: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 crop grown to be sold.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Food crop: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 crop grown to feed the family.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Transhumance: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movement of herders with their animals between seasons.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Irrigation: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bringing water to the fields.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Crop Farming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Crop farming in the savanna: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Food crops: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Farmers grow sorghum, millet and maize.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Cash crops: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Farmers grow cotton and sell it to SODECOTON.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Irrigated farming: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Rice is grown at Lagdo and Yagoua.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Livestock Rearing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Herders rear animals in three ways: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Nomadic herding: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Herders move from place to place.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Transhumance: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Herders go south in the dry season.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Ranching: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Cattle are kept on the Adamawa plateau.</a:t>
            </a:r>
            <a:endParaRPr lang="en-US" sz="4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IV. Other Activities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Fishing: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People fish in the Lagdo lake and the Benue.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Tourism: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Tourists visit the national parks.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Hunting: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People hunt in hunting zones.</a:t>
            </a:r>
            <a:endParaRPr lang="en-US" sz="4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difference between a food crop and a cash crop?</a:t>
            </a:r>
            <a:endParaRPr lang="en-US" sz="4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food crop feeds the family; a cash crop is sold.</a:t>
            </a:r>
            <a:endParaRPr lang="en-US" sz="4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transhumance?</a:t>
            </a:r>
            <a:endParaRPr lang="en-US" sz="4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movement of herders with their animals between seasons.</a:t>
            </a:r>
            <a:endParaRPr lang="en-US" sz="4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Remediation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 in the blanks: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Cotton is a ______ crop.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movement of herders between seasons is called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Bringing water to the fields is called ______.</a:t>
            </a:r>
            <a:endParaRPr lang="en-US" sz="36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Write down two problems that farmers or herders around Garoua face, for example with rain, fires or pests.</a:t>
            </a:r>
            <a:endParaRPr lang="en-US" sz="4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prepares Part 5: Problems Faced and Attempted Solutions.</a:t>
            </a:r>
            <a:endParaRPr lang="en-US" sz="4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GAME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Game (Jeu Bilingue)</a:t>
            </a:r>
            <a:endParaRPr lang="en-US" sz="30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1783080"/>
          <a:ext cx="813816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 crop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culture de rente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Food crop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culture vivrière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Herder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L'éleveur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Cattle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 bovins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Transhumance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transhumance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Nomadic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Nomade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Hunting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chasse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Firewood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bois de chauffe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(1/2)</a:t>
            </a:r>
            <a:endParaRPr lang="en-US" sz="30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 in His Environment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Title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2: The Tropical Grassland Region — Part 4: Human Activities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Learning Outcomes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Describe crop farming in the Tropical Grassland region. Describe livestock rearing, including nomadic pastoralism and transhumance. Describe hunting, fishing and wood cutting in the Tropical Grassland region.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describe the work of farmers and herders around them and explain why herders move with their animals.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(2/2)</a:t>
            </a:r>
            <a:endParaRPr lang="en-US" sz="30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Matter Taught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Definitions: Cash crop, Food crop, Transhumance, Irrigation; II. Crop Farming: Food crops, Cash crops, Irrigated farming; III. Livestock Rearing: Nomadic herding, Transhumance, Ranching; IV. Other Activities: Fishing, Tourism, Hunting.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Formative evaluation (3 questions) and remediation exercise.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 down two problems that farmers or herders around Garoua face, for example with rain, fires or pests.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/ Present / Absent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 / ____ / ____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completed by the teacher after the lesson.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NOTE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Teacher's Note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Set-up, recall 8 min | Situation 8 min | 5 activities 25 min | Board summary (copying) 30 min | Evaluation, remediation 10 min | Homework 4 min | Logbook 10 min | Spare 5 min</a:t>
            </a:r>
            <a:endParaRPr lang="en-US" sz="2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SODECOTON buys the cotton of North Cameroon; SEMRY manages the irrigated rice fields of Yagoua.</a:t>
            </a:r>
            <a:endParaRPr lang="en-US" sz="2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3 is an animation (GIF): it plays automatically in slide-show mode.</a:t>
            </a:r>
            <a:endParaRPr lang="en-US" sz="2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Harmonised Progression Sheet, Economic Geography (5051), Form 2.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textbook: The major biomes of the world (tropical grassland).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1: “Cotton harvest” by CIFOR, CC BY-NC-ND 2.0, via Flickr (https://www.flickr.com/photos/45423546@N07/35706862552)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2: “Irrigated rice fields in Sefula, Zambia. Photo by Kate Longley, 2013.” by WorldFish, CC BY-NC-ND 2.0, via Flickr (https://www.flickr.com/photos/61545321@N06/8608804590)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4: “Young Maasai herder, Kenya, 1979” by gbaku, CC BY-SA 2.0, via Flickr (https://www.flickr.com/photos/72105154@N00/482990998)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5: “Fishermen, Lake Tana” by A.Davey, CC BY 2.0, via Flickr (https://www.flickr.com/photos/40595948@N00/2260748777)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animations: drawn for this lesson (DGCAST Geography Department).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2026-09-27T04:25:10Z</dcterms:created>
  <dcterms:modified xsi:type="dcterms:W3CDTF">2026-09-27T04:25:10Z</dcterms:modified>
</cp:coreProperties>
</file>