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Desert Regions, part 1: Location, Types and Characteristics.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three countries covered by the Sahara.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describe the Sahara from films or pictures.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Equator and the two tropics on the board and place the Sahara.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handful of sand and a handful of gravel.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rocky hills of the Sahara (Hoggar, Tibesti).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remind learners that the Harmattan is dry because it comes from the Sahara.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erg 2. reg 3. Sahara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3 (PART 1)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Regions: Location, Types and Characteristics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3. Desert Regions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1: Location, Types and Characteristics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Desert, hot desert, cold desert, erg, reg, hamada, trade winds, cold ocean current, rain shadow.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types of deserts; general characteristics and causes of deserts.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find the deserts of the world on a map and explain why the Sahara, north of Cameroon, is so dry.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desert.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main deserts of the world.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between hot and cold deserts, and between sandy, stony and rocky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of deserts.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Tropical Grassland lies between 5° and 15° north and south of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drier part, the Sahel, is threatened by desertification.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of the Sahel lies the largest hot desert in the world.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Garoua, Salma watches a film about the Sahara. She is surprised: the desert is not only sand. There are also plains of stones and bare rocky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Salma thought that the desert was only sand.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she see in the film?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plains of stones and rocky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can she learn more about deserts?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her atlas, her textbook and in this lesson.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where deserts are and why they are dry.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dunes in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region gets less than 250 mm of rain per year. What do we call 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desert.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deserts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hot deserts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which lines are most hot deserts found?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 AND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Tropic of Cancer and the Tropic of Capricorn.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e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desert covered with small stones.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this desert made of sand? What is it made of?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made of stones: it is a stony desert (reg).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rocky_dese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4119" y="1691640"/>
            <a:ext cx="806071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desert of bare rock.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desert is made of bare rock. What do we call 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rocky desert (hamada).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rade_wind_d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comes from the land, not from the sea.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this wind bring no rain?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OF DESERTS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comes from the land, so it is dry. There are no clouds.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Regions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 Desert Regions — Part 1: Location, Types and Characteristics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region with less than 250 mm of rain per year and very few plants.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sandy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stony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Hamada: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rocky desert.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deserts are near the tropics: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Africa: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Sahara, the Kalahari and the Namib.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Asia: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Arabian Desert and the Thar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America and Australia: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Atacama, the Mojave and the Australian Desert.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Location (2/2)</a:t>
            </a:r>
            <a:endParaRPr lang="en-US" sz="3600" dirty="0"/>
          </a:p>
        </p:txBody>
      </p:sp>
      <p:pic>
        <p:nvPicPr>
          <p:cNvPr id="13" name="Image 0" descr="/home/claude/f4/img/v2/deserts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tropics and the main deserts.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Deserts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By temperature: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deserts (Sahara) and cold deserts (Gobi).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By surface: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Sandy (erg), stony (reg) and rocky (hamada).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Causes of Deserts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 are dry because of: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Dry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trade winds come from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Cold sea currents: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rain clouds (Namib).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Distance from the sea: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winds do not reach the centre.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Mountains: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the wet winds.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desert?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region with less than 250 mm of rain per year and very few plants.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types of desert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Sandy (erg), stony (reg) and rocky (hamada).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sandy desert is called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stony desert is called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hot desert in the world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Think about the hottest days of March in Garoua. Are the nights also very hot, or cooler? Write two sentences about the difference between day and night.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2: The Climate of Hot Deserts.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 chaud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 froid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 (sandy desert)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L'erg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 (stony desert)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Rocky 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hamada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winds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alizés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marin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1: Location, Types and Characteristics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desert. Locate the main deserts of the world. Distinguish between hot and cold deserts, and between sandy, stony and rocky deserts. Explain the causes of deserts.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find the deserts of the world on a map and explain why the Sahara, north of Cameroon, is so dry.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Desert, Erg, Reg, Hamada; II. Location: Africa, Asia, America and Australia; III. Types of Deserts: By temperature, By surface; IV. Causes of Deserts: Dry winds, Cold sea currents, Distance from the sea, Mountains.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Think about the hottest days of March in Garoua. Are the nights also very hot, or cooler? Write two sentences about the difference between day and night.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(hot deserts).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“Libya 88” by motohakone, CC BY-NC-SA 2.0, via Flickr (https://www.flickr.com/photos/134157242@N08/42853720391)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“FR 525 on way to Loy Canyon - Sedona” by Al_HikesAZ, CC BY-NC 2.0, via Flickr (https://www.flickr.com/photos/7202153@N03/7200183096)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2026-09-27T04:25:10Z</dcterms:created>
  <dcterms:modified xsi:type="dcterms:W3CDTF">2026-09-27T04:25:10Z</dcterms:modified>
</cp:coreProperties>
</file>