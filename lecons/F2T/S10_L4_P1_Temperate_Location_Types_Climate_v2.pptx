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Temperate Region, part 1: Location, Types and Characteristics (Climate).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two countries between 30° and 60°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Equator and the lines 30° and 60°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four seasons on the board with one word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snow: frozen rain that is white and very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temperature of London in January and July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countries around the Mediterranean Sea: Spain, Italy, Greece.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60° 2. winter 3. Mediterranean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4 (PART 1)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Temperate Region: Location, Types and Characteristics (Climate)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4. The Temperate 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1: Location, Types and Characteristics (Climate)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Temperate region, seasons, westerlies, Mediterranean climate, oceanic climate, continental climate.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types of temperate regions; characteristics of the temperate climate.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countries like France or England have four seasons and to prepare for a trip to a temperate country.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temperate regions of the world.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seasons of the temperate region.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three main types of temperate climate.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deserts lie between 15° and 30° north and south of the Equator.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farm in the desert thanks to oases and irrigation.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deserts, towards the poles, the climate becomes cooler.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Aïssatou's brother is going to study in France in January. He packs only T-shirts and sandals. His mother says, "You need a thick coat, gloves and closed shoes. It is winter there."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brother does not know that France is cold in January.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season is it in France in January?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Winter.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should he take?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thick coat, gloves and closed shoes.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where the temperate regions are and their seasons.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temperate_worl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670" y="1691640"/>
            <a:ext cx="1114161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temperate regions of the world (green).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Between which latitudes are the temperate regions?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Between 30° and 60° north and south of the Equator.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our_season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seasons of the temperate region.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seasons are there? Name them.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Four: spring, summer, autumn and winter.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snow_c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street in Europe in winter.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covers the street? What must people wear?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Snow. People wear thick coats, gloves and boots.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ondon_climat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climate of London (England).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it cold in winter in London? Does it rain every month?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Yes, about 5 °C in winter. Yes, it rains every month.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mediterrane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Olive trees in a Mediterranean country in summer.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Here, summers are hot and dry, winters are mild and wet. What type of climate is this?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Mediterranean climate.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Temperate Region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4: The Temperate Region — Part 1: Location, Types and Characteristics (Climate)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Temperate region: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region between 30° and 60° with four seasons.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part of the year with its own weather.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Westerlies: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winds that bring rain from the ocean.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Northern Hemisphere: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Europe, North America and Asia.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Southern Hemisphere: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Argentina, South Africa, Australia and New Zealand.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Location (2/2)</a:t>
            </a:r>
            <a:endParaRPr lang="en-US" sz="3600" dirty="0"/>
          </a:p>
        </p:txBody>
      </p:sp>
      <p:pic>
        <p:nvPicPr>
          <p:cNvPr id="13" name="Image 0" descr="/home/claude/f4/img/v2/temperate_worl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670" y="1691640"/>
            <a:ext cx="1114161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lines 30° and 60° and the temperate lands.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Climate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four seasons and three main climates: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Oceanic (British):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Mild summers, cool winters, rain all year.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Mediterranean: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Hot, dry summers and mild, wet winters.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Continental: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summers and very cold winters.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seasons of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Spring, summer, autumn and winter.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characteristic of the Mediterranean climate.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Hot, dry summers (and mild, wet winters).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temperate region is between 30° and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cold season is called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Hot, dry summers are found in the ______ climate.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a picture of a European forest in autumn in your textbook or on television. Describe the colour of the leaves and say what happens to them in winter.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2: Soils and Vegetation of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printemps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Autumn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L'automne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L'hiver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neige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Westerlies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vents d'ouest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Mediterranean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Méditerranéen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1: Location, Types and Characteristics (Climate)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the temperate regions of the world. Name the four seasons of the temperate region. Describe the three main types of temperate climate.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countries like France or England have four seasons and to prepare for a trip to a temperate country.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Temperate region, Season, Westerlies; II. Location: Northern Hemisphere, Southern Hemisphere; III. Types of Climate: Oceanic (British), Mediterranean, Continental.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picture of a European forest in autumn in your textbook or on television. Describe the colour of the leaves and say what happens to them in winter.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data (approximate normals): January 5 °C, July 19 °C, about 600 mm of rain spread over the year.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(temperate regions).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climate normals: Met Office (via Wikipedia, "Climate of London").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“Toronto Winter Maintenance Budget” by MSVG, CC BY 2.0, via Flickr (https://www.flickr.com/photos/13907834@N00/5336969301)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“Oro Mediterraneo / Mediterranean Gold” by Cristy Valencia, CC BY 2.0, via Flickr (https://www.flickr.com/photos/24522216@N03/5927925845)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2026-09-26T10:44:17Z</dcterms:created>
  <dcterms:modified xsi:type="dcterms:W3CDTF">2026-09-26T10:44:17Z</dcterms:modified>
</cp:coreProperties>
</file>