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Sectors of the Economy, part 6: The Quaternary Sector (Definition and Examples).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what a research centre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situation of the new maize.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IRAD station at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how their parents use phones for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uses a computer at home or at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circle with four arrows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quaternary 2. IRAD 3. ICT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5 (PART 6)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Sectors of the Economy: The Quaternary Sector (Definition and Examples)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Sectors of the Economy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Sectors of the Economy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6: The Quaternary Sector (Definition and Examples)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Quaternary sector, research, information and communication technology (ICT), knowledge economy.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examples of the quaternary sector.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research and digital tools improve daily life and farming, and to use them responsibly.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quaternary sector.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quaternary activities.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the quaternary sector for development.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tertiary sector provides services: trade, transport, banking, social services and tourism.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link producers to consumers.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many years, drought destroyed the maize of farmers near Garoua. Then researchers created a new maize that grows fast and needs less water. Now the harvests are better.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was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 destroyed the maize.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solved the problem?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Researchers, with a new maize.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sector do researchers belong to?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quaternary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jobs of knowledge and research.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research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Researchers at work.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Researchers create new knowledge. Which sector is this?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DEFINITION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quaternary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field_t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Researchers test new plants in a field.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research centre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IRAD (research for farming). Also the universities.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phone_farm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uses a mobile phone.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the phone help farmers and traders?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get prices and weather news, and send money.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omputer_cla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Students learn with computers.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job of information technology.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Making software, websites or phone apps.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quaternar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helps all the other sectors.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research help the other sectors?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Better seeds, new machines, new medicines and mobile money.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Sectors of the Economy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Economic Activities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Sectors of the Economy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The Sectors of the Economy — Part 6: The Quaternary Sector (Definition and Examples)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Quaternary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sector of knowledge and research.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careful work to find new knowledge.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computers, phones and the internet.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Examples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Research: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IRAD and the universities.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ICT: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Software, websites and phone apps.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Advice: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Experts help the government and companies.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Better seeds.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machines.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Mobile money and new medicines.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(2/2)</a:t>
            </a:r>
            <a:endParaRPr lang="en-US" sz="3600" dirty="0"/>
          </a:p>
        </p:txBody>
      </p:sp>
      <p:pic>
        <p:nvPicPr>
          <p:cNvPr id="13" name="Image 0" descr="/home/claude/f4/img/v2/quaternar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this simple drawing.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quaternary sector?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 of knowledge and research.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how research helps farmers.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better seeds that resist drought.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 of knowledge and research is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research centre for farming in Cameroon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Computers, phones and the internet are called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map of Africa in your atlas, find Cameroon and name the four oceans and seas that surround Africa.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Africa (Introduction: location and physical characteristics).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recherche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chercheur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connaissance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logiciel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L'internet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Innovation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L'innovation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6: The Quaternary Sector (Definition and Examples)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quaternary sector. Name the main quaternary activities. Explain the importance of the quaternary sector for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research and digital tools improve daily life and farming, and to use them responsibly.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Quaternary sector, Research, ICT; II. Examples: Research, ICT, Advice; III. Importance: Farming, Industry, Services.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map of Africa in your atlas, find Cameroon and name the four oceans and seas that surround Africa.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IRAD: Institut de Recherche Agricole pour le Développement, with a regional centre at Garoua.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IRAD: Institut de Recherche Agricole pour le Développement (Cameroon).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“U.S. Army research unit marks four decades in Kenya, Africa - USAMRU-K” by US Army Africa, CC BY 2.0, via Flickr (https://www.flickr.com/photos/36281822@N08/4074611177)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“CIMMYT international wheat nurseries growing in Ecuador” by CIMMYT, CC BY-NC-SA 2.0, via Flickr (https://www.flickr.com/photos/44760652@N05/5958068839)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“Using mobile technology to give feedback about the crop trials” by Bioversity International, CC BY-NC-ND 2.0, via Flickr (https://www.flickr.com/photos/50383637@N07/15019002626)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“The Oneputa Combined School goes from Grade 1 through to Grade 10” by World Bank Photo Collection, CC BY-NC-ND 2.0, via Flickr (https://www.flickr.com/photos/10816734@N03/5321464442)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2026-09-27T04:25:12Z</dcterms:created>
  <dcterms:modified xsi:type="dcterms:W3CDTF">2026-09-27T04:25:12Z</dcterms:modified>
</cp:coreProperties>
</file>