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After the Equatorial region, we start Lesson 2: the Tropical Grassland region, the region where we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learners describe the vegetation around their homes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to describe the land between Garoua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Equator and the lines 5° and 15°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write the rainfall of Garoua month by month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how the sky looks in December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to describe a storm in July.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savanna 2. Harmattan 3.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2 TECHNICAL  —  LESSON 2 (WEEK 8)</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The Tropical Grassland Region: Location and Characteristics (Climate)</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2 Technical</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Natural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2: The Tropical Grassland Region — Part 1: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Tropical grassland (savanna), wet season, dry season, annual temperature range,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Location of the Tropical Grassland region; characteristics of its climate (progression sheet, week 8).</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the Tropical Grassland region.</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Locate the Tropical Grassland regions of the world on a map.</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characteristics of the climate of the Tropical Grassland region, using Garoua as an example.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Equatorial region lies between 0° and 5° north and south of the Equator.</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Its climate is hot and wet all year, with about 2,000 mm of rain and a temperature range below 3°C.</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Today, we move away from the Equator to the next natural region: the Tropical Grassland.</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Moussa's father plants maize near Garoua. After a few weeks, the young plants dry up and die. His neighbour plants in June, and his maize grows well.</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maize of Moussa's father died.</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it die?</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planted in March, in the dry season. There was no rain.</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should he plant?</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should plant when the rains start, in May or June.</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savanna is and to understand its seasons.</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 AND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f2t_savanna.jpg">    </p:cNvPr>
          <p:cNvPicPr>
            <a:picLocks noChangeAspect="1"/>
          </p:cNvPicPr>
          <p:nvPr/>
        </p:nvPicPr>
        <p:blipFill>
          <a:blip r:embed="rId1"/>
          <a:stretch>
            <a:fillRect/>
          </a:stretch>
        </p:blipFill>
        <p:spPr>
          <a:xfrm>
            <a:off x="274320" y="1817691"/>
            <a:ext cx="11640312" cy="4274177"/>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savanna: tall grass and trees far apart.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 AND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plants in the picture. What do we call this region?</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 AND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 and trees far apart. It is the savanna, or Tropical Grassland.</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 AND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savanna_africa_big.png">    </p:cNvPr>
          <p:cNvPicPr>
            <a:picLocks noChangeAspect="1"/>
          </p:cNvPicPr>
          <p:nvPr/>
        </p:nvPicPr>
        <p:blipFill>
          <a:blip r:embed="rId1"/>
          <a:stretch>
            <a:fillRect/>
          </a:stretch>
        </p:blipFill>
        <p:spPr>
          <a:xfrm>
            <a:off x="1956163" y="1691640"/>
            <a:ext cx="8276626"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savanna regions of Africa.</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 AND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 we find the savanna?</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 AND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garoua_climate_big.png">    </p:cNvPr>
          <p:cNvPicPr>
            <a:picLocks noChangeAspect="1"/>
          </p:cNvPicPr>
          <p:nvPr/>
        </p:nvPicPr>
        <p:blipFill>
          <a:blip r:embed="rId1"/>
          <a:stretch>
            <a:fillRect/>
          </a:stretch>
        </p:blipFill>
        <p:spPr>
          <a:xfrm>
            <a:off x="921585" y="1691640"/>
            <a:ext cx="10345783"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climate of Garoua: rain (blue bars) and temperature (red line).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months are wet in Garoua? Which months are dry?</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May to October. Dry: November to April.</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f2t_harmattan.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dusty sky in the dry season.</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dusty wind makes the sky grey in the dry season?</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It comes from the Sahara Desert.</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storm.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big storm cloud in the rainy season.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rain fall in the savanna in the wet season?</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as heavy storms with thunder, usually in the afternoon.</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The Tropical Grassland Region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The Tropical Grassland Region — Part 1: Location and Characteristics (Climate)</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Savanna: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region of tall grass and trees far apart.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Wet season: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period of the year when it rains.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Harmattan: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dry and dusty wind from the Sahara.</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Location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savanna is between 5° and 15° north and south of the Equator: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Africa: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West Africa (North Cameroon), East Africa and Southern Africa.</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South America: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Llanos and the Campos.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Australia: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north of the country.</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Location (2/2)</a:t>
            </a:r>
            <a:endParaRPr lang="en-US" sz="3600" dirty="0"/>
          </a:p>
        </p:txBody>
      </p:sp>
      <p:pic>
        <p:nvPicPr>
          <p:cNvPr id="13" name="Image 0" descr="/home/claude/f4/img/v2/savanna_africa_big.png">    </p:cNvPr>
          <p:cNvPicPr>
            <a:picLocks noChangeAspect="1"/>
          </p:cNvPicPr>
          <p:nvPr/>
        </p:nvPicPr>
        <p:blipFill>
          <a:blip r:embed="rId1"/>
          <a:stretch>
            <a:fillRect/>
          </a:stretch>
        </p:blipFill>
        <p:spPr>
          <a:xfrm>
            <a:off x="1956163" y="1691640"/>
            <a:ext cx="8276626"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savanna belt and the lines 5° and 15°.</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Climate</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climate has these characteristics: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Temperature: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(20 °C to 33 °C).</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Seasons: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There is a wet season and a dry season.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Rainfall: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between 500 mm and 1,500 mm per year.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Winds: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in the dry season.</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savanna found?</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season (May–October) and the dry season (November–April).</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Tall grass and trees far apart form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dry, dusty wind from the Sahara is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In Garoua, the rains fall from May to ______.</a:t>
            </a:r>
            <a:endParaRPr lang="en-US" sz="3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trees and grass around your home. Which trees keep their leaves in the dry season, and which lose them? Is the grass green or dry now? Write your observations.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 Part 2: Soils and Vegetation of the Tropical Grassland.</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Tropical grassland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savane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Wet season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saison des pluies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Dry season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saison sèche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Temperature range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L'amplitude thermique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Rainfall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Les précipitations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Harmattan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L'harmattan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Monsoon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mousson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Latitude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latitude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Man in His Environment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2: The Tropical Grassland Region — Part 1: Location and Characteristics (Climate)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the Tropical Grassland region. Locate the Tropical Grassland regions of the world on a map. Describe the characteristics of the climate of the Tropical Grassland region, using Garoua as an example.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Savanna, Wet season, Harmattan; II. Location: Africa, South America, Australia; III. Climate: Temperature, Seasons, Rainfall, Winds.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Look at the trees and grass around your home. Which trees keep their leaves in the dry season, and which lose them? Is the grass green or dry now? Write your observations.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25 min | Board summary (copying) 30 min | Evaluation, remediation 10 min | Homework 4 min | Logbook 10 min | Spare 5 min</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Garoua climate data: NOAA climate normals 1961–1990 (about 1,000 mm per year; hottest month April, 33 °C).</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8.</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Garoua climate normals: NOAA 1961–1990 (via Wikipedia, "Garoua").</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2026-09-26T10:44:16Z</dcterms:created>
  <dcterms:modified xsi:type="dcterms:W3CDTF">2026-09-26T10:44:16Z</dcterms:modified>
</cp:coreProperties>
</file>