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After the Equatorial region, we start Lesson 2: the Tropical Grassland region, the region where we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learners describe the vegetation around their homes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to describe the land between Garoua and Ngaoundéré.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draw the Equator and the lines 5° and 15°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write the rainfall of Garoua month by month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how the sky looks in December in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ask learners to describe a storm in July.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savanna 2. Harmattan 3.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2 TECHNICAL  —  LESSON 2 (WEEK 8)</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The Tropical Grassland Region: Location and Characteristics (Climate)</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2 Technical</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2 periods (2 × 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Natural Regions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2: The Tropical Grassland Region — Part 1: Location and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Tropical grassland (savanna), wet season, dry season, annual temperature range, Harmattan.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Location of the Tropical Grassland region; characteristics of its climate (progression sheet, week 8).</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read the climate of their town and choose the right time of the year to plant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the Tropical Grassland region.</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Locate the Tropical Grassland regions of the world on a map.</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the characteristics of the climate of the Tropical Grassland region, using Garoua as an example.</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The Equatorial region lies between 0° and 5° north and south of the Equator.</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Its climate is hot and wet all year, with about 2,000 mm of rain and a temperature range below 3°C.</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Today, we move away from the Equator to the next natural region: the Tropical Grassland.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Moussa's father plants maize near Garoua. After a few weeks, the young plants dry up and die. His neighbour plants in June, and his maize grows well.</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maize of Moussa's father died.</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it die?</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planted in March, in the dry season. There was no rain.</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should he plant?</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should plant when the rains start, in May or June.</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the savanna is and to understand its seasons.</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 AND LOCATION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2t_savanna.jpg">    </p:cNvPr>
          <p:cNvPicPr>
            <a:picLocks noChangeAspect="1"/>
          </p:cNvPicPr>
          <p:nvPr/>
        </p:nvPicPr>
        <p:blipFill>
          <a:blip r:embed="rId1"/>
          <a:stretch>
            <a:fillRect/>
          </a:stretch>
        </p:blipFill>
        <p:spPr>
          <a:xfrm>
            <a:off x="274320" y="1817691"/>
            <a:ext cx="11640312" cy="4274177"/>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savanna: tall grass and trees far apart.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 AND LOCATION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in the picture. What do we call this region?</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 AND LOCATION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 and trees far apart. It is the savanna, or Tropical Grassland.</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 AND LOCATION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savanna_africa_big.png">    </p:cNvPr>
          <p:cNvPicPr>
            <a:picLocks noChangeAspect="1"/>
          </p:cNvPicPr>
          <p:nvPr/>
        </p:nvPicPr>
        <p:blipFill>
          <a:blip r:embed="rId1"/>
          <a:stretch>
            <a:fillRect/>
          </a:stretch>
        </p:blipFill>
        <p:spPr>
          <a:xfrm>
            <a:off x="1956163" y="1691640"/>
            <a:ext cx="8276626"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savanna regions of Africa.</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 AND LOCATION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do we find the savanna?</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DEFINITION AND LOCATION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5° and 15° north and south of the Equator.</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garoua_climate_big.png">    </p:cNvPr>
          <p:cNvPicPr>
            <a:picLocks noChangeAspect="1"/>
          </p:cNvPicPr>
          <p:nvPr/>
        </p:nvPicPr>
        <p:blipFill>
          <a:blip r:embed="rId1"/>
          <a:stretch>
            <a:fillRect/>
          </a:stretch>
        </p:blipFill>
        <p:spPr>
          <a:xfrm>
            <a:off x="921585" y="1691640"/>
            <a:ext cx="10345783"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The climate of Garoua: rain (blue bars) and temperature (red line).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months are wet in Garoua? Which months are dry?</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May to October. Dry: November to April.</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13" name="Image 0" descr="/home/claude/f4/img/v2/f2t_harmattan.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dusty sky in the dry season.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dry, dusty wind makes the sky grey in the dry season?</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It comes from the Sahara Desert.</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13" name="Image 0" descr="/home/claude/f4/img/v2/f2t_storm.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big storm cloud in the rainy season.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rain fall in the savanna in the wet season?</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CLIMATE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 as heavy storms with thunder, usually in the afternoon.</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The Tropical Grassland Region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 The Tropical Grassland Region — Part 1: Location and Characteristics (Climate)</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Savanna: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region of tall grass and trees far apart.</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Wet season: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period of the year when it rains.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Harmattan: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 dry and dusty wind from the Sahara.</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Location (1/2)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savanna is between 5° and 15° north and south of the Equator: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Africa: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West Africa (North Cameroon), East Africa and Southern Africa.</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South America: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Llanos and the Campos.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Australia: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north of the country.</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Location (2/2)</a:t>
            </a:r>
            <a:endParaRPr lang="en-US" sz="3600" dirty="0"/>
          </a:p>
        </p:txBody>
      </p:sp>
      <p:pic>
        <p:nvPicPr>
          <p:cNvPr id="13" name="Image 0" descr="/home/claude/f4/img/v2/savanna_africa_big.png">    </p:cNvPr>
          <p:cNvPicPr>
            <a:picLocks noChangeAspect="1"/>
          </p:cNvPicPr>
          <p:nvPr/>
        </p:nvPicPr>
        <p:blipFill>
          <a:blip r:embed="rId1"/>
          <a:stretch>
            <a:fillRect/>
          </a:stretch>
        </p:blipFill>
        <p:spPr>
          <a:xfrm>
            <a:off x="1956163" y="1691640"/>
            <a:ext cx="8276626"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Copy the savanna belt and the lines 5° and 15°.</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Climate</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climate has these characteristics: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Temperature: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hot all year (20 °C to 33 °C).</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Seasons: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There is a wet season and a dry season.</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Rainfall: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between 500 mm and 1,500 mm per year.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Winds: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in the dry season.</a:t>
            </a:r>
            <a:endParaRPr lang="en-US" sz="4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 savanna found?</a:t>
            </a:r>
            <a:endParaRPr 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5° and 15° north and south of the Equator.</a:t>
            </a:r>
            <a:endParaRPr lang="en-US" sz="4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seasons of Garoua.</a:t>
            </a:r>
            <a:endParaRPr lang="en-US" sz="4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wet season (May–October) and the dry season (November–April).</a:t>
            </a:r>
            <a:endParaRPr 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Tall grass and trees far apart form the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The dry, dusty wind from the Sahara is the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In Garoua, the rains fall from May to ______.</a:t>
            </a:r>
            <a:endParaRPr lang="en-US" sz="3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trees and grass around your home. Which trees keep their leaves in the dry season, and which lose them? Is the grass green or dry now? Write your observations.</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2, Part 2: Soils and Vegetation of the Tropical Grassland.</a:t>
            </a:r>
            <a:endParaRPr lang="en-US" sz="4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Tropical grassland</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savane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Wet season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saison des pluies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Dry season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saison sèche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Temperature range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L'amplitude thermique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Rainfall</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Les précipitations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Harmattan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L'harmattan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Monsoon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mousson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Latitude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latitude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Man in His Environment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2: The Tropical Grassland Region — Part 1: Location and Characteristics (Climate)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the Tropical Grassland region. Locate the Tropical Grassland regions of the world on a map. Describe the characteristics of the climate of the Tropical Grassland region, using Garoua as an example.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read the climate of their town and choose the right time of the year to plant crops.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Savanna, Wet season, Harmattan; II. Location: Africa, South America, Australia; III. Climate: Temperature, Seasons, Rainfall, Winds.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Look at the trees and grass around your home. Which trees keep their leaves in the dry season, and which lose them? Is the grass green or dry now? Write your observations.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8 min | Situation 8 min | 5 activities 25 min | Board summary (copying) 30 min | Evaluation, remediation 10 min | Homework 4 min | Logbook 10 min | Spare 5 min</a:t>
            </a:r>
            <a:endParaRPr lang="en-US" sz="2000" dirty="0"/>
          </a:p>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Garoua climate data: NOAA climate normals 1961–1990 (about 1,000 mm per year; hottest month April, 33 °C).</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ECO. GEOGRAPHY — FORM 2 TECH</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8.</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Garoua climate normals: NOAA 1961–1990 (via Wikipedia, "Garoua").</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5: “When it rains in Africa!” by Martin_Heigan, CC BY-NC-ND 2.0, via Flickr (https://www.flickr.com/photos/97303475@N00/31286250004)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2026-09-27T04:25:09Z</dcterms:created>
  <dcterms:modified xsi:type="dcterms:W3CDTF">2026-09-27T04:25:09Z</dcterms:modified>
</cp:coreProperties>
</file>