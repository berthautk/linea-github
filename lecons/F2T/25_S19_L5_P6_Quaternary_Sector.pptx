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6): The Sectors of the Economy: The Quaternary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quaternary sector, research, information and communication technology (ICT), knowledge economy. At the end, you should be able to do this: learners are able to explain how research and digital tools improve daily life and farming, and to use them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5): The Sectors of the Economy: The Tertiary Sector (Definition and Examples). The question was: Find out what a research centre does. Ask an adult or read about IRAD (Institute of Agricultural Research for Development).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IRAD carries out research to produce better seeds and animal breeds and gives advice to farmers; for example it has developed improved maize and sorghum varieties.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quaternary sector. Number 2: name the main quaternary activities. Number 3: explain the importance of the quaternary sector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tertiary sector provides services: trade, transport, banking, social services and tourism. Services link producers to consumers.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drought destroyed the maize of farmers near Garoua. Then researchers created a new maize that grows fast and needs less water, and now the harvests are better. A farmer asks: "What is the work of these researchers called, and how does it help 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does not know the sector of research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destroyed the maize?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the researchers create?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new maize that needs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use ICT to create new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of knowledge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Researchers create new knowledge.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research centre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IRAD (also the universities).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with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phone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get prices and weather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job of information technology.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software, websites or phone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research helps the other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research help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better seeds and new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Quaternary Activities. The quaternary sector includes the following activities. Copy the point on Research on the left, then draw the diagram on the right: a research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Universities.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Information technology on the left, then draw the diagram on the right: a computer class.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Consulting and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Importance on the left, then draw the diagram on the right: research helps the other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quaternary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of knowledge and research.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how research helps farmers.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better seeds that resist drought.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quaternary; number 2, IRAD;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Africa in your atlas, find Cameroon and name the four oceans and seas that surround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1): Africa: Introduction (Location and Physical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6): THE SECTORS OF THE ECONOMY: THE QUATERNARY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Quaternary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Quaternary sector, research, information and communication technology (ICT), knowledge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quaternary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5): The Sectors of the Economy: The Tertiary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a research centre does. Ask an adult or read about IRAD (Institute of Agricultural Research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carries out research to produce better seeds and animal breeds and gives advice to farmers; for example it has developed improved maize and sorghum varieties.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quaternary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quaternary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quaternary sector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tertiary sector provides services: trade, transport, banking, social services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Services link producers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drought destroyed the maize of farmers near Garoua. Then researchers created a new maize that grows fast and needs less water, and now the harvests are better. A farmer asks: "What is the work of these researchers called, and how does it help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does not know the sector of research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destroyed the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researchers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maize that needs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use ICT to create new knowledge.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esearcher2.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Researchers create new knowledge.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(also the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with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phone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prices and weather news.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job of information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software, websites or phone apps.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aterna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Research helps the other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research help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based on knowledge, research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quaternary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Research: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IRAD creates better seeds and animal breeds.</a:t>
            </a:r>
            <a:endParaRPr lang="en-US" sz="3600" dirty="0"/>
          </a:p>
        </p:txBody>
      </p:sp>
      <p:pic>
        <p:nvPicPr>
          <p:cNvPr id="5" name="Image 0" descr="/home/claude/f4/img/v2/f2t_field_trial.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Universities: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Teaching and research, as at the University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Information technology: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Software, websites and phone apps.</a:t>
            </a:r>
            <a:endParaRPr lang="en-US" sz="3600" dirty="0"/>
          </a:p>
        </p:txBody>
      </p:sp>
      <p:pic>
        <p:nvPicPr>
          <p:cNvPr id="5" name="Image 0" descr="/home/claude/f4/img/v2/f2t_computer_clas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computer class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Consulting and planning: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Experts give advice to companies and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Importance: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gives new seeds, machines and medicines to the other sectors.</a:t>
            </a:r>
            <a:endParaRPr lang="en-US" sz="3600" dirty="0"/>
          </a:p>
        </p:txBody>
      </p:sp>
      <p:pic>
        <p:nvPicPr>
          <p:cNvPr id="5" name="Image 0" descr="/home/claude/f4/img/v2/quaternar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research helps the other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how research helps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centre for farming in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Computers, phones and the internet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Cameroon and name the four oceans and seas that surround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chercheur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Knowledge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Software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logiciel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quaternary sector. Name the main quaternary activities. Explain the importance of the quaternary sector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Quaternary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Africa in your atlas, find Cameroon and name the four oceans and seas that surround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IRAD: Institut de Recherche Agricole pour le Développement, with a regional centre at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laboratory.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IRAD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a phone for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apps.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IRAD: Institut de Recherche Agricole pour le Développement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“U.S. Army research unit marks four decades in Kenya, Africa - USAMRU-K” by US Army Africa, CC BY 2.0, via Flickr (https://www.flickr.com/photos/36281822@N08/4074611177)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2026-09-28T20:48:43Z</dcterms:created>
  <dcterms:modified xsi:type="dcterms:W3CDTF">2026-09-28T20:48:43Z</dcterms:modified>
</cp:coreProperties>
</file>