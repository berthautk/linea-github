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5 (Part 6): The Sectors of the Economy: The Quaternary Sector (Definition and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2 Technical. It belongs to Economic Geography — Sectors of the Economy.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Economic Activities, and the sub-topic is Sectors of the Economy. The key notions we shall use today are: quaternary sector, research, information and communication technology (ICT), knowledge economy. At the end, you should be able to do this: learners are able to explain how research and digital tools improve daily life and farming, and to use them responsibly.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5 (Part 5): The Sectors of the Economy: The Tertiary Sector (Definition and Examples). The question was: Name one research centre in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IRAD.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quaternary sector. Number 2: name the main quaternary activities. Number 3: explain the importance of the quaternary sector for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tertiary sector provides services: trade, transport, banking, social services and tourism. Services link producers to consumers.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For many years, drought destroyed the maize of farmers near Garoua. Then researchers created a new maize that grows fast and needs less water, and now the harvests are better. A farmer asks: "What is the work of these researchers called, and how does it help us?"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farmer does not know the sector of research and its importance.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destroyed the maize?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Drought.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did the researchers create?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new maize that needs less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study hard and use ICT to create new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jobs of knowledge and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researcher.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Researchers create new knowledge. Which sector is this?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quaternary sector.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research field.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one research centre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IRAD (also the universities).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farmer with a phone.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How does the phone help farmers?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get prices and weather news.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computer class.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one job of information technology.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Making software, websites or phone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research helps the other sectors.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research help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gives better seeds and new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Quaternary sector.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Activities. The main quaternary activities are the following. Copy the point on Research on the left, then draw the diagram on the right: a research field.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Activities. On this slide we have Universities.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Information technology on the left, then draw the diagram on the right: a computer class.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Activities. On this slide we have Consulting and planning.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The quaternary sector is important for the following reasons. Copy the point on New seeds on the left, then draw the diagram on the right: research helps the other sectors.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On this slide we have New machines and New medicines.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quaternary sector?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sector of knowledge and research.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example of how research helps farmers.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gives better seeds that resist drought.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quaternary; number 2, IRAD; number 3, 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four oceans and seas around Africa.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6 (Part 1): Africa: Introduction (Location and Physical Characteristics).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2 TECHNICAL</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LESSON 5 (PART 6): THE SECTORS OF THE ECONOMY: THE QUATERNARY SECTOR (DEFINITION AND EXAMPLES)</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2 TECHNICAL</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5 (Part 6)</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Sectors of the Economy: The Quaternary Sector (Definition and Examples)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2 Technical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Economic Geography — Sectors of the Economy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Sectors of the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5 (Part 6): The Sectors of the Economy: The Quaternary Sector (Definition and Examples)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Quaternary sector, research, information and communication technology (ICT), knowledge economy.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and examples of the quaternary sector.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how research and digital tools improve daily life and farming, and to use them responsibly.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5 (Part 5): The Sectors of the Economy: The Tertiary Sector (Definition and Examples)):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research centre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quaternary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main quaternary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the quaternary sector for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tertiary sector provides services: trade, transport, banking, social services and tourism.</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Services link producers to consumers.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 many years, drought destroyed the maize of farmers near Garoua. Then researchers created a new maize that grows fast and needs less water, and now the harvests are better. A farmer asks: "What is the work of these researchers called, and how does it help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farmer does not know the sector of research and its importance.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destroyed the maize?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Drought.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did the researchers create?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new maize that needs less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Study hard and use ICT to create new knowledge.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jobs of knowledge and research.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researcher2.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researcher.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Researchers create new knowledge. Which sector is this?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DEFINITION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quaternary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field_trial.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research field.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research centre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IRAD (also the universities).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phone_farm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farmer with a phone.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phone help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get prices and weather news.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computer_clas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computer class.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job of information technology.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Making software, websites or phone apps.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quaternar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Research helps the other sectors.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research help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better seeds and new methods.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Sectors of the Economy</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5 (Part 6): The Sectors of the Economy: The Quaternary Sector (Definition and Examples)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Quaternary sector: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It is made of activities based on knowledge, research and information.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Examples of Quaternary Activities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Activities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main quaternary activities are the following:</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Research: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IRAD creates better seeds and animal breeds.</a:t>
            </a:r>
            <a:endParaRPr lang="en-US" sz="3600" dirty="0"/>
          </a:p>
        </p:txBody>
      </p:sp>
      <p:pic>
        <p:nvPicPr>
          <p:cNvPr id="6" name="Image 0" descr="/home/claude/f4/img/v2/f2t_field_trial.jpg">    </p:cNvPr>
          <p:cNvPicPr>
            <a:picLocks noChangeAspect="1"/>
          </p:cNvPicPr>
          <p:nvPr/>
        </p:nvPicPr>
        <p:blipFill>
          <a:blip r:embed="rId1"/>
          <a:stretch>
            <a:fillRect/>
          </a:stretch>
        </p:blipFill>
        <p:spPr>
          <a:xfrm>
            <a:off x="5349240" y="2069407"/>
            <a:ext cx="6659575" cy="3697594"/>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research field</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Examples of Quaternary Activities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Activities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Universities: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Teaching and research, as at the University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Examples of Quaternary Activities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A) Activities</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Information technology: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Software, websites and phone apps.</a:t>
            </a:r>
            <a:endParaRPr lang="en-US" sz="3600" dirty="0"/>
          </a:p>
        </p:txBody>
      </p:sp>
      <p:pic>
        <p:nvPicPr>
          <p:cNvPr id="6" name="Image 0" descr="/home/claude/f4/img/v2/f2t_computer_class.jpg">    </p:cNvPr>
          <p:cNvPicPr>
            <a:picLocks noChangeAspect="1"/>
          </p:cNvPicPr>
          <p:nvPr/>
        </p:nvPicPr>
        <p:blipFill>
          <a:blip r:embed="rId1"/>
          <a:stretch>
            <a:fillRect/>
          </a:stretch>
        </p:blipFill>
        <p:spPr>
          <a:xfrm>
            <a:off x="5349240" y="2071212"/>
            <a:ext cx="6659575" cy="3693983"/>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computer class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Examples of Quaternary Activities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Activities</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Consulting and planning: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Experts give advice to companies and the state.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Examples of Quaternary Activities</a:t>
            </a:r>
            <a:endParaRPr lang="en-US" sz="3600" dirty="0"/>
          </a:p>
        </p:txBody>
      </p:sp>
      <p:sp>
        <p:nvSpPr>
          <p:cNvPr id="4" name="Text 2"/>
          <p:cNvSpPr/>
          <p:nvPr/>
        </p:nvSpPr>
        <p:spPr>
          <a:xfrm>
            <a:off x="365760" y="1737360"/>
            <a:ext cx="5120640" cy="457200"/>
          </a:xfrm>
          <a:prstGeom prst="rect">
            <a:avLst/>
          </a:prstGeom>
          <a:noFill/>
          <a:ln/>
        </p:spPr>
        <p:txBody>
          <a:bodyPr wrap="square" lIns="0" tIns="0" rIns="0" bIns="0" rtlCol="0" anchor="ctr">
            <a:normAutofit/>
          </a:bodyPr>
          <a:lstStyle/>
          <a:p>
            <a:pPr algn="l" indent="0" marL="0">
              <a:buNone/>
            </a:pPr>
            <a:r>
              <a:rPr lang="en-US" sz="3000" b="1" dirty="0">
                <a:solidFill>
                  <a:srgbClr val="990011"/>
                </a:solidFill>
                <a:latin typeface="Times New Roman" pitchFamily="34" charset="0"/>
                <a:ea typeface="Times New Roman" pitchFamily="34" charset="-122"/>
                <a:cs typeface="Times New Roman" pitchFamily="34" charset="-120"/>
              </a:rPr>
              <a:t>B) Importance</a:t>
            </a:r>
            <a:endParaRPr lang="en-US" sz="3000" dirty="0"/>
          </a:p>
        </p:txBody>
      </p:sp>
      <p:sp>
        <p:nvSpPr>
          <p:cNvPr id="5" name="Text 3"/>
          <p:cNvSpPr/>
          <p:nvPr/>
        </p:nvSpPr>
        <p:spPr>
          <a:xfrm>
            <a:off x="365760" y="2240280"/>
            <a:ext cx="4846320" cy="41605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quaternary sector is important for the following reasons:</a:t>
            </a:r>
            <a:endParaRPr lang="en-US" sz="3600" dirty="0"/>
          </a:p>
          <a:p>
            <a:pPr algn="l" marL="342900" indent="-342900">
              <a:spcAft>
                <a:spcPts val="800"/>
              </a:spcAft>
              <a:buSzPct val="100000"/>
              <a:buChar char="•"/>
            </a:pPr>
            <a:r>
              <a:rPr lang="en-US" sz="3600" b="1" dirty="0">
                <a:solidFill>
                  <a:srgbClr val="111111"/>
                </a:solidFill>
                <a:latin typeface="Times New Roman" pitchFamily="34" charset="0"/>
                <a:ea typeface="Times New Roman" pitchFamily="34" charset="-122"/>
                <a:cs typeface="Times New Roman" pitchFamily="34" charset="-120"/>
              </a:rPr>
              <a:t>New seeds: </a:t>
            </a:r>
            <a:pPr algn="l" marL="342900" indent="-342900">
              <a:spcAft>
                <a:spcPts val="800"/>
              </a:spcAft>
              <a:buSzPct val="100000"/>
              <a:buChar char="•"/>
            </a:pPr>
            <a:r>
              <a:rPr lang="en-US" sz="3600" dirty="0">
                <a:solidFill>
                  <a:srgbClr val="111111"/>
                </a:solidFill>
                <a:latin typeface="Times New Roman" pitchFamily="34" charset="0"/>
                <a:ea typeface="Times New Roman" pitchFamily="34" charset="-122"/>
                <a:cs typeface="Times New Roman" pitchFamily="34" charset="-120"/>
              </a:rPr>
              <a:t>Farmers get better harvests.</a:t>
            </a:r>
            <a:endParaRPr lang="en-US" sz="3600" dirty="0"/>
          </a:p>
        </p:txBody>
      </p:sp>
      <p:pic>
        <p:nvPicPr>
          <p:cNvPr id="6" name="Image 0" descr="/home/claude/f4/img/v2/quaternary_big.png">    </p:cNvPr>
          <p:cNvPicPr>
            <a:picLocks noChangeAspect="1"/>
          </p:cNvPicPr>
          <p:nvPr/>
        </p:nvPicPr>
        <p:blipFill>
          <a:blip r:embed="rId1"/>
          <a:stretch>
            <a:fillRect/>
          </a:stretch>
        </p:blipFill>
        <p:spPr>
          <a:xfrm>
            <a:off x="5349240" y="2617506"/>
            <a:ext cx="6659575" cy="2601397"/>
          </a:xfrm>
          <a:prstGeom prst="rect">
            <a:avLst/>
          </a:prstGeom>
        </p:spPr>
      </p:pic>
      <p:sp>
        <p:nvSpPr>
          <p:cNvPr id="7" name="Text 4"/>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research helps the other sectors</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Examples of Quaternary Activities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Importance</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New machines: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Industries produce more and faster.</a:t>
            </a:r>
            <a:endParaRPr lang="en-US" sz="4000" dirty="0"/>
          </a:p>
          <a:p>
            <a:pPr algn="l" marL="342900" indent="-342900">
              <a:spcAft>
                <a:spcPts val="800"/>
              </a:spcAft>
              <a:buSzPct val="100000"/>
              <a:buChar char="•"/>
            </a:pPr>
            <a:r>
              <a:rPr lang="en-US" sz="4000" b="1" dirty="0">
                <a:solidFill>
                  <a:srgbClr val="111111"/>
                </a:solidFill>
                <a:latin typeface="Times New Roman" pitchFamily="34" charset="0"/>
                <a:ea typeface="Times New Roman" pitchFamily="34" charset="-122"/>
                <a:cs typeface="Times New Roman" pitchFamily="34" charset="-120"/>
              </a:rPr>
              <a:t>New medicines: </a:t>
            </a:r>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Doctors treat more diseases.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quaternary sector?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sector of knowledge and research.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how research helps farmers.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better seeds that resist drought.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sector of knowledge and research is the ______ sector.</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research centre for farming in Cameroon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Computers, phones and the internet are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oceans and seas around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6 (Part 1): Africa: Introduction (Location and Physical Characteristics)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Research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recherche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Researcher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chercheur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Knowledge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connaissance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Information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L'information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Software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logiciel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Internet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L'internet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Expert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L'expert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Innovation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L'innovation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5 (Part 6): The Sectors of the Economy: The Quaternary Sector (Definition and Examples)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quaternary sector. Name the main quaternary activities. Explain the importance of the quaternary sector for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how research and digital tools improve daily life and farming, and to use them responsibly.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Activities; Importance.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four oceans and seas around Africa.</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IRAD: Institut de Recherche Agricole pour le Développement, with a regional centre at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a laboratory.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name IRAD in Garoua.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ask who uses a phone for work.</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name apps.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arrows.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Harmonised Progression Sheet, Economic Geography (5051), Form 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IRAD: Institut de Recherche Agricole pour le Développement (Cameroon).</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“U.S. Army research unit marks four decades in Kenya, Africa - USAMRU-K” by US Army Africa, CC BY 2.0, via Flickr (https://www.flickr.com/photos/36281822@N08/4074611177)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“CIMMYT international wheat nurseries growing in Ecuador” by CIMMYT, CC BY-NC-SA 2.0, via Flickr (https://www.flickr.com/photos/44760652@N05/5958068839)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“Using mobile technology to give feedback about the crop trials” by Bioversity International, CC BY-NC-ND 2.0, via Flickr (https://www.flickr.com/photos/50383637@N07/15019002626)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“The Oneputa Combined School goes from Grade 1 through to Grade 10” by World Bank Photo Collection, CC BY-NC-ND 2.0, via Flickr (https://www.flickr.com/photos/10816734@N03/5321464442)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2026-10-02T05:14:08Z</dcterms:created>
  <dcterms:modified xsi:type="dcterms:W3CDTF">2026-10-02T05:14:08Z</dcterms:modified>
</cp:coreProperties>
</file>