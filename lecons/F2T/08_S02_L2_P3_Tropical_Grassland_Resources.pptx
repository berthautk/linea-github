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 (Part 3): The Tropical Grassland Region: Types of Resources and Methods of Exploitation.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2. The Tropical Grassland Region.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resource, exploitation, pasture, national park, hydro-electric power, irrigation. At the end, you should be able to do this: learners are able to name the resources of the savanna around them and explain how people use them to earn a living.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 (Part 2): The Tropical Grassland Region: Characteristics (Soils and Vegetation). The question was: List three things that people in your family get from the savanna around Garoua, for example food, wood or animals.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food (maize, sorghum, groundnuts, shea butter); wood (firewood, charcoal, poles for building); animals (cattle, goats, meat and milk).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 resource and exploitation. Number 2: identify the main resources of the Tropical Grassland region. Number 3: describe the methods used to exploit these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savanna has tall grasses and scattered trees. Its soils are ferruginous, with laterite and black cotton soils. Plants survive the dry season by losing leaves and storing water.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Ibrahim lives near the Lagdo lake. His uncle fishes in the lake, his father grows cotton, and his cousin guides tourists in the Bénoué National Park. A visitor says, "The savanna is a poor region."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visitor thinks the savanna is poor, but it has many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three resources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Fish, farmland for cotton, and wild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can Ibrahim answer?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He can say that the savanna gives food, money and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the resources of the savanna carefully so that they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riches of the savanna and how people use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cattle feed on the savanna grass.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do these animals eat? Who rears them in North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eat grass. The Fulani (Mbororo) rear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cotton field.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crop grows here? Why do farmers grow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Cotton. Farmers sell it to earn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elephants in a savanna park.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Where can we see these animals in North Cameroon? Who comes to see them?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Bénoué, Bouba Ndjida and Waza parks. Tourists come to see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lake made by a dam, seen from the sky.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The Lagdo dam made a big lake on the Benue. Give two ways people use its water.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For fishing and for electricity. Also to water the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bags of charcoal for sale.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do people make from the trees of the savanna?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Firewood, charcoal, shea butter and fruits.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Resource and Exploitation.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Resources and Methods of Exploitation. The savanna has the following resources. On this slide we have Pasture and Farmland.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Resources and Methods of Exploitation. On this slide we have Wildlife, Water and Trees.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a resource?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is anything in nature that people can use.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resources of the savanna and how they are used.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grass for cattle; water of Lagdo for fishing and electricity.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resource; number 2, cattle (animals); number 3, electricity.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a farmer or a herder in your area about his work: what he produces, which tools he uses and where he sells his products.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 (Part 4): The Tropical Grassland Region: Human Activities.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2 (PART 3): THE TROPICAL GRASSLAND REGION: TYPES OF RESOURCES AND METHODS OF EXPLOITATION</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 (Part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Tropical Grassland Region: Types of Resources and Methods of Exploitation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2. The Tropical Grassland Region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 (Part 3): The Tropical Grassland Region: Types of Resources and Methods of Exploitation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Resource, exploitation, pasture, national park, hydro-electric power, irrigation.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Types of resources of the Tropical Grassland region and methods of exploitation.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name the resources of the savanna around them and explain how people use them to earn a living.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 (Part 2): The Tropical Grassland Region: Characteristics (Soils and Vegetation)):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three things that people in your family get from the savanna around Garoua, for example food, wood or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food (maize, sorghum, groundnuts, shea butter); wood (firewood, charcoal, poles for building); animals (cattle, goats, meat and milk).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resource and exploitation.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main resources of the Tropical Grassland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methods used to exploit these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savanna has tall grasses and scattered trees.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Its soils are ferruginous, with laterite and black cotton soils.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Plants survive the dry season by losing leaves and storing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Ibrahim lives near the Lagdo lake. His uncle fishes in the lake, his father grows cotton, and his cousin guides tourists in the Bénoué National Park. A visitor says, "The savanna is a poor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visitor thinks the savanna is poor, but it has many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resources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Fish, farmland for cotton, and wild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can Ibrahim answer?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 can say that the savanna gives food, money and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the resources of the savanna carefully so that they last.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riches of the savanna and how people use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PASTURE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cattl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Cattle feed on the savanna grass.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PASTURE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these animals eat? Who rears them in North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PASTURE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eat grass. The Fulani (Mbororo) rear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FARMLAND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cotton_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cotton field.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FARMLAND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crop grows here? Why do farmers grow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FARMLAND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Cotton. Farmers sell it to earn money.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WILDLIFE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elephants.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Elephants in a savanna park.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WILDLIFE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can we see these animals in North Cameroon? Who comes to see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WILDLIFE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Bénoué, Bouba Ndjida and Waza parks. Tourists come to see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WATER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lagdo.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lake made by a dam, seen from the sky.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WATER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Lagdo dam made a big lake on the Benue. Give two ways people use its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WATER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fishing and for electricity. Also to water the fields.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TREES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charcoa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Bags of charcoal for sale.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TREES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people make from the trees of the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TREES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Firewood, charcoal, shea butter and fruits.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Natural Regions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(Part 3): The Tropical Grassland Region: Types of Resources and Methods of Exploitation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Resource: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anything in nature that people can use.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Exploitation: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use of a resource to meet our needs or to earn money.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Resources and Methods of Exploitation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savanna has the following resources: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Pasture: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grass feeds cattle, sheep and goats kept by herders.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Farmland: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use the land to grow cotton, maize and sorghum.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Resources and Methods of Exploitation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Wildlife: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Animals in national parks such as the Benue attract tourists.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Rivers and the Lagdo Dam give water, fish and electricity.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Trees: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give firewood, charcoal and shea butter.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resource?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anything in nature that people can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resources of the savanna and how they are used.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Grass for cattle; water of Lagdo for fishing and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Anything in nature that people can use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grass is used to feed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Lagdo dam produces fish and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 farmer or a herder in your area about his work: what he produces, which tools he uses and where he sells his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(Part 4): The Tropical Grassland Region: Human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ressource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Exploitation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L'exploitation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Pasture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pâturage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Livestock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bétail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Wildlife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faune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National park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parc national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barrage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Irrigation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L'irrigation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 (Part 3): The Tropical Grassland Region: Types of Resources and Methods of Exploitation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resource and exploitation. Identify the main resources of the Tropical Grassland region. Describe the methods used to exploit these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name the resources of the savanna around them and explain how people use them to earn a living.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Resources and Methods of Exploitation.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a farmer or a herder in your area about his work: what he produces, which tools he uses and where he sells his products.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The Lagdo dam on the Benue (1982) produces about 72 MW of electricity.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who rears cattle in their area.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bring a piece of raw cotton to class.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ask learners to name wild animals of the savanna.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ask learners where the electricity of Garoua comes from.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ask learners what their mother uses to cook.</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Class textbook: The major biomes of the world (tropical grassland).</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Lagdo dam and national parks of North Cameroon: general reference sources (Wikipedia).</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“Fulani cattle breed of West Africa” by International Livestock Research Institute, CC BY-NC-SA 2.0, via Flickr (https://www.flickr.com/photos/7155605@N03/48125675226)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“Cotton Fields, U.S. 65, Tensas Parish, Louisiana (4)” by Ken Lund, CC BY-SA 2.0, via Flickr (https://www.flickr.com/photos/75683070@N00/3934873451)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“African Bush Elephants, Maasai Mara” by Ray in Manila, CC BY 2.0, via Flickr (https://www.flickr.com/photos/21186555@N07/50627864261)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“South Holston Lake, (Virginia-Tennessee border, USA)” by James St. John, CC BY 2.0, via Flickr (https://www.flickr.com/photos/47445767@N05/39221734762)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“Charcoal, made from tree branches” by World Bank Photo Collection, CC BY-NC-ND 2.0, via Flickr (https://www.flickr.com/photos/10816734@N03/25644159775)</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2026-09-27T11:12:30Z</dcterms:created>
  <dcterms:modified xsi:type="dcterms:W3CDTF">2026-09-27T11:12:30Z</dcterms:modified>
</cp:coreProperties>
</file>