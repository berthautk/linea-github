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(Part 3): The Tropical Grassland Region: Types of Resources and Methods of Exploitation.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2. The Tropical Grassland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resource, exploitation, pasture, national park, hydro-electric power, irrigation. At the end, you should be able to do this: learners are able to name the resources of the savanna around them and explain how people use them to earn a living.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(Part 2): The Tropical Grassland Region: Characteristics (Soils and Vegetation). The question was: List three things that people in your family get from the savanna around Garoua, for example food, wood or animals.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food (maize, sorghum, groundnuts, shea butter); wood (firewood, charcoal, poles for building); animals (cattle, goats, meat and milk).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resource and exploitation. Number 2: identify the main resources of the Tropical Grassland region. Number 3: describe the methods used to exploit these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savanna has tall grasses and scattered trees. Its soils are ferruginous, with laterite and black cotton soils. Plants survive the dry season by losing leaves and storing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Ibrahim lives near the Lagdo lake. His uncle fishes in the lake, his father grows cotton, and his cousin guides tourists in the Bénoué National Park. A visitor says: "The savanna is a poor region." Ibrahim asks: "Is the savanna really poor? What resources does it have, and how do we use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agree that the savanna is poor, and wants to know its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three activities of Ibrahim's family.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Fishing, cotton farming and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is the Bénoué National Park?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North Region, near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resources of the savanna carefully so that they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riches of the savanna and how people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cattle.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these animals 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cotton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farmers grow cotton?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sell it and earn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elephants.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which parks can we see these animals in North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Bénoué, Bouba Ndjida and Waza.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Lagdo dam.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way people use the water of the Lagdo lake.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Fishing (also electricity and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bags of charcoal.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 people make from the trees of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Firewood and charcoal (also shea butter).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Resource and Exploitation.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Resources. The savanna has the following resources. Copy the point on Pasture on the left, then draw the diagram on the right: cattle.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Resources. On this slide we have Farmland.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Wildlife on the left, then draw the diagram on the right: elephants.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Resources. On this slide we have Water and Wood.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Exploitation. These resources are exploited as follows. On this slide we have Pasture.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Farmland on the left, then draw the diagram on the right: a cotton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Exploitation. On this slide we have Wildlife.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 on the left, then draw the diagram on the right: the Lagdo dam.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Exploitation. On this slide we have Wood.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resource?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anything in nature that people can use.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resources of the savanna and how they are used.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grass for cattle; water of Lagdo for fishing and electricity.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resource; number 2, cattle (animals); number 3,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 farmer or a herder in your area about his work: what he produces, which tools he uses and where he sells his products.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(Part 4): The Tropical Grassland Region: Human Activities.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 (PART 3): THE TROPICAL GRASSLAND REGION: TYPES OF RESOURCES AND METHODS OF EXPLOITATION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Grassland Region: Types of Resources and Methods of Exploitation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2. The Tropical Grassland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(Part 3): The Tropical Grassland Region: Types of Resources and Methods of Exploitation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 exploitation, pasture, national park, hydro-electric power, irrigation.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resources of the Tropical Grassland region and methods of exploitation.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name the resources of the savanna around them and explain how people use them to earn a living.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(Part 2): The Tropical Grassland Region: Characteristics (Soils and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things that people in your family get from the savanna around Garoua, for example food, wood or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food (maize, sorghum, groundnuts, shea butter); wood (firewood, charcoal, poles for building); animals (cattle, goats, meat and milk).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resource and exploitation.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resources of the Tropical Grassland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used to exploit these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savanna has tall grasses and scattered trees.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soils are ferruginous, with laterite and black cotton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survive the dry season by losing leaves and storing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lives near the Lagdo lake. His uncle fishes in the lake, his father grows cotton, and his cousin guides tourists in the Bénoué National Park. A visitor says: "The savanna is a poor region." Ibrahim asks: "Is the savanna really poor? What resources does it have, and how do we use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agree that the savanna is poor, and wants to know its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activities of Ibrahim's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cotton farming and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Bénoué National Park?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 Region, near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resources of the savanna carefully so that they last.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riches of the savanna and how people use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these animals 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cotton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grow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sell it and earn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Elephants.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parks can we see these animals in North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Bénoué, Bouba Ndjida and Waza.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agd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Lagdo dam.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way people use the water of the Lagdo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(also electricity and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harco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Bags of charcoal.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people make from the trees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Firewood and charcoal (also shea butter).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 (Part 3): The Tropical Grassland Region: Types of Resources and Methods of Exploitation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Resource: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anything in nature that people can use.</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Exploitation: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use of a resource to meet our needs or to earn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savanna has the following resources: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Pasture: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Grass for cattle, sheep and goats.</a:t>
            </a:r>
            <a:endParaRPr lang="en-US" sz="3600" dirty="0"/>
          </a:p>
        </p:txBody>
      </p:sp>
      <p:pic>
        <p:nvPicPr>
          <p:cNvPr id="5" name="Image 0" descr="/home/claude/f4/img/v2/f2t_cattl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cattle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Farmland: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Good for cotton, maize, sorghum and groundnuts.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Wildlife: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Elephants, lions and antelopes.</a:t>
            </a:r>
            <a:endParaRPr lang="en-US" sz="3600" dirty="0"/>
          </a:p>
        </p:txBody>
      </p:sp>
      <p:pic>
        <p:nvPicPr>
          <p:cNvPr id="5" name="Image 0" descr="/home/claude/f4/img/v2/f2t_elephants.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elephants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Water: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and lakes such as the Benue and Lagdo.</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Wood: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Firewood, charcoal and shea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resources are exploited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Pasture: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Herders graze their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Farmland: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Farmers use hoes, oxen and tractors.</a:t>
            </a:r>
            <a:endParaRPr lang="en-US" sz="3600" dirty="0"/>
          </a:p>
        </p:txBody>
      </p:sp>
      <p:pic>
        <p:nvPicPr>
          <p:cNvPr id="5" name="Image 0" descr="/home/claude/f4/img/v2/f2t_cotton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cotton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Wildlife: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National parks receive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Water: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Dams, irrigation and fishing.</a:t>
            </a:r>
            <a:endParaRPr lang="en-US" sz="3600" dirty="0"/>
          </a:p>
        </p:txBody>
      </p:sp>
      <p:pic>
        <p:nvPicPr>
          <p:cNvPr id="5" name="Image 0" descr="/home/claude/f4/img/v2/f2t_lagdo.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Lagdo dam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Wood: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are cut and burnt into charcoal.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resource?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in nature that people can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of the savanna and how they are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for cattle; water of Lagdo for fishing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Anything in nature that people can use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grass is used to feed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Lagdo dam produces fish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or a herder in your area about his work: what he produces, which tools he uses and where he sells his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4): The Tropical Grassland Region: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Exploitation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Pasture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Livestock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bétail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Wildlife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National park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parc national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(Part 3): The Tropical Grassland Region: Types of Resources and Methods of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resource and exploitation. Identify the main resources of the Tropical Grassland region. Describe the methods used to exploit these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name the resources of the savanna around them and explain how people use them to earn a living.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Resources; Methods of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 farmer or a herder in your area about his work: what he produces, which tools he uses and where he sells his products.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The Lagdo dam on the Benue (1982) produces about 72 MW of electricity.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cattle near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products made of cotton.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the parks.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lake.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how families cook.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(tropical grassland).</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Lagdo dam and national parks of North Cameroon: general reference sources (Wikipedia).</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“South Holston Lake, (Virginia-Tennessee border, USA)” by James St. John, CC BY 2.0, via Flickr (https://www.flickr.com/photos/47445767@N05/39221734762)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“Charcoal, made from tree branches” by World Bank Photo Collection, CC BY-NC-ND 2.0, via Flickr (https://www.flickr.com/photos/10816734@N03/25644159775)</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2026-09-28T21:14:24Z</dcterms:created>
  <dcterms:modified xsi:type="dcterms:W3CDTF">2026-09-28T21:14:24Z</dcterms:modified>
</cp:coreProperties>
</file>