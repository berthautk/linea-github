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3): The Tropical Grassland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pasture, national park, hydro-electric power, irrigation. At the end, you should be able to do this: learners are able to name the resources of the savanna around them and explain how people use them to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2): The Tropical Grassland Region: Characteristics (Soils and Vegetation). The question was: Name three resources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Pasture, farmland and wildlife (also water and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exploitation. Number 2: identify the main resources of the Tropical Grassland region. Number 3: describe the methods used to exploit these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savanna has tall grasses and scattered trees. Its soils are ferruginous, with laterite and black cotton soils. Plants survive the dry season by losing leaves and storing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agree that the savanna is poor, and wants to know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activities of Ibrahim's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cotton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Bénoué National Park?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North Region,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savanna carefully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savanna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these animals 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farmers grow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parks can we see these animals in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Bénoué, Bouba Ndjida and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way people use the water of the Lagdo lake.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electricity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people make from the trees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and charcoal (also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savanna has the following resources. Copy the point on Pasture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Farmland.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Wildlife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Pasture.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Farmland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resource?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anything in nature that people can use.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resources of the savanna and how they are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for cattle; water of Lagdo for fishing and electricity.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resource; number 2, cattle (animals);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transhumance.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4): The Tropical Grassland Region: Human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3): THE TROPICAL GRASSLAND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pasture, national park, hydro-electric power,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Tropical Grassland region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2): The Tropical Grassland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 farmland and wildlife (also water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exploitation.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these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tall grasses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ferruginous, with laterite and black cotton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survive the dry season by losing leaves and storing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agree that the savanna is poor, and wants to know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activities of Ibrahim's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cotton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Bénoué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Region,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savanna carefully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savanna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these animals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parks can we see these animals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Bénoué, Bouba Ndjida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people use the water of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make from the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(also 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Grass for cattle, sheep and goats.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 for cotton, maize, sorghum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Elephants, lions and antelopes.</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such as the Benue and Lagdo.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Firewood, charcoal and shea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graze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use hoes, oxen and tractors.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receive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Dams, irrigation and fishing.</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and burnt into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savanna and how they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water of Lagdo for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Anything in nature that people can 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grass is used to feed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produces fish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exploitation. Identify the main resources of the Tropical Grassland region. Describe the methods used to exploit these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transhumance.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Lagdo dam on the Benue (1982) produces about 72 MW of electricity.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cattle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of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families cook.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Lagdo dam and national parks of North Cameroon: general reference sources (Wikipedia).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2026-09-28T21:32:42Z</dcterms:created>
  <dcterms:modified xsi:type="dcterms:W3CDTF">2026-09-28T21:32:42Z</dcterms:modified>
</cp:coreProperties>
</file>