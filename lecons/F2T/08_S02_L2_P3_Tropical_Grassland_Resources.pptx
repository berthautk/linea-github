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3): The Tropical Grassland Region: Types of Resources and Methods of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resource, exploitation, pasture, national park, hydro-electric power, irrigation. At the end, you should be able to do this: learners are able to name the resources of the savanna around them and explain how people use them to earn a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2): The Tropical Grassland Region: Characteristics (Soils and Vegetation). The question was: List three things that people in your family get from the savanna around Garoua, for example food, wood or animals.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food (maize, sorghum, groundnuts, shea butter); wood (firewood, charcoal, poles for building); animals (cattle, goats, meat and milk).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resource and exploitation. Number 2: identify the main resources of the Tropical Grassland region. Number 3: describe the methods used to exploit these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savanna has tall grasses and scattered trees. Its soils are ferruginous, with laterite and black cotton soils. Plants survive the dry season by losing leaves and storing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lives near the Lagdo lake. His uncle fishes in the lake, his father grows cotton, and his cousin guides tourists in the Bénoué National Park. A visitor says: "The savanna is a poor region." Ibrahim asks: "Is the savanna really poor? What resources does it have, and how do we use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agree that the savanna is poor, and wants to know its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activities of Ibrahim's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Fishing, cotton farming 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the Bénoué National Park?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North Region, near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resources of the savanna carefully so that they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riches of the savanna and how people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these animals 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farmers grow cotton?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sell it and earn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parks can we see these animals in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Bénoué, Bouba Ndjida and Waza.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Lagdo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way people use the water of the Lagdo lake.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(also electricity and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bags of charcoal.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people make from the trees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Firewood and charcoal (also shea butter).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Resources. The savanna has the following resources. Copy the point on Pasture on the left, then draw the diagram on the right: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Farmland.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Wildlife on the left, then draw the diagram on the right: elephants.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Water and Wood.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These resources are exploited as follows. On this slide we have Pasture.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Farmland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Wood.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resource?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anything in nature that people can use.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resources of the savanna and how they are used.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grass for cattle; water of Lagdo for fishing and electricity.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resource; number 2, cattle (animals); number 3,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or a herder in your area about his work: what he produces, which tools he uses and where he sells his products.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4): The Tropical Grassland Region: Human Activities.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3): THE TROPICAL GRASSLAND REGION: TYPES OF RESOURCES AND METHODS OF EXPLOITATION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Types of Resources and Methods of Exploitation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3): The Tropical Grassland Region: Types of Resources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exploitation, pasture, national park, hydro-electric power, irrigation.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resources of the Tropical Grassland region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resources of the savanna around them and explain how people use them to earn a living.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2): The Tropical Grassland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things that people in your family get from the savanna around Garoua, for example food, wood or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food (maize, sorghum, groundnuts, shea butter); wood (firewood, charcoal, poles for building); animals (cattle, goats, meat and milk).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resource and exploitation.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resources of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used to exploit these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tall grasses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are ferruginous, with laterite and black cotton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survive the dry season by losing leaves and storing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lives near the Lagdo lake. His uncle fishes in the lake, his father grows cotton, and his cousin guides tourists in the Bénoué National Park. A visitor says: "The savanna is a poor region." Ibrahim asks: "Is the savanna really poor? What resources does it have, and how do we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agree that the savanna is poor, and wants to know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activities of Ibrahim's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cotton farming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Bénoué National Park?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Region,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resources of the savanna carefully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riches of the savanna and how people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these animals 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grow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sell it and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parks can we see these animals in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Bénoué, Bouba Ndjida and Waza.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way people use the water of the Lagdo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(also electricity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make from the trees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and charcoal (also shea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3): The Tropical Grassland Region: Types of Resources and Methods of Exploitation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Resource: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Exploitation: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use of a resource to meet our needs or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has the following resources: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Pasture: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Grass for cattle, sheep and goats.</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Good for cotton, maize, sorghum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Elephants, lions and antelopes.</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and lakes such as the Benue and Lagdo.</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Wood: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Firewood, charcoal and shea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resources are exploited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Pasture: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graze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Farmers use hoes, oxen and tractors.</a:t>
            </a:r>
            <a:endParaRPr lang="en-US" sz="36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receive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Dams, irrigation and fishing.</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Wood: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and burnt into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the savanna and how they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for cattle; water of Lagdo for fishing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Anything in nature that people can use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grass is used to feed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Lagdo dam produces fish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or a herder in your area about his work: what he produces, which tools he uses and where he sells his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4): The Tropical Grassland Region: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3): The Tropical Grassland Region: Types of Resources and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resource and exploitation. Identify the main resources of the Tropical Grassland region. Describe the methods used to exploit these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resources of the savanna around them and explain how people use them to earn a living.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Resources;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or a herder in your area about his work: what he produces, which tools he uses and where he sells his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Lagdo dam on the Benue (1982) produces about 72 MW of electricity.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cattle near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products made of cotton.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the parks.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lake.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how families cook.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Lagdo dam and national parks of North Cameroon: general reference sources (Wikipedia).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“Charcoal, made from tree branches” by World Bank Photo Collection, CC BY-NC-ND 2.0, via Flickr (https://www.flickr.com/photos/10816734@N03/25644159775)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2026-09-28T20:48:40Z</dcterms:created>
  <dcterms:modified xsi:type="dcterms:W3CDTF">2026-09-28T20:48:40Z</dcterms:modified>
</cp:coreProperties>
</file>