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Temperate Region, part 2: Characteristics (Soils and Vegetation).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colour of European forests in autumn.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savanna trees that lose their leaves in the dry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picture of a Christmas tree (pine).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bring a bottle of olive oil to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the temperate grasslands: Prairies, Steppes, Pampas, Veld.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red soils of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deciduous 2. needle 3. chernozem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4 (PART 2)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Temperate Region: Characteristics (Soils and Vegetation)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4. The Temperate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2: Characteristics (Soils and Vegetation)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Deciduous forest, coniferous forest, Mediterranean vegetation, temperate grassland, brown forest soil, podzol, chernozem.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 of the soils and vegetation of the temperate region.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pine and eucalyptus trees planted in Cameroon as temperate trees, and explain why temperate grasslands feed the world.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vegetation of the three types of temperate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temperate plants are adapted to their climate.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temperate soils.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temperate region lies between 30° and 60° north and south of the Equator.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four seasons: spring, summer, autumn and winter.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three types of climate are oceanic, Mediterranean and continental.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trip to Europe in November, Samuel sees a forest with yellow and red leaves. Many leaves fall to the ground. In January, the trees have no leaves at all.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Samuel does not know why the trees lose their leaves.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he see in November and in January?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Yellow and red leaves in November; no leaves in January.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the fallen leaves?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rot and make the soil rich.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plants and soils of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autumn_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forest in autumn.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these trees lose their leaves in autumn?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survive the cold winter.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onif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forest of pine trees in winter.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trees keep their thin, needle leaves in winter. How do the leaves help them?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Needle leaves lose little water and the snow slides off.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olive_tr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olive tree.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olive tree has small, hard leaves. How does this help it in the dry summer?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Small, hard leaves lose little water.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prair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grassland in North America.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almost no trees here, only grass. Why?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too little rain for trees.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black_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dark, rich soil.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black soil is found under grasslands. Why is it good for wheat?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full of humus, so it is very fertile.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Temperate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4: The Temperate Region — Part 2: Characteristics (Soils and Vegetation)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Deciduous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forest whose trees lose their leaves in autumn.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Coniferous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forest of trees with needle leaves.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Chernozem: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black and rich soil.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Vegetation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Deciduous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Oak and beech lose their leaves in autumn.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Coniferous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Pine trees keep their needles.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Mediterranean plants: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Olive trees have small, hard leaves.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Grasslands: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 grass and few trees.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Soils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Brown forest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rich in humus.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Podzols: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grey and poor.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Chernozems: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black and very rich.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Red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found around the Mediterranean.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deciduous trees lose their leaves in autumn?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survive the cold winter.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chernozem good for wheat?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black and full of humus, so it is very fertile.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 that lose their leaves in autumn form a ______ forest.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Pine trees have ______ leaves.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black, rich soil of grasslands is the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names of three food products imported into Cameroon from temperate countries (for example wheat flour, milk or apples).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3: Human Activities (Farming) in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forêt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Deciduous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feuilles caduques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Coniferous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Conifère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chêne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Olive tree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L'olivier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Grassland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prairie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L'humus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The Temperate Region — Part 2: Characteristics (Soils and Vegetation)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vegetation of the three types of temperate region. Explain how temperate plants are adapted to their climate. Describe the main temperate soils.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pine and eucalyptus trees planted in Cameroon as temperate trees, and explain why temperate grasslands feed the world.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Deciduous forest, Coniferous forest, Chernozem; II. Vegetation: Deciduous forest, Coniferous forest, Mediterranean plants, Grasslands; III. Soils: Brown forest soils, Podzols, Chernozems, Red soils.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names of three food products imported into Cameroon from temperate countries (for example wheat flour, milk or apples).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(temperate regions).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“David R. Johnson Natural Area (3)” by Nicholas_T, CC BY 2.0, via Flickr (https://www.flickr.com/photos/14922165@N00/10682288495)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“Battleship Lake” by `James Wheeler, CC BY-NC-SA 2.0, via Flickr (https://www.flickr.com/photos/24128704@N08/16587218945)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“Close up of an Olive Tree” by Ian W Scott, CC BY-SA 2.0, via Flickr (https://www.flickr.com/photos/38000818@N06/5767827378)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“Saskatchewan field in August, Alfalfa Medicago sativa” by ocean.flynn, CC BY-NC-SA 2.0, via Flickr (https://www.flickr.com/photos/89488115@N00/1535397596)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“My date palm. Cool, huh?” by Hair Squared, CC BY-SA 2.0, via Flickr (https://www.flickr.com/photos/73119211@N00/3804244479)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2026-09-26T10:44:17Z</dcterms:created>
  <dcterms:modified xsi:type="dcterms:W3CDTF">2026-09-26T10:44:17Z</dcterms:modified>
</cp:coreProperties>
</file>