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5): The Tropical Grassland Region: Problems Faced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drought, bush fire, overgrazing, soil erosion, desertification, poaching, farmer–herder conflict. At the end, you should be able to do this: learners are able to take simple actions against bush fires and soil erosion around their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4): The Tropical Grassland Region: Human Activities. The question was: Write down two problems that farmers or herders around Garoua face, for example with rain, fires or pests.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rains that start late or stop early; bush fires that burn pastures; pests such as locusts and caterpillars; cattle that eat crops, which causes conflicts.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in the Tropical Grassland region. Number 2: explain the causes of these problems. Number 3: describe the solutions attempted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people of the savanna practise crop farming, livestock rearing, hunting and fishing. Herders move with their animals in the dry season (transhumance).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Garoua, a herder's cattle entered a farmer's field at night and ate his maize, and the two men started to fight. The same year, the rains stopped early and a bush fire burnt the pastures. The village chief asks: "What are the problems of our savanna, and how can we solve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village faces several problems and the chief looks for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two men fight?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cattle ate the farmer's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other problems of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Early end of the rains (drought) and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respect grazing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savanna and how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dry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problem do you see in the picture?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Drought: there is no rain, so crops dry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bush fire leave behind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Burnt, bare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rain on bare soil and on grass.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soil washed away on bare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no plants to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cattle near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farmers and herders sometimes fight?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Cattle eat the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tree planting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planting trees help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protect the soil and stop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Drought and Overgrazing.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the savanna face the following problems. Copy the point on Drought on the left, then draw the diagram on the right: drought.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Bush fires on the left, then draw the diagram on the right: a bush fire.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Soil erosion, Overgrazing and Pests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Farmer–herder conflicts.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Attempted Solutions. The following solutions have been attempted. Copy the point on Tree planting on the left, then draw the diagram on the right: tree planting.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Irrigation, Control of bush fires and Grazing zones.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Veterinary care.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the savanna.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drought and bush fires (also soil erosion and conflicts).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irrigation and tree planting.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drought; number 2, overgrazing; number 3,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the Sahara Desert. Write the names of three countries that it covers.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1): The Desert Regions: Location, Types and Characteristics.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5): THE TROPICAL GRASSLAND REGION: PROBLEMS FACED AND ATTEMPTED SOLUTIONS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Problems Faced and Attempted Solutions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5): The Tropical Grassland Region: Problems Faced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Drought, bush fire, overgrazing, soil erosion, desertification, poaching, farmer–herder conflict.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in the Tropical Grassland region and the solutions attempted.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take simple actions against bush fires and soil erosion around their homes.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4): The Tropical Grassland Region: Human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down two problems that farmers or herders around Garoua face, for example with rain, fires or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rains that start late or stop early; bush fires that burn pastures; pests such as locusts and caterpillars; cattle that eat crops, which causes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in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solutions attempted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people of the savanna practise crop farming, livestock rearing, hunting and fishing.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Herders move with their animals in the dry season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Garoua, a herder's cattle entered a farmer's field at night and ate his maize, and the two men started to fight. The same year, the rains stopped early and a bush fire burnt the pastures. The village chief asks: "What are the problems of our savanna, and how can we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faces several problems and the chief looks for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two men fight?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cattle ate the farmer's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other problems of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end of the rains (drought) and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respect grazing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savanna and how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 you see in the picture?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there is no rain, so crops dry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bush fire leave behind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Burnt, bare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soil and on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soil washed away on bare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plants to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near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and herders sometimes fight?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eat the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planting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planting trees help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protect the soil and stop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(Part 5): The Tropical Grassland Region: Problems Faced and Attempted Solutions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Drought: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long period without enough rain.</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Overgrazing: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keeping too many animals on the same pasture.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in the savanna face the following problems: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Drought: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rains start late or stop early.</a:t>
            </a:r>
            <a:endParaRPr lang="en-US" sz="3600" dirty="0"/>
          </a:p>
        </p:txBody>
      </p:sp>
      <p:pic>
        <p:nvPicPr>
          <p:cNvPr id="5" name="Image 0" descr="/home/claude/f4/img/v2/f2t_drough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drought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Bush fires: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Fires burn pastures, trees and animals.</a:t>
            </a:r>
            <a:endParaRPr lang="en-US" sz="3600" dirty="0"/>
          </a:p>
        </p:txBody>
      </p:sp>
      <p:pic>
        <p:nvPicPr>
          <p:cNvPr id="5" name="Image 0" descr="/home/claude/f4/img/v2/f2t_bushfir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bush fire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Soil erosion: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and rain carry away bare soil.</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Overgrazing: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Too many animals destroy the grass.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Pests and diseases: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Locusts, tsetse flies and animal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Farmer–herder conflicts: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Cattle eat crops in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solutions have been attempted:</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Tree planting: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Operation Sahel Vert and the Great Green Wall.</a:t>
            </a:r>
            <a:endParaRPr lang="en-US" sz="3600" dirty="0"/>
          </a:p>
        </p:txBody>
      </p:sp>
      <p:pic>
        <p:nvPicPr>
          <p:cNvPr id="5" name="Image 0" descr="/home/claude/f4/img/v2/f2t_tree_planting_sahe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tree planting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Irrigation: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Dams and wells give water in the dry season.</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Control of bush fires: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Fire breaks and laws against burning.</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Grazing zones: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Separate areas for farming and for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Veterinary care: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Vaccines and treatments for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bush fires (also soil erosion and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period without rain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many animals on the same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helps to stop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Desert. Write the names of three countries that it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1): The Desert Regions: Location, Types and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criquet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Conflict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conflit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5): The Tropical Grassland Region: Problems Faced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in the Tropical Grassland region. Explain the causes of these problems. Describe the solutions attempted to solve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bush fires and soil erosion around their homes.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the Sahara Desert. Write the names of three countries that it covers.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Opération Sahel Vert is the Cameroonian tree-planting programme in the North and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dry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bush fire.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pour water on bare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conflicts.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a tree-planting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2026-09-28T20:48:41Z</dcterms:created>
  <dcterms:modified xsi:type="dcterms:W3CDTF">2026-09-28T20:48:41Z</dcterms:modified>
</cp:coreProperties>
</file>