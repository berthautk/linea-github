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5): The Tropical Grassland Region: Problems Faced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drought, bush fire, overgrazing, soil erosion, desertification, poaching, farmer–herder conflict. At the end, you should be able to do this: learners are able to take simple actions against bush fires and soil erosion around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4): The Tropical Grassland Region: Human Activities. The question was: Write down two problems that farmers or herders around Garoua face, for example with rain, fires or pests.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rains that start late or stop early; bush fires that burn pastures; pests such as locusts and caterpillars; cattle that eat crops, which causes conflicts.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Tropical Grassland region. Number 2: explain the causes of these problems. Number 3: describe the solutions attempted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people of the savanna practise crop farming, livestock rearing, hunting and fishing. Herders move with their animals in the dry season (transhumance).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herder's cattle entered a farmer's field at night and ate his maize. The two men started to fight.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herder and a farmer are fighting because the cattle ate the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cattle enter the field?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was little grass, and nobody guarded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the chief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can separate farms from grazing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respect grazing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savanna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cracked soil after a long time without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 you see in the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there is no rain, so the crops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bush fire leave behind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leaves burnt, bare soil. Plants and animals are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rain on bare soil and on grass.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soil washed away on the left, but not on the right?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 the soil is bare. On the right, the grass protects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and cattle on a path between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and herders sometimes fight?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enter the fields and eat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young trees planted in rows.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and stop the desert from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Drought and Overgrazing.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savanna face the following problems. On this slide we have Drought and Bush fires.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Soil erosion and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On this slide we have Irrigation and Tree planting.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Firebreaks and Grazing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savanna.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(also soil erosion and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and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overgrazing; number 3,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Africa in your atlas, find the Sahara Desert. Write the names of three countries that it covers.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1): The Desert Regions: Location, Types and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5): THE TROPICAL GRASSLAND REGION: PROBLEMS FACED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Problems Faced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Drought, bush fire, overgrazing, soil erosion, desertification, poaching, farmer–herder conflict.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Tropical Grassland region and the solutions attempted.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4): The Tropical Grassland Region: Human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down two problems that farmers or herders around Garoua face, for example with rain, fires or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rains that start late or stop early; bush fires that burn pastures; pests such as locusts and caterpillars; cattle that eat crops, which causes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attempted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people of the savanna practise crop farming, livestock rearing, hunting and fishing.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with their animals in the dry season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herder's cattle entered a farmer's field at night and ate his maize. The two men started to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herder and a farmer are fighting because the cattle ate the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cattle enter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was little grass, and nobody guarded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the chief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can separate farms from grazing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respect grazing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savanna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 after a long time without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 see in the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there is no rain, so the crops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bush fire leave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leaves burnt, bare soil. Plants and animals are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washed away on the left, but not on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 the soil is bare. On the right, the grass protects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and cattle on a path between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and herders sometimes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enter the fields and eat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trees planted in 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stop the desert from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period without enough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when too many animals eat the grass of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in the savanna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and pastures dry up when the rains fail.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destroy plants, animals and the humus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wind remove the bare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eat crops and this causes conflicts between farmers and herders.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bring water to their crops from rivers and dams.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planted to hold the soil and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Firebreaks: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Cleared strips of land stop bush fires from spreading.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Grazing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 zones for cattle keep them away from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soil erosion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helps to stop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Desert. Write the names of three countries that it covers.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criquet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Tropical Grassland region. Explain the causes of these problems. Describe the solutions attempted to solve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Africa in your atlas, find the Sahara Desert. Write the names of three countries that it covers.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Opération Sahel Vert is the Cameroonian tree-planting programme in the North and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what happens to crops when the rain stops early.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have seen a bush fire to describe the land after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water on a tray of bare soil and on a tray of soil with grass.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situation of the lesson.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where trees have been planted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2026-09-27T11:12:30Z</dcterms:created>
  <dcterms:modified xsi:type="dcterms:W3CDTF">2026-09-27T11:12:30Z</dcterms:modified>
</cp:coreProperties>
</file>