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5): The Tropical Grassland Region: Problems Faced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drought, bush fire, overgrazing, soil erosion, desertification, poaching, farmer–herder conflict. At the end, you should be able to do this: learners are able to take simple actions against bush fires and soil erosion around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4): The Tropical Grassland Region: Human Activities. The question was: Give two problems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Drought and bush fires (also overgrazing).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Tropical Grassland region. Number 2: explain the causes of these problems. Number 3: describe the solutions attempted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people of the savanna practise crop farming, livestock rearing, hunting and fishing. Herders move with their animals in the dry season (transhumance).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faces several problems and the chief looks for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two men fight?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cattle ate the farmer's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other problems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Early end of the rains (drought)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respect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savanna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 you see in the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there is no rain, so crops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bush fire leave behind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Burnt,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rain on bare soil and on grass.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washed away on bare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plants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and herders sometimes fight?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eat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and stop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Drought and Overgrazing.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savanna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a bush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Overgrazing and Pests and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Tree planting on the left, then draw the diagram on the right: tree planting.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Irrigation, Control of bush fires and Grazing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Veterinary care.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savanna.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(also soil erosion and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overgrazing; number 3,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desert.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1): The Desert Regions: Location, Types and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5): THE TROPICAL GRASSLAND REGION: PROBLEMS FACED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Problems Faced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Drought, bush fire, overgrazing, soil erosion, desertification, poaching, farmer–herder conflict.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Tropical Grassland region and the solutions attempted.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4): The Tropical Grassland Region: Human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attempted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people of the savanna practise crop farming, livestock rearing, hunting and fishing.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with their animals in the dry season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faces several problems and the chief looks for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two men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cattle ate the farmer's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other problems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end of the rains (drought)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respect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savanna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 see in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there is no rain, so crops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bush fire leave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Burnt,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washed away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plants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and herders sometimes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eat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keeping too many animals on the same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savanna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rains start late or stop early.</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Bush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Fires burn pastures, trees and animals.</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bush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and rain carry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many animals destroy the grass.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Locusts, tsetse flies and animal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eat crops in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Tree planting: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Operation Sahel Vert and the Great Green Wall.</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and wells give water in the dry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Control of bush fires: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breaks and laws against burning.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Grazing zones: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Separate areas for farming and for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Veterinary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and treatments for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soil erosion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helps to stop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criquet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Tropical Grassland region. Explain the causes of these problems. Describe the solutions attempted to solve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Opération Sahel Vert is the Cameroonian tree-planting programme in the North and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bush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water on bare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conflicts.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2026-09-29T03:12:30Z</dcterms:created>
  <dcterms:modified xsi:type="dcterms:W3CDTF">2026-09-29T03:12:30Z</dcterms:modified>
</cp:coreProperties>
</file>