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(Part 2): Africa: Climate, Soils and Relief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Africa.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Regional Geography, and the sub-topic is Africa. The key notions we shall use today are: climatic zone, relief, plateau, basin, Rift Valley, fold mountains, volcanic mountains, ferrallitic and ferruginous soils. At the end, you should be able to do this: learners are able to relate the climate and relief of a place in Africa to the activities that people practise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(Part 1): Africa: Introduction (Location and Physical Characteristics). The question was: Compare the climate of Douala, Garoua and Maroua. Which town is the wettest, and which is the driest? Ask an adult or use your textbook.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Douala is the wettest (about 4,000 mm of rain a year); Maroua is the driest (about 800 mm); Garoua is in between (about 1,000 mm).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climatic zones of Africa. Number 2: describe the main relief features of Africa. Number 3: describe the main soils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Africa lies between 37°N and 35°S, and the Equator crosses its middle. It is a plateau continent, with Kilimanjaro as its highest point and the Nile as its longest river.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Douala gets about 4,000 mm of rain per year, Garoua about 1,000 mm and Maroua about 800 mm. On the Adamawa plateau, the air is cooler than in Garoua. Nadia wonders why.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Nadia does not know why the climate changes from place to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town is the wettest?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Adamawa cooler?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high: the higher we go, the cooler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fertile soils of Africa carefully and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climate, relief and soils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climates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climate is found around the Equator? Which is near the tropics?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Equatorial near the Equator; desert near the tropics.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tea on the cool highlands of Kenya.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Nairobi is near the Equator, but it is cool.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high. The higher the land, the cooler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Great Rift Valley in Kenya.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land has sunk between two lines of cracks. What is this valley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Great Rift Valley.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Atlas Mountains in Morocco.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These mountains were formed by folding. Name them.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Atlas Mountains (also the Cape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banana plantation.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Near Mount Cameroon, farmers grow bananas and tea. Why are the soils there so fertile?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come from volcanic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Climate. Africa has the following main types of climate. On this slide we have Equatorial climate and Tropical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Climate. On this slide we have Desert climate and Mountain climate.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climates of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Relief. The relief of Africa has the following features. On this slide we have Plateaux and Basins.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Relief. On this slide we have Mountains and Rift Valley.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Soils. Africa has the following main types of soils. On this slide we have Red soils and Desert soils.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Soils. On this slide we have Volcanic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is Nairobi cool though it is near the Equator?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because it is high.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are the soils of Mount Cameroon fertile?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come from volcanic rocks.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equatorial; number 2, Rift; number 3, volcanic.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a map of Africa and write the names of three big rivers. Say into which ocean or sea each one flows.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(Part 3): Africa: Vegetation and Drainage of Africa.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6 (PART 2): AFRICA: CLIMATE, SOILS AND RELIEF OF AFRICA</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 (Part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Africa: Climate, Soils and Relief of Africa</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Africa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Regional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(Part 2): Africa: Climate, Soils and Relief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Climatic zone, relief, plateau, basin, Rift Valley, fold mountains, volcanic mountains, ferrallitic and ferruginous soils.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 soils and relief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relate the climate and relief of a place in Africa to the activities that people practise there.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(Part 1): Africa: Introduction (Location and Physical Characteristics)):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climate of Douala, Garoua and Maroua. Which town is the wettest, and which is the driest? Ask an adult or use your textbook.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is the wettest (about 4,000 mm of rain a year); Maroua is the driest (about 800 mm); Garoua is in between (about 1,000 mm).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climatic zones of Africa.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relief features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soils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Africa lies between 37°N and 35°S, and the Equator crosses its middle.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plateau continent, with Kilimanjaro as its highest point and the Nile as its longest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gets about 4,000 mm of rain per year, Garoua about 1,000 mm and Maroua about 800 mm. On the Adamawa plateau, the air is cooler than in Garoua. Nadia wonders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Nadia does not know why the climate changes from place to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 is the wettest?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Adamawa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high: the higher we go, the cooler it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fertile soils of Africa carefully and protect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climate, relief and soils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frica_climate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climates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climate is found around the Equator? Which is near the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Equatorial near the Equator; desert near the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tea_highlands.jpg">    </p:cNvPr>
          <p:cNvPicPr>
            <a:picLocks noChangeAspect="1"/>
          </p:cNvPicPr>
          <p:nvPr/>
        </p:nvPicPr>
        <p:blipFill>
          <a:blip r:embed="rId1"/>
          <a:stretch>
            <a:fillRect/>
          </a:stretch>
        </p:blipFill>
        <p:spPr>
          <a:xfrm>
            <a:off x="1248027" y="1783080"/>
            <a:ext cx="96956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Tea on the cool highlands of Kenya.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Nairobi is near the Equator, but it is cool.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high. The higher the land, the cooler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ift_valle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Great Rift Valley in Kenya.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has sunk between two lines of cracks. What is this valley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Great Rift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atlas.jpg">    </p:cNvPr>
          <p:cNvPicPr>
            <a:picLocks noChangeAspect="1"/>
          </p:cNvPicPr>
          <p:nvPr/>
        </p:nvPicPr>
        <p:blipFill>
          <a:blip r:embed="rId1"/>
          <a:stretch>
            <a:fillRect/>
          </a:stretch>
        </p:blipFill>
        <p:spPr>
          <a:xfrm>
            <a:off x="2106127" y="1783080"/>
            <a:ext cx="797944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Atlas Mountains in Morocco.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mountains were formed by folding. Name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Atlas Mountains (also the Cape Ranges).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ount_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banana plantation.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Mount Cameroon, farmers grow bananas and tea. Why are the soils there so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come from volcanic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Regional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Africa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2): Africa: Climate, Soils and Relief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Climate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Africa has the following main types of climate: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Equatorial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and wet all year, as in the Congo Basin and southern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Tropical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wet season and a dry season, as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Climate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very little rain, as in the Sahara.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cooler because of the high altitude, as in the East African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Climate</a:t>
            </a:r>
            <a:endParaRPr lang="en-US" sz="3600" dirty="0"/>
          </a:p>
        </p:txBody>
      </p:sp>
      <p:pic>
        <p:nvPicPr>
          <p:cNvPr id="4" name="Image 0" descr="/home/claude/f4/img/v2/africa_climate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climates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relief of Africa has the following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Plateaux: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plateaux cover the south and east of Africa.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Basins: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basins include the Congo and Chad basins.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Atlas are fold mountains and Kilimanjaro is a volcano.</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Rift Valley: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Great Rift Valley is a long valley in East Africa formed when land sank.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Africa has the following main types of soils: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Red soils are found in the forest and savanna regions.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 soils are sandy and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Volcanic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Volcanic soils are very fertile, as around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Nairobi cool though it is near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it is high.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soils of Mount Cameroon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come from volcanic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Around the Equator, the climate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long valley of East Africa is the Great ______ Valley.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Soils made from volcano rocks are ______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Africa and write the names of three big rivers. Say into which ocean or sea each one flows.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3): Africa: Vegetation and Drainage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cuvette (le bassin)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Rift Valley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vallée du 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volcan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Regional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(Part 2): Africa: Climate, Soils and Relief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climatic zones of Africa. Describe the main relief features of Africa. Describe the main soils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relate the climate and relief of a place in Africa to the activities that people practise there.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 Relief;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a map of Africa and write the names of three big rivers. Say into which ocean or sea each one flows.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Equator and bands of climate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Garoua and Ngaoundéré.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two books pushed apart with a pencil falling between them.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fold a sheet of paper to show folding.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what grows around Buea and Limbe.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“Carlo in the tea” by luigig, CC BY 2.0, via Flickr (https://www.flickr.com/photos/51035803402@N01/3175986747)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“Great Rift Valley” by GSAPP_SIDL, CC BY-NC-ND 2.0, via Flickr (https://www.flickr.com/photos/77974798@N04/7341392488)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“The Hills Are Alive - Morocco - Atlas Mountains - Mar 2018” by Gareth1953 All Right Now, CC BY 2.0, via Flickr (https://www.flickr.com/photos/40837632@N05/46588301775)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“20131110-DSC_4372” by jbdodane, CC BY-NC 2.0, via Flickr (https://www.flickr.com/photos/27998473@N02/11288779044)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2026-09-27T10:32:08Z</dcterms:created>
  <dcterms:modified xsi:type="dcterms:W3CDTF">2026-09-27T10:32:08Z</dcterms:modified>
</cp:coreProperties>
</file>