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3): The Desert Regions: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xerophyte, succulent, ephemeral plant, desert soil, salinity, humus. At the end, you should be able to do this: learners are able to explain how plants survive with very little water, and to choose plants that resist drought for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2): The Desert Regions: Characteristics (Climate). The question was: Look at a cactus, an acacia or a date palm near your home or in a picture. Write down one way in which it is adapted to lack of water.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cactus stores water in its thick stem; the acacia has small leaves and long roots; the date palm has deep roots that reach underground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hot deserts. Number 2: explain how desert plants are adapted to the lack of water. Number 3: describe the soils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receive less than 250 mm of rain per year. Days are very hot, nights are cold, and the air is very dry. Hot, dusty winds and sandstorms are common.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Fanta planted a mango tree and a small cactus in front of her house in Garoua. She forgot to water them for three months. In March, the mango tree was dead, but the cactus was still green.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Fanta does not know why the cactus did not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plant survived?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cactus.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did it survive?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keeps water inside its thick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water carefully to help plants grow in dry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desert plants live with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plants in 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plants. Why are they far apart?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small and far apart, because there is very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cactus.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cactus has a thick stem and spines. How do they help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stem keeps water. The spines lose little water and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an acacia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roots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reach water deep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white salt on the soil of 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sun dries the soil and leaves white salt. Is this soil good for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Salty soil is bad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green fields near the River Nile,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fields green here, in the middle of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from the Nile makes the desert soil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Xerophyte and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Desert plants are few, and they are adapted in the following ways. On this slide we have Water storage and Small leaves or spines.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Long roots and Short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Desert soils have the following characteristics. On this slide we have Sandy or stony soils and Little humus.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Salty soils and Fertile with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desert plants are adapted.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keep water in their stems; they have long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desert soils have little humus?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there are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 number 2, stem; number 3, salty.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you must spend one week in the Sahara. Write down three problems you would face and one way to solve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4): The Desert Regions: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3): THE DESERT REGIONS: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Xerophyte, succulent, ephemeral plant, desert soil, salinity, humus.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2): The Desert Regions: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cactus stores water in its thick stem; the acacia has small leaves and long roots; the date palm has deep roots that reach underground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desert plants are adapted to the lack of water.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soils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receive less than 250 mm of rain per year.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Days are very hot, nights are cold, and the air is very dry.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dusty winds and sandstorms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planted a mango tree and a small cactus in front of her house in Garoua. She forgot to water them for three months. In March, the mango tree was dead, but the cactus was still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does not know why the cactus did not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plant survived?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it survive?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keeps water inside its thick 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water carefully to help plants grow in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desert plants live with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in 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Why are they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 and far apart, because there is very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ct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cactus.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 has a thick stem and spines. How do they help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stem keeps water. The spines lose little water and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sert_roo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acacia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roots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reach water deep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White salt on the soil of 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dries the soil and leaves white salt. Is this soil good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Salty soil is bad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_field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Green fields near the River Nile,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fields green here, in the middle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the Nile makes the desert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Xerophyte: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plant that can live with very little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dark part of the soil made of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 plants are few, and they are adapted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storage: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 stores water in its thick 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leaves or spines: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leaves or spines lose very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roots: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roots reach water deep in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plants grow, flower and die quickly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 soils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Sandy or stony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and stony soils keep very little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have little humus because there are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Salty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strong sun evaporates water and leaves salt on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Fertile with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desert soils become fertile when irrigated, as along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desert plants are adapted.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in their stems; they have long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soils have little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there are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plant that lives with little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cactus keeps water in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 soils are often ______ because the sun leaves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you must spend one week in the Sahara. Write down three problems you would face and one way to solve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Thorn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Salty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salé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palm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palmier dattier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hot deserts. Explain how desert plants are adapted to the lack of water. Describe the soils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you must spend one week in the Sahara. Write down three problems you would face and one way to solve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imagine the Sahara after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a cactus or an aloe plant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small tree with very long roots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pot of salty water left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dry-season gardens along the Benue.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“Crested Saguaro” by CEBImagery.com, CC BY-NC 2.0, via Flickr (https://www.flickr.com/photos/53098051@N02/5626437842)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“View from the train - Arriving to Luxor from Aswan by train” by Jorge Lascar, CC BY 2.0, via Flickr (https://www.flickr.com/photos/8721758@N06/14075081580)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