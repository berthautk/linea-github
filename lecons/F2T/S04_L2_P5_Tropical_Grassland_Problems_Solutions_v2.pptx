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Tropical Grassland Region, part 5: Problems Faced and Attempted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problems faced by farmers and herders around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happens to crops when the rain stops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have seen a bush fire to describe the land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water on a tray of bare soil and on a tray of soil with grass.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situation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trees have been planted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drought 2. overgrazing 3. desert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2 (PART 5)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Tropical Grassland Region: Problems Faced and Attempted Solutions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2. The Tropical Grassland Region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5: Problems Faced and Attempted Solutions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Drought, bush fire, overgrazing, soil erosion, desertification, poaching, farmer–herder conflict.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faced in the Tropical Grassland region and the solutions attempted.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take simple actions against bush fires and soil erosion around their homes.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problems faced by people in the Tropical Grassland region.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of these problems.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solutions attempted to solve them.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of the savanna practise crop farming, livestock rearing, hunting and fishing.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Herders move with their animals in the dry season (transhumance).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village near Garoua, a herder's cattle entered a farmer's field at night and ate his maize. The two men started to fight.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herder and a farmer are fighting because the cattle ate the maize.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cattle enter the field?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was little grass, and nobody guarded them.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the chief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can separate farms from grazing areas.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problems of the savanna and how to solve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drou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cracked soil after a long time without rain.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problem do you see in the picture?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Drought: there is no rain, so the crops dry up.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ush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after a bush fire.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bush fire leave behind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leaves burnt, bare soil. Plants and animals are destroyed.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erosion_rai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rain on bare soil and on grass.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soil washed away on the left, but not on the right?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left, the soil is bare. On the right, the grass protects it.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attl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Herders and cattle on a path between farms.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farmers and herders sometimes fight?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enter the fields and eat the crops.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ATTEMPTED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ree_planting_sah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Young trees planted in rows.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ATTEMPTED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planting trees help the savanna?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ATTEMPTED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protect the soil and stop the desert from spreading.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Tropical Grassland Region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The Tropical Grassland Region — Part 5: Problems Faced and Attempted Solutions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 period without enough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too many animals eat the grass of the same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spread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Problems Faced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problems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Crops dry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Bush fires: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destroy plants and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Soil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wind remove bare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Farmer–herder conflicts: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eat the crops.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Attempted Solutions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solutions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water their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Tree planting: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stop the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Firebreaks: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bush fires.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Grazing zones: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separate cattle from farms.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the savanna.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 and bush fires (also soil erosion and conflicts).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solutions.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and tree planting.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 period without rain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many animals on the same land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Planting trees helps to stop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 of Africa in your atlas, find the Sahara Desert. Write the names of three countries that it covers.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Desert Regions (location, types and characteristics).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Drought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sécheresse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Bush fire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feu de brousse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surpâturage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des sols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braconnage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criquet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conflit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5: Problems Faced and Attempted Solutions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problems faced by people in the Tropical Grassland region. Explain the causes of these problems. Describe the solutions attempted to solve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take simple actions against bush fires and soil erosion around their homes.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Drought, Overgrazing, Desertification; II. Problems Faced: Drought, Bush fires, Soil erosion, Farmer–herder conflicts; III. Attempted Solutions: Irrigation, Tree planting, Firebreaks, Grazing zones.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map of Africa in your atlas, find the Sahara Desert. Write the names of three countries that it covers.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 Sahel Vert is the Cameroonian tree-planting programme in the North and Far North.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(tropical grassland).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MINEPDED: Opération Sahel Vert.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“Imagine a world without trees” by aloshbennett, CC BY 2.0, via Flickr (https://www.flickr.com/photos/13203757@N00/3480223314)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“20111216-NRCS-LSC-0355” by USDAgov, CC BY 2.0, via Flickr (https://www.flickr.com/photos/41284017@N08/6551564351)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“Acacia Tree” by D-Stanley, CC BY 2.0, via Flickr (https://www.flickr.com/photos/79721788@N00/11527335486)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“Nyando Climate Smart Villages Media Visit” by CGIAR Climate, CC BY-NC-SA 2.0, via Flickr (https://www.flickr.com/photos/55227776@N04/9720026817)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2026-09-26T10:44:16Z</dcterms:created>
  <dcterms:modified xsi:type="dcterms:W3CDTF">2026-09-26T10:44:16Z</dcterms:modified>
</cp:coreProperties>
</file>