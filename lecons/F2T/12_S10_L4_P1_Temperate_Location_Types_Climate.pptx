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1): The Temperate Region: Location, Types and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temperate region, seasons, westerlies, Mediterranean climate, oceanic climate, continental climate. At the end, you should be able to do this: learners are able to explain why countries like France or England have four seasons and to prepare for a trip to a temperate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5): The Desert Regions: Human Activities (Farming around Oases). The question was: Look at a world map in your atlas. Find two countries located between 30° and 60° north of the Equator, and write their names.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France, Italy, Germany, the United Kingdom, the USA, Japan and China all lie between 30° and 60° 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temperate regions of the world. Number 2: name the four seasons of the temperate region. Number 3: describe the three main types of temperate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lie between 15° and 30° north and south of the Equator. People farm in the desert thanks to oases and irrigation. Beyond the deserts, towards the poles, the climate becomes cooler.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Aïssatou's brother is going to study in France in January. He packs only T-shirts and sandals. His mother says, "You need a thick coat, gloves and closed shoes. It is winter there."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brother does not know that France is cold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season is it in France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he take?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thick coat, gloves and closed shoes.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the climate of temperate lands with the climate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the temperate regions are and their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temperate regions of the world (green).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are the temperate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30° and 60°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seasons of the temperate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many seasons are there? Name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Four: spring, summer, autumn and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street in Europe in winter.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covers the street? What must people wear?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Snow. People wear thick coats, gloves and boots.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climate of London (England).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it cold in winter in London? Does it rain every month?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about 5 °C in winter. Yes, it rains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olive trees in a Mediterranean country in summer.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Here, summers are hot and dry, winters are mild and wet. What type of climate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Mediterranean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temperate region is defined as follows. On this slide we have Temperate region.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On this slide we have Season.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temperate region is found in both hemispheres. On this slide we have Northern Hemisphere.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Southern Hemisphere.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temperate regions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Climate. The temperate region has three main types of climate. On this slide we have Oceanic (British) climate and Mediterranean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Climate. On this slide we have Continental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seasons of the temperate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spring, summer, autumn and winter.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characteristic of the Mediterranean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dry summers (and mild, wet winters).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60°; number 2, winter; number 3, Mediterranean.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picture of a European forest in autumn in your textbook or on television. Describe the colour of the leaves and say what happens to them in winter.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2): The Temperate Region: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1): THE TEMPERATE REGION: LOCATION, TYPES AND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Location, Types and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1): The Temperate Region: Location, Types and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Temperate region, seasons, westerlies, Mediterranean climate, oceanic climate, continental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types of temperate regions; characteristics of the temperate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countries like France or England have four seasons and to prepare for a trip to a temperate country.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5): The Desert Regions: Human Activities (Farming around Oases)):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world map in your atlas. Find two countries located between 30° and 60° north of the Equator, and write their names.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France, Italy, Germany, the United Kingdom, the USA, Japan and China all lie between 30° and 60°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temperate regions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four seasons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main types of temperate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lie between 15° and 30°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farm in the desert thanks to oases and irrigation.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Beyond the deserts, towards the poles, the climate becomes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Aïssatou's brother is going to study in France in January. He packs only T-shirts and sandals. His mother says, "You need a thick coat, gloves and closed shoes. It is winter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brother does not know that France is cold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season is it in France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he take?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thick coat, gloves and closed shoes.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temperate lands with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temperate regions are and their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emperate_world_big.png">    </p:cNvPr>
          <p:cNvPicPr>
            <a:picLocks noChangeAspect="1"/>
          </p:cNvPicPr>
          <p:nvPr/>
        </p:nvPicPr>
        <p:blipFill>
          <a:blip r:embed="rId1"/>
          <a:stretch>
            <a:fillRect/>
          </a:stretch>
        </p:blipFill>
        <p:spPr>
          <a:xfrm>
            <a:off x="840158" y="1783080"/>
            <a:ext cx="1051138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temperate regions of the world (green).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are the temperate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30° and 60°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our_seas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seasons of the temperate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seasons are there? Name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Four: 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now_cit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in Europe in winter.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covers the street? What must people wear?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 People wear thick coats, gloves and boots.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don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London (England).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it cold in winter in London? Does it rain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about 5 °C in winter. Yes, it rains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editerrane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Olive trees in a Mediterranean country in summer.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Here, summers are hot and dry, winters are mild and wet. What type of climate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1): The Temperate Region: Location, Types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between about 30° and 60° north and south of the Equator with four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part of the year with its own weather: 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is found in both hemispheres: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Hemisphere: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most of Europe, North America and part of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Southern Hemisphere: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Argentina, South Africa, southern Australia and New Zealand.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pic>
        <p:nvPicPr>
          <p:cNvPr id="4" name="Image 0" descr="/home/claude/f4/img/v2/temperate_world_big.png">    </p:cNvPr>
          <p:cNvPicPr>
            <a:picLocks noChangeAspect="1"/>
          </p:cNvPicPr>
          <p:nvPr/>
        </p:nvPicPr>
        <p:blipFill>
          <a:blip r:embed="rId1"/>
          <a:stretch>
            <a:fillRect/>
          </a:stretch>
        </p:blipFill>
        <p:spPr>
          <a:xfrm>
            <a:off x="840158" y="1783080"/>
            <a:ext cx="1051138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temperate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has three main types of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Oceanic (British)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mild summers, cool winters and rain all year brought by the westerlies.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hot summers and very cold, snowy winters far 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seasons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of 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temperate region is between 30° 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season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Hot, dry summers are found in the ______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picture of a European forest in autumn in your textbook or on television. Describe the colour of the leaves and say what happens to them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2): The Temperate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Tempéré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printemps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Summer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Autumn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L'automne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Snow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neige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Mediterranean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Méditerranéen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1): The Temperate Region: Location, Types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temperate regions of the world. Name the four seasons of the temperate region. Describe the three main types of temperate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countries like France or England have four seasons and to prepare for a trip to a temperate country.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Location; Types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picture of a European forest in autumn in your textbook or on television. Describe the colour of the leaves and say what happens to them in winter.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London data (approximate normals): January 5 °C, July 19 °C, about 600 mm of rain spread over the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Equator and the lines 30° and 60°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four seasons on the board with one word for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snow: frozen rain that is white and very cold.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temperature of London in January and July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countries around the Mediterranean Sea: Spain, Italy, Greece.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London climate normals: Met Office (via Wikipedia, "Climate of London").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“Toronto Winter Maintenance Budget” by MSVG, CC BY 2.0, via Flickr (https://www.flickr.com/photos/13907834@N00/5336969301)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“Oro Mediterraneo / Mediterranean Gold” by Cristy Valencia, CC BY 2.0, via Flickr (https://www.flickr.com/photos/24522216@N03/5927925845)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2026-09-27T10:32:07Z</dcterms:created>
  <dcterms:modified xsi:type="dcterms:W3CDTF">2026-09-27T10:32:07Z</dcterms:modified>
</cp:coreProperties>
</file>