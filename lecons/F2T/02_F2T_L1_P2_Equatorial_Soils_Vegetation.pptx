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(Part 2): The Equatorial Region: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1. Equatorial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evergreen forest, layers of the forest, hardwood, mangrove, ferrallitic soil, leaching, humus. At the end, you should be able to do this: learners are able to describe the equatorial forest and its soils and explain why the soils become poor when the forest is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(Part 1): The Equatorial Region: Location and Characteristics (Climate). The question was: Ask someone who has lived in Yaoundé, Douala or Bertoua to describe the trees and plants around the town. Write three things he or she says.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very tall trees growing close together; green leaves all year; many climbing plants; plantains, cocoa and oil palms around the houses.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characteristics of the equatorial forest. Number 2: name the layers of the forest and some hardwood trees. Number 3: describe the soils of the Equatorial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is hot and wet all year. Heavy rain falls almost every afternoon. Plants need heat and water to grow.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Jean visits a village near Ebolowa. The forest is so thick that little light reaches the ground. The farmers say that the soil is good for a few years after clearing, and then the crops become poor. Jean asks: "Why is the forest so rich, but the soil so poor?"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Jean does not understand why a rich forest grows on a soil that quickly becomes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forest.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very thick, and little light reaches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the soil after clearing?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becomes poor after a few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forest, because its soils become poor when the trees are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rich forest of the Equatorial region and its fragile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equatorial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the trees of this forest green all year?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hot and wet all year: the forest is evergreen.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layers of the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name of the tallest layer of trees?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emergents.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mangroves.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 mangroves grow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Along the coast, near Douala and Limbe, in salty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gives the soils of the forest region their red colour?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iron in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hard, red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 we call the washing of plant food deep into the soil by heavy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Evergreen forest and Leaching.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The equatorial forest has the following characteristics. Copy the point on Evergreen on the left, then draw the diagram on the right: the equatorial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Layers on the left, then draw the diagram on the right: the layers of the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Hardwoods, Climbers and Mangroves.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The soils have the following characteristics. Copy the point on Ferrallitic soils on the left, then draw the diagram on the right: a red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Leached, Thin humus and Poor after clearing.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the equatorial forest.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evergreen and it has several layers of tall trees (also hardwoods, climbers).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equatorial soils poor when the forest is cleared?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heavy rain washes the plant food out of the soil (leaching) and the thin humus is quickly used up.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evergreen; number 2, canopy; number 3, leaching.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products from the forest of southern Cameroon that are sold in the market of Garoua (for example timber, plantains or cocoa products).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(Part 3): The Equatorial Region: Types of Resources and Methods of Exploitation.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 (PART 2): THE EQUATORIAL REGION: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Equatorial Region: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1. Equatorial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(Part 2): The Equatorial Region: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Evergreen forest, layers of the forest, hardwood, mangrove, ferrallitic soil, leaching, humus.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vegetation and soils of the Equatorial region (progression sheet, week 3).</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equatorial forest and its soils and explain why the soils become poor when the forest is cut.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(Part 1): The Equatorial Region: Location and Characteristics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someone who has lived in Yaoundé, Douala or Bertoua to describe the trees and plants around the town. Write three things he or she says.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very tall trees growing close together; green leaves all year; many climbing plants; plantains, cocoa and oil palms around the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the equatorial forest.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layers of the forest and some hardwood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soils of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is hot and wet all year.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rain falls almost every afternoon.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heat and water to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Jean visits a village near Ebolowa. The forest is so thick that little light reaches the ground. The farmers say that the soil is good for a few years after clearing, and then the crops become poor. Jean asks: "Why is the forest so rich, but the soil so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Jean does not understand why a rich forest grows on a soil that quickly becomes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thick, and little light reaches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soil after clearing?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becomes poor after a few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forest, because its soils become poor when the trees are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rich forest of the Equatorial region and its fragile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equatorial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trees of this forest green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wet all year: the forest is evergreen.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inforest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layers of the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name of the tallest layer of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emergents.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mangrove.jpg">    </p:cNvPr>
          <p:cNvPicPr>
            <a:picLocks noChangeAspect="1"/>
          </p:cNvPicPr>
          <p:nvPr/>
        </p:nvPicPr>
        <p:blipFill>
          <a:blip r:embed="rId1"/>
          <a:stretch>
            <a:fillRect/>
          </a:stretch>
        </p:blipFill>
        <p:spPr>
          <a:xfrm>
            <a:off x="2248596" y="1783080"/>
            <a:ext cx="769450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Mangroves.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mangroves grow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the coast, near Douala and Limbe, in salty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gives the soils of the forest region their red colour?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hard, red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washing of plant food deep into the soil by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(Part 2): The Equatorial Region: Characteristics (Soils and Vegetation)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Evergreen forest: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forest whose trees stay green all year.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Leaching: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washing of plant food deep into the soil by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equatorial forest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Evergreen: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trees are green all year.</a:t>
            </a:r>
            <a:endParaRPr lang="en-US" sz="3600" dirty="0"/>
          </a:p>
        </p:txBody>
      </p:sp>
      <p:pic>
        <p:nvPicPr>
          <p:cNvPr id="5" name="Image 0" descr="/home/claude/f4/img/v2/f2t_rainfore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equatorial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Layers: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Emergents, canopy, under-canopy, shrubs and forest floor.</a:t>
            </a:r>
            <a:endParaRPr lang="en-US" sz="3600" dirty="0"/>
          </a:p>
        </p:txBody>
      </p:sp>
      <p:pic>
        <p:nvPicPr>
          <p:cNvPr id="5" name="Image 0" descr="/home/claude/f4/img/v2/rainforest_layer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layers of the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Hardwoods: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Sapele, iroko, mahogany and ebony.</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Climbers: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Lianas climb up the trees towards the light.</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Mangroves: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grow in salty water along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soils have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Ferrallitic soils: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They are red or yellow because of iron.</a:t>
            </a:r>
            <a:endParaRPr lang="en-US" sz="3600" dirty="0"/>
          </a:p>
        </p:txBody>
      </p:sp>
      <p:pic>
        <p:nvPicPr>
          <p:cNvPr id="5" name="Image 0" descr="/home/claude/f4/img/v2/f4_redsoi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red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Leached: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rain washes the plant food away.</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Thin humus: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Dead leaves rot quickly.</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Poor after clearing: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soil becomes poor after a few years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equatorial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evergreen and it has several layers of tall trees (also hardwoods, climbers).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equatorial soils poor when the forest is cleared?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washes the plant food out of the soil (leaching) and the thin humus is quickly used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forest that is green all year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of tree tops about 30 m high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washing of plant food deep into the soil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products from the forest of southern Cameroon that are sold in the market of Garoua (for example timber, plantains or cocoa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(Part 3): The Equatorial Region: Types of Resources and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Evergreen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Toujours vert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Canopy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canopée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Hardwood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(Part 2): The Equatorial Region: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of the equatorial forest. Name the layers of the forest and some hardwood trees. Describe the soils of the Equatorial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equatorial forest and its soils and explain why the soils become poor when the forest is cut.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products from the forest of southern Cameroon that are sold in the market of Garoua (for example timber, plantains or cocoa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Hardwoods of the Cameroon forest: sapele, iroko, mahogany (acajou), ayous, moabi, ebony.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the trees of Garoua in March.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layers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the coast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red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pour water through soil in a bottle.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data for Yaoundé: long-term averages (approximate).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“Pitchavaram waterway - Mangrove forest” by Balaji.B Photography, CC BY 2.0, via Flickr (https://www.flickr.com/photos/81073027@N00/1745978833)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2026-09-28T20:48:39Z</dcterms:created>
  <dcterms:modified xsi:type="dcterms:W3CDTF">2026-09-28T20:48:39Z</dcterms:modified>
</cp:coreProperties>
</file>