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(Part 2): The Equatorial Region: Characteristics (Soils and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1. Equatorial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evergreen forest, layers of the forest, hardwood, mangrove, ferrallitic soil, leaching, humus. At the end, you should be able to do this: learners are able to describe the equatorial forest and its soils and explain why the soils become poor when the forest is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(Part 1): The Equatorial Region: Location and Characteristics (Climate). The question was: Ask someone who has lived in Yaoundé, Douala or Bertoua to describe the trees and plants around the town. Write three things he or she says.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very tall trees growing close together; green leaves all year; many climbing plants; plantains, cocoa and oil palms around the houses.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characteristics of the equatorial forest. Number 2: name the layers of the forest and some hardwood trees. Number 3: describe the soils of the Equatorial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Equatorial region is hot and wet all year. Heavy rain falls almost every afternoon. Plants need heat and water to grow.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Jean visits a village near Ebolowa. The forest is so thick that little light reaches the ground. The farmers tell him that the soil is good for a few years after clearing the forest, and then the crops become poor.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crops become poor a few years after the forest is cleared.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does little light reach the ground?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tall trees and their leaves cover the forest like a 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the soil become poor?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Heavy rain washes the plant food out of the soil when the forest is cleared.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forest, because its soils become poor when the trees are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rich forest of the Equatorial region and its fragile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equatorial forest is green all year.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 trees of this forest are green all year.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hot and wet all year, so the trees never need to lose all their leaves: the forest is evergreen.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layers of the equatorial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layers of the forest from the top to the ground.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emergents, the canopy, the under-canopy, the shrub layer and the forest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mangrove forest along a coast.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do mangroves grow in Cameroon? What is special about them?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grow along the coast near Douala and Limbe, in salty water, on long roots above the mud.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the colour of the soils of the forest region? What gives them this colour?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red or yellow ferrallitic soils. Iron in the soil gives the red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hard laterite used to make bricks.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Heavy rain washes plant food deep into the soil. What is this called, and what happens to the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leaching. The top soil becomes poor, and a hard layer of laterite can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Evergreen forest and Leaching.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Vegetation. The equatorial forest has the following characteristics. On this slide we have Evergreen forest.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On this slide we have Layers and Hardwood trees.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On this slide we have Climbers and Mangroves.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layers of the equatorial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Soils. The soils of the Equatorial region have the following characteristics. On this slide we have Ferrallitic soils and Leached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Soils. On this slide we have Thin humus and Poor after clearing.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characteristics of the equatorial forest.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evergreen and it has several layers of tall trees (also hardwoods, climbers).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equatorial soils poor when the forest is cleared?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heavy rain washes the plant food out of the soil (leaching) and the thin humus is quickly used up.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evergreen; number 2, canopy; number 3, leaching.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products from the forest of southern Cameroon that are sold in the market of Garoua (for example timber, plantains or cocoa products).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(Part 3): The Equatorial Region: Types of Resources and Methods of Exploitation.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 (PART 2): THE EQUATORIAL REGION: CHARACTERISTICS (SOILS AND VEGETATION)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 (Part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Equatorial Region: Characteristics (Soils and Vegetation)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1. Equatorial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(Part 2): The Equatorial Region: Characteristics (Soils and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Evergreen forest, layers of the forest, hardwood, mangrove, ferrallitic soil, leaching, humus.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of the vegetation and soils of the Equatorial region (progression sheet, week 3).</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equatorial forest and its soils and explain why the soils become poor when the forest is cut.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(Part 1): The Equatorial Region: Location and Characteristics (Climate)):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someone who has lived in Yaoundé, Douala or Bertoua to describe the trees and plants around the town. Write three things he or she says.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very tall trees growing close together; green leaves all year; many climbing plants; plantains, cocoa and oil palms around the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the equatorial forest.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layers of the forest and some hardwood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soils of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Equatorial region is hot and wet all year.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Heavy rain falls almost every afternoon.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need heat and water to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Jean visits a village near Ebolowa. The forest is so thick that little light reaches the ground. The farmers tell him that the soil is good for a few years after clearing the forest, and then the crops become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crops become poor a few years after the forest is cleared.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little light reach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tall trees and their leaves cover the forest like a roof.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soil become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washes the plant food out of the soil when the forest is cleared.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forest, because its soils become poor when the trees are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rich forest of the Equatorial region and its fragile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equatorial forest is green all year.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trees of this forest are green all year.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and wet all year, so the trees never need to lose all their leaves: the forest is evergreen.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ainforest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layers of the equatorial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layers of the forest from the top to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emergents, the canopy, the under-canopy, the shrub layer and the forest floor.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mangrove.jpg">    </p:cNvPr>
          <p:cNvPicPr>
            <a:picLocks noChangeAspect="1"/>
          </p:cNvPicPr>
          <p:nvPr/>
        </p:nvPicPr>
        <p:blipFill>
          <a:blip r:embed="rId1"/>
          <a:stretch>
            <a:fillRect/>
          </a:stretch>
        </p:blipFill>
        <p:spPr>
          <a:xfrm>
            <a:off x="2248596" y="1783080"/>
            <a:ext cx="769450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mangrove forest along a coast.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mangroves grow in Cameroon? What is special about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grow along the coast near Douala and Limbe, in salty water, on long roots above the mud.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colour of the soils of the forest region? What gives them this colour?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red or yellow ferrallitic soils. Iron in the soil gives the red colour.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Hard laterite used to make bricks.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washes plant food deep into the soil. What is this called, and what happens to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leaching. The top soil becomes poor, and a hard layer of laterite can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(Part 2): The Equatorial Region: Characteristics (Soils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Evergreen forest: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forest whose trees stay green all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Leaching: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washing of plant food deep into the soil by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equatorial forest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Evergreen forest: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 is green all year because it is hot and wet in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Layers: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 has layers: emergents, canopy, under-canopy, shrubs and the forest floor.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Hardwood trees: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Valuable hardwoods such as sapele, iroko, mahogany and ebony grow scattered in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Climbers: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Climbing plants called lianas grow up the trees towards the light.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Mangroves: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Mangrove forests grow in salty water along the coast near Douala and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pic>
        <p:nvPicPr>
          <p:cNvPr id="4" name="Image 0" descr="/home/claude/f4/img/v2/rainforest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layers of the equatorial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soils of the Equatorial region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Ferrallitic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soils are red or yellow because they contain iron.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Leached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washes the plant food deep into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Thin humus: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Dead leaves rot quickly, so the layer of humus is thin.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after clearing: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forest is cleared, the soil becomes poor after a few years of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the equatorial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evergreen and it has several layers of tall trees (also hardwoods, climbers).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equatorial soils poor when the forest is cleared?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washes the plant food out of the soil (leaching) and the thin humus is quickly used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forest that is green all year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layer of tree tops about 30 m high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washing of plant food deep into the soil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products from the forest of southern Cameroon that are sold in the market of Garoua (for example timber, plantains or cocoa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(Part 3): The Equatorial Region: Types of Resources and Methods of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Evergreen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Toujours vert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Canopy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canopée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Hardwood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lessivage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(Part 2): The Equatorial Region: Characteristics (Soils and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characteristics of the equatorial forest. Name the layers of the forest and some hardwood trees. Describe the soils of the Equatorial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equatorial forest and its soils and explain why the soils become poor when the forest is cut.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Vegetation;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products from the forest of southern Cameroon that are sold in the market of Garoua (for example timber, plantains or cocoa products).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Hardwoods of the Cameroon forest: sapele, iroko, mahogany (acajou), ayous, moabi, ebony.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with the trees of Garoua that lose their leaves in the dry season.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layers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mangroves of the Wouri estuary.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a handful of red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pour water through a pot of soil and show the dirty water that comes out.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 — week 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Climate data for Yaoundé: long-term averages (approximate).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“Pitchavaram waterway - Mangrove forest” by Balaji.B Photography, CC BY 2.0, via Flickr (https://www.flickr.com/photos/81073027@N00/1745978833)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2026-09-27T11:13:12Z</dcterms:created>
  <dcterms:modified xsi:type="dcterms:W3CDTF">2026-09-27T11:13:12Z</dcterms:modified>
</cp:coreProperties>
</file>