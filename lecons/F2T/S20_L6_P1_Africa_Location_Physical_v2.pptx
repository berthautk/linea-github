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Africa, part 1: Introduction (Location and Physical Characteristics).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oceans and seas that surround Africa.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Africa on the board and write the four names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explain: a canal is a river dug by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Adamawa plateau.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Mount Cameroon (4,095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Nile in the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continent 2. Nile 3. plateau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6 (PART 1)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Africa: Introduction (Location and Physical Characteristics)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Africa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Geography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Africa — Part 1: Introduction (Location and Physical Characteristics)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Continent, location, extreme points, Strait of Gibraltar, Suez Canal, plateau continent.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Africa: location, size and general physical characteristics.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Africa and Cameroon on a world map and describe the position of Africa in relation to other continents.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Africa using latitudes, longitudes, oceans and seas.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size and the extreme points of Africa.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general physical characteristics of Africa.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has four sectors: primary, secondary, tertiary and quaternary.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Africans work in the primary sector.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begin the study of our continent, Africa.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a football tournament, a boy from Brazil asks Kevin: "Where exactly is Africa? Is it a country or a continent? Which seas are around it?"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boy does not know where Africa is.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Africa a country or a continent?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continent, with 54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Kevin show him?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a map or a globe.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where Africa is and what its land looks like.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africa_loc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and the seas around it.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oceans and seas around Africa.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Atlantic Ocean, the Indian Ocean, the Mediterranean Sea and the Red Sea.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sue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Suez Canal in Egypt.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Suez Canal separates Africa from which continent?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 AND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Asia.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africa_plateau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cross-section of Africa.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Africa is high, flat land. What do we call it?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kilimanja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Kilimanjaro, Tanzania.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highest mountain of Africa. What is its name?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Kilimanjaro (5,895 m).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n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Nile in Egypt.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longest river of Africa. What is its name?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PHYSICAL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Nile (about 6,650 km).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Regional Geography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Africa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Africa — Part 1: Introduction (Location and Physical Characteristics)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large area of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Plateau: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high, flat area of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waterway dug by people.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and Size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Seas: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Atlantic, Indian, Mediterranean and Red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Equator: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crosses the middle of Africa.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Neighbours: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Gibraltar (Europe) and Suez (Asia).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Size: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30 million km² and 54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and Size (2/2)</a:t>
            </a:r>
            <a:endParaRPr lang="en-US" sz="3600" dirty="0"/>
          </a:p>
        </p:txBody>
      </p:sp>
      <p:pic>
        <p:nvPicPr>
          <p:cNvPr id="13" name="Image 0" descr="/home/claude/f4/img/v2/africa_loc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map of Africa and its seas.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Physical Characteristics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 plateau: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Africa is high and flat.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Highest point: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Kilimanjaro (5,895 m).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Longest river: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Nile.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Coast: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few bays and few natural ports.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seas and oceans around Africa.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Atlantic, Indian, Mediterranean and Red Sea.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highest mountain of Africa?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Kilimanjaro.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is a ______, not a country.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longest river of Africa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High, flat land is called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climate of Douala, Garoua and Maroua. Which town is the wettest, and which is the driest? Ask an adult or use your textbook.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2: Climate, Soils and Relief of Africa.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continent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L'océan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détroit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plateau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Coastline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littoral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Harbour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port naturel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Geography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Africa — Part 1: Introduction (Location and Physical Characteristics)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Africa using latitudes, longitudes, oceans and seas. Give the size and the extreme points of Africa. Describe the general physical characteristics of Africa.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Africa and Cameroon on a world map and describe the position of Africa in relation to other continents.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Continent, Plateau, Canal; II. Location and Size: Seas, The Equator, Neighbours, Size; III. Physical Characteristics: A plateau, Highest point, Longest river, Coast.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the climate of Douala, Garoua and Maroua. Which town is the wettest, and which is the driest? Ask an adult or use your textbook.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“MV Maersk Taikung” by tim.md, CC BY-NC-ND 2.0, via Flickr (https://www.flickr.com/photos/50299151@N00/3252980648)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“Kilimanjaro” by ian 1602, CC BY-NC 2.0, via Flickr (https://www.flickr.com/photos/98181641@N00/2179855841)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“Egypt-5B-023 - Approaching Aswan” by archer10 (Dennis), CC BY-SA 2.0, via Flickr (https://www.flickr.com/photos/22490717@N02/2217394088)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2026-09-26T10:44:18Z</dcterms:created>
  <dcterms:modified xsi:type="dcterms:W3CDTF">2026-09-26T10:44:18Z</dcterms:modified>
</cp:coreProperties>
</file>