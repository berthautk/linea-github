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2): The Tropical Grassland Region: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savanna, deciduous, xerophyte, ferruginous soil, laterite, black cotton soil. At the end, you should be able to do this: learners are able to recognise the trees and soils of the savanna around them and explain why some trees lose their leaves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The Tropical Grassland Region: Location and Characteristics (Climate). The question was: Look at the trees and grass around your home. Which trees keep their leaves in the dry season, and which lose them? Is the grass green or dry now? Write your observations.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Trees like the mango and the neem keep their leaves, while many trees such as the shea tree and acacias lose them. In the dry season the grass is yellow and dry.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the Tropical Grassland region. Number 2: explain how savanna plants are adapted to the dry season and to bush fires. Number 3: describe the main soils of the Tropical Grassland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Tropical Grassland lies between 5° and 15° north and south of the Equator. It has a wet season and a dry season, with 500 to 1,500 mm of rain. Garoua has a dry season from November to March.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Hawa travels from Garoua to Ngaoundéré. The grass is dry and yellow, and many trees have no leaves. But one big tree, the shea tree, still has leaves, and its bark is not burnt.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Hawa does not know how savanna plants survive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Hawa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Dry grass and trees without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we protect the trees from fire?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can avoid bush fires and make firebreaks.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bush fires, which destroy plants and the humus of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plants and soils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baobab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Look at the trunk of the baobab. How does it help the tree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big trunk keeps water for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tree without leaves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many savanna trees lose their leaves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lose less water when there is no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shea tree (karité).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shea tree has a thick bark. How does it help the tree?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thick bark protects the tree from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bricks cut from red laterite.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red soil becomes very hard when it dries. What is it called? What do we use it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laterite. We use it for roads and bricks.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clay soil with big cracks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Black cotton soils are clay soils that crack when dry. Why do farmers like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fertile and keeps water. It is good for cotton and sorghum.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Deciduous tree and Laterite.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Leaching.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The vegetation of the savanna has the following characteristics. On this slide we have Grass and Trees.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Deciduous trees and Thick bark.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The soils of the savanna have the following characteristics. On this slide we have Red soils and Laterite.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Black cotton soils and Little humus.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ways savanna trees survive the dry season.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lose their leaves; the baobab keeps water in its trunk.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laterite used for?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 roads and bricks.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deciduous; number 2, baobab; number 3, laterite.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things that people in your family get from the savanna around Garoua, for example food, wood or animals.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3): The Tropical Grassland Region: Types of Resources and Methods of Exploitation.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2): THE TROPICAL GRASSLAND REGION: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2): The Tropical Grassland Region: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Savanna, deciduous, xerophyte, ferruginous soil, laterite, black cotton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the Tropical Grassland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The Tropical Grassland Region: Location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trees and grass around your home. Which trees keep their leaves in the dry season, and which lose them? Is the grass green or dry now?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Trees like the mango and the neem keep their leaves, while many trees such as the shea tree and acacias lose them. In the dry season the grass is yellow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savanna plants are adapted to the dry season and to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soils of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Tropical Grassland lies between 5° and 15°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a wet season and a dry season, with 500 to 1,500 mm of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dry season from November to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Hawa travels from Garoua to Ngaoundéré. The grass is dry and yellow, and many trees have no leaves. But one big tree, the shea tree, still has leaves, and its bark is not burnt.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 does not know how savanna plants survive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Hawa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grass and trees without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protect the trees from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can avoid bush fires and make firebreaks.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bush fires, which destroy plants and the humus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plants and soils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aoba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baobab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trunk of the baobab. How does it help the tree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big trunk keeps water for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ry_tre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tree without leaves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savanna trees lose their leaves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lose less water when there is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hea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shea tree (karité).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shea tree has a thick bark. How does it help the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thick bark protects the tree from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Bricks cut from red laterite.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red soil becomes very hard when it dries. What is it called? What do we use it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laterite. We use it for roads and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racked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Clay soil with big cracks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Black cotton soils are clay soils that crack when dry. Why do farmers like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fertile and keeps water. It is good for cotton and sorghum.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2): The Tropical Grassland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tree: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tree that loses its leaves in the dry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hard, red layer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of plant food deep into the soil by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vegetation of 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 grows up to 3 metres high in the wet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such as the baobab, the acacia and the shea tree grow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trees lose their leaves in the dry season to save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Thick bark: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Thick bark protects trees from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soils of the savanna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red because of iron and are only fairly fertile.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hard layer used to make roads and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Black cotton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fertile clay soils that keep water well.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Little humus: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have little humus because bush fires burn the dead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savanna trees survive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their leaves; the baobab keeps water in its trunk.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laterite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roads and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Trees that lose their leaves are ______ trees.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tree that keeps water in its trunk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hard red layer in the soil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things that people in your family get from the savanna around Garoua, for example food, wood or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3): The Tropical Grassland Region: Types of Resources and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Deciduous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 à feuilles caduques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Shea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karité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Baobab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baobab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latérite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2): The Tropical Grassland Region: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the Tropical Grassland region. Explain how savanna plants are adapted to the dry season and to bush fires. Describe the main soils of the Tropical Grassland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things that people in your family get from the savanna around Garoua, for example food, wood or animals.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where they have seen a baobab.</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which trees near their home lose their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bring a piece of shea bark or shea butter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the colour of the soil of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black soils (karal) of the Far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“What happens if you let weeds grow in centre of road, Dakar, Senegal” by ambabheg, CC BY 2.0, via Flickr (https://www.flickr.com/photos/31518985@N04/5627872663)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“'Pain de singe' (monkey's bread) in a baobab, Senegal” by Milamber's portfolio, CC BY-NC-ND 2.0, via Flickr (https://www.flickr.com/photos/90956808@N00/420120264)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“Female shea tree (Vitellaria paradoxa) in full flower” by Joel Abroad, CC BY-NC-SA 2.0, via Flickr (https://www.flickr.com/photos/40295335@N00/5603751456)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“Cracked Earth” by Aleatoric Consonance, CC BY 2.0, via Flickr (https://www.flickr.com/photos/93921318@N00/3772011444)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2026-09-27T10:32:05Z</dcterms:created>
  <dcterms:modified xsi:type="dcterms:W3CDTF">2026-09-27T10:32:05Z</dcterms:modified>
</cp:coreProperties>
</file>