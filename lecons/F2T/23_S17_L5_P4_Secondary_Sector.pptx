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(Part 4): The Sectors of the Economy: The Secondary Sector (Definition and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Sectors of the Economy.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Economic Activities, and the sub-topic is Sectors of the Economy. The key notions we shall use today are: secondary sector, industry, manufacturing, processing, construction, energy production. At the end, you should be able to do this: learners are able to recognise the products of Cameroonian factories and explain why transforming raw materials creates jobs and wealth.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(Part 3): The Sectors of the Economy: The Primary Sector (Definition and Examples). The question was: Name one factory of Garoua and its product.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CICAM, which makes cloth.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secondary sector. Number 2: name the main secondary activities. Number 3: give examples of industries in Cameroon and explain their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primary sector takes raw materials from nature. Its activities are agriculture, livestock rearing, fishing, forestry and mining.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sells raw cotton and cocoa beans at low prices, and later buys back clothes and chocolate made from them at high prices. Djibrilla asks: "What do we call the work of changing raw materials into new goods, and why is it important?"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Djibrilla does not know the sector that transforms raw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Cameroon sell?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Raw cotton and cocoa beans.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it buy back?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Clothes and chocolate.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buy goods made in Cameroon to support our industries.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jobs that make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textile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This factory turns cotton into cloth. Which sector is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secondary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drinks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one factory of North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CICAM (cloth) or SODECOTON (cotton 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aluminium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does Alucam in Edéa make?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Aluminium.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builders at work.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Is building houses part of the secondary sector?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Yes: builders make new things from cement, sand and iron.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blacksmith.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 we call making tools by hand?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Crafts (handicraft).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Secondary sector and Industry.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Secondary Activities. The secondary sector includes the following activities. Copy the point on Light industries on the left, then draw the diagram on the right: a textile factory.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Heavy industries on the left, then draw the diagram on the right: an aluminium factory.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Secondary Activities. On this slide we have Building and public works.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Crafts on the left, then draw the diagram on the right: a blacksmith.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Secondary Activities. On this slide we have Energy production.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secondary sector?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sector that turns raw materials into goods.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examples of industries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cICAM (cloth) and Alucam (aluminium).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secondary; number 2, cloth; number 3, aluminium.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three services used every day.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(Part 5): The Sectors of the Economy: The Tertiary Sector (Definition and Examples).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5 (PART 4): THE SECTORS OF THE ECONOMY: THE SECONDARY SECTOR (DEFINITION AND EXAMPLES)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 (Part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Sectors of the Economy: The Secondary Sector (Definition and Examples)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Sectors of the 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Sectors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(Part 4): The Sectors of the Economy: The Secondary Sector (Definition and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Secondary sector, industry, manufacturing, processing, construction, energy production.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and examples of the secondary sector, with examples from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products of Cameroonian factories and explain why transforming raw materials creates jobs and wealth.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(Part 3): The Sectors of the Economy: The Primary Sector (Definition and Examples)):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factory of Garoua and its product.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CICAM, which makes cloth.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secondary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main secondary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industries in Cameroon and explain their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primary sector takes raw materials from nature.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activities are agriculture, livestock rearing, fishing, forestry and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sells raw cotton and cocoa beans at low prices, and later buys back clothes and chocolate made from them at high prices. Djibrilla asks: "What do we call the work of changing raw materials into new goods, and why is it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Djibrilla does not know the sector that transforms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Cameroon sell?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Raw cotton and cocoa beans.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it buy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Clothes and chocolate.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Buy goods made in Cameroon to support our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jobs that make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textile_facto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textile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factory turns cotton into cloth. Which sector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secondary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brewe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drinks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factory of North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CICAM (cloth) or SODECOTON (cotton 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aluminiu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aluminium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Alucam in Edéa make?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Aluminium.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onstruc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Builders at 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building houses part of the secondary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Yes: builders make new things from cement, sand and iron.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blacksmit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blacksmith.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making tools by hand?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Crafts (handicraft).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Sectors of the Economy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 (Part 4): The Sectors of the Economy: The Secondary Sector (Definition and Examples)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Secondary sector: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made of activities that transform raw materials into new goods.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Industry: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place or activity where goods are made.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Secondary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secondary sector includes the following activities: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Light industries: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Cloth (CICAM), drinks (SABC) and cotton oil (SODECOTON).</a:t>
            </a:r>
            <a:endParaRPr lang="en-US" sz="3600" dirty="0"/>
          </a:p>
        </p:txBody>
      </p:sp>
      <p:pic>
        <p:nvPicPr>
          <p:cNvPr id="5" name="Image 0" descr="/home/claude/f4/img/v2/f2t_textile_factor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textile factory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Secondary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Heavy industries: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Aluminium (Alucam at Edéa) and cement (CIMENCAM at Figuil).</a:t>
            </a:r>
            <a:endParaRPr lang="en-US" sz="3600" dirty="0"/>
          </a:p>
        </p:txBody>
      </p:sp>
      <p:pic>
        <p:nvPicPr>
          <p:cNvPr id="5" name="Image 0" descr="/home/claude/f4/img/v2/f2t_aluminium.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aluminium factory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Secondary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Building and public works: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Houses, roads and bridges.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Secondary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Crafts: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Blacksmiths, potters, weavers and carpenters.</a:t>
            </a:r>
            <a:endParaRPr lang="en-US" sz="3600" dirty="0"/>
          </a:p>
        </p:txBody>
      </p:sp>
      <p:pic>
        <p:nvPicPr>
          <p:cNvPr id="5" name="Image 0" descr="/home/claude/f4/img/v2/f2t_blacksmith.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blacksmith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Secondary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Energy production: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Electricity from dams such as Lagdo.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secondary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sector that turns raw materials into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examples of industries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CICAM (cloth) and Alucam (aluminium).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Turning raw materials into goods is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CICAM turns cotton into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Alucam at Edéa makes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services used every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(Part 5): The Sectors of the Economy: The Tertiary Sector (Definition and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Industry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L'industrie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Factory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L'usine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Finished good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produit fini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Construction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bâtiment (la construction)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Energy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L'énergie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Refinery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raffinerie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Craftsman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L'artisan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ciment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(Part 4): The Sectors of the Economy: The Secondary Sector (Definition and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secondary sector. Name the main secondary activities. Give examples of industries in Cameroon and explain their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products of Cameroonian factories and explain why transforming raw materials creates jobs and wealth.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Examples of Secondary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three services used every day.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cloth.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factories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an aluminium pot.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building site.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craftsmen.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“Lowell Massachusetts - Boott Cotton Mills Museum Weave Room” by Onasill ~ Bill- 81M views, CC BY-NC-SA 2.0, via Flickr (https://www.flickr.com/photos/7156765@N05/43677799854)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“Interior of Winston-Salem Chero-Cola Bottling Company, Winston-Salem, ” by unclibraries_commons, Public domain 1.0, via Flickr (https://www.flickr.com/photos/122654055@N06/22680169228)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“Kurri Kurri aluminium” by yewenyi, CC BY-NC 2.0, via Flickr (https://www.flickr.com/photos/30265340@N00/2971223932)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“Cementing Ethiopia's progress” by DFID - UK Department for International Development, CC BY 2.0, via Flickr (https://www.flickr.com/photos/14214150@N02/8757865770)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“Forging a new spear tip” by www.j-pics.info, CC BY-NC-SA 2.0, via Flickr (https://www.flickr.com/photos/33979630@N07/16024814824)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2026-09-28T21:32:45Z</dcterms:created>
  <dcterms:modified xsi:type="dcterms:W3CDTF">2026-09-28T21:32:45Z</dcterms:modified>
</cp:coreProperties>
</file>