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4): The Sectors of the Economy: The Secondary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secondary sector, industry, manufacturing, processing, construction, energy production. At the end, you should be able to do this: learners are able to recognise the products of Cameroonian factories and explain why transforming raw materials creates jobs and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3): The Sectors of the Economy: The Primary Sector (Definition and Examples). The question was: Name one factory of Garoua and its product.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which makes cloth.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secondary sector. Number 2: name the main secondary activities. Number 3: give examples of industries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primary sector takes raw materials from nature. Its activities are agriculture, livestock rearing, fishing, forestry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cotton and cocoa beans at low prices, and later buys back clothes and chocolate made from them at high prices. Djibrilla asks: "What do we call the work of changing raw materials into new goods, and why is it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does not know the sector that transforms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sell?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 and cocoa beans.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buy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 and chocolate.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our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make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factory turns cotton into cloth.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factory of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CICAM (cloth) or SODECOTON (cotton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Alucam in Edéa make?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builders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building houses part of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builders make new things from cement, sand and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blacksmith.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making tools by hand?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(handicraft).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Secondary sector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Secondary Activities. The secondary sector includes the following activities. Copy the point on Light industries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industries on the left, then draw the diagram on the right: an aluminium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Building and public 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blacksmith.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Energy production.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secondary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turns raw materials into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industries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cICAM (cloth) and Alucam (aluminium).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cloth; number 3,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services used every 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5): The Sectors of the Economy: The Tertiary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4): THE SECTORS OF THE ECONOMY: THE SECONDARY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Secondary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Secondary sector, industry, manufacturing, processing, construction, energy production.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secondary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3): The Sectors of the Economy: The Primary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Garoua and its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which makes cloth.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secondary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secondary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industries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takes raw materials from nature.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activities are agriculture, livestock rearing,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cotton and cocoa beans at low prices, and later buys back clothes and chocolate made from them at high prices. Djibrilla asks: "What do we call the work of changing raw materials into new goods, and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does not know the sector that transforms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 and cocoa beans.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buy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 and chocolate.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our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make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factory turns cotton into cloth.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or SODECOTON (cotton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Alucam in Edéa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Builders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building houses part of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builders make new things from cement, sand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blacksmith.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making tools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(handicraft).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transform raw materials into new goods.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Industry: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place or activity where goods are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Light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Cloth (CICAM), drinks (SABC) and cotton oil (SODECOTON).</a:t>
            </a:r>
            <a:endParaRPr lang="en-US" sz="3600" dirty="0"/>
          </a:p>
        </p:txBody>
      </p:sp>
      <p:pic>
        <p:nvPicPr>
          <p:cNvPr id="5"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Heavy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Aluminium (Alucam at Edéa) and cement (CIMENCAM at Figuil).</a:t>
            </a:r>
            <a:endParaRPr lang="en-US" sz="3600" dirty="0"/>
          </a:p>
        </p:txBody>
      </p:sp>
      <p:pic>
        <p:nvPicPr>
          <p:cNvPr id="5" name="Image 0" descr="/home/claude/f4/img/v2/f2t_aluminiu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aluminium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Building and public works: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Houses, roads and bridges.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Crafts: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Blacksmiths, potters, weavers and carpenters.</a:t>
            </a:r>
            <a:endParaRPr lang="en-US" sz="3600" dirty="0"/>
          </a:p>
        </p:txBody>
      </p:sp>
      <p:pic>
        <p:nvPicPr>
          <p:cNvPr id="5" name="Image 0" descr="/home/claude/f4/img/v2/f2t_blacksmit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blacksmith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Energy production: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Electricity from dams such as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turns raw materials into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and Alucam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Turning raw materials into goods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turns cotton into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Alucam at Edéa makes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services used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bâtiment (la 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secondary sector. Name the main secondary activities. Give examples of industries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Secondary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services used every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factories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an aluminium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building site.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craftsmen.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2026-09-29T03:12:33Z</dcterms:created>
  <dcterms:modified xsi:type="dcterms:W3CDTF">2026-09-29T03:12:33Z</dcterms:modified>
</cp:coreProperties>
</file>