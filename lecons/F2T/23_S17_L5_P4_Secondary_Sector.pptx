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4): The Sectors of the Economy: The Secondary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secondary sector, industry, manufacturing, processing, construction, energy production. At the end, you should be able to do this: learners are able to recognise the products of Cameroonian factories and explain why transforming raw materials creates jobs and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3): The Sectors of the Economy: The Primary Sector (Definition and Examples). The question was: Find the names of two factories in Cameroon, and write what each one produces.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CICAM in Garoua makes cloth from cotton; SABC (Brasseries du Cameroun) makes drinks; Alucam in Edéa makes aluminium; CIMENCAM in Figuil makes cement.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secondary sector. Number 2: name the main secondary activities. Number 3: give examples of industries in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primary sector takes raw materials from nature. Its activities are agriculture, livestock rearing, fishing, forestry and mining.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sells raw cotton and cocoa beans at low prices, and later buys back clothes and chocolate made from them at high prices. Djibrilla asks: "What do we call the work of changing raw materials into new goods, and why is it important?"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Djibrilla does not know the sector that transforms raw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Cameroon sell?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Raw cotton and cocoa beans.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it buy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Clothes and chocolate.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goods made in Cameroon to support our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that make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factory turns cotton into cloth. Which sector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secondary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drinks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one factory of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CICAM (cloth) or SODECOTON (cotton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aluminium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Alucam in Edéa make?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builders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building houses part of the secondary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builders make new things from cement, sand and iron.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blacksmith.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we call making tools by hand?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Crafts (handicraft).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Secondary sector and Industry.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Secondary Activities. The secondary sector includes the following activities. Copy the point on Light industries on the left, then draw the diagram on the right: a textile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Heavy industries on the left, then draw the diagram on the right: an aluminium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Secondary Activities. On this slide we have Building and public 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Crafts on the left, then draw the diagram on the right: a blacksmith.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Secondary Activities. On this slide we have Energy production.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secondary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that turns raw materials into goods.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examples of industries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cICAM (cloth) and Alucam (aluminium).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secondary; number 2, cloth; number 3, aluminium.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four services that your family uses every week, for example transport, school, hospital, market or mobile money.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5): The Sectors of the Economy: The Tertiary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4): THE SECTORS OF THE ECONOMY: THE SECONDARY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Secondary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4): The Sectors of the Economy: The Secondary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Secondary sector, industry, manufacturing, processing, construction, energy production.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secondary sector,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products of Cameroonian factories and explain why transforming raw materials creates jobs and wealth.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3): The Sectors of the Economy: The Primary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names of two factories in Cameroon, and write what each one produces.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CICAM in Garoua makes cloth from cotton; SABC (Brasseries du Cameroun) makes drinks; Alucam in Edéa makes aluminium; CIMENCAM in Figuil makes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secondary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secondary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industries in Cameroon and explain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primary sector takes raw materials from nature.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activities are agriculture, livestock rearing, fishing, forestry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sells raw cotton and cocoa beans at low prices, and later buys back clothes and chocolate made from them at high prices. Djibrilla asks: "What do we call the work of changing raw materials into new goods, and why is it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does not know the sector that transforms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Cameroon sell?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cotton and cocoa beans.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it buy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Clothes and chocolate.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goods made in Cameroon to support our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that make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factory turns cotton into cloth. Which sector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drinks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factory of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(cloth) or SODECOTON (cotton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aluminiu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Alucam in Edéa make?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Builders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building houses part of 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builders make new things from cement, sand and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lacksmit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blacksmith.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making tools by hand?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Crafts (handicraft).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4): The Sectors of the Economy: The Secondary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Secondary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that transform raw materials into new goods.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Industry: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place or activity where goods are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secondary sector includes the following activities: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Light industries: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Cloth (CICAM), drinks (SABC) and cotton oil (SODECOTON).</a:t>
            </a:r>
            <a:endParaRPr lang="en-US" sz="3600" dirty="0"/>
          </a:p>
        </p:txBody>
      </p:sp>
      <p:pic>
        <p:nvPicPr>
          <p:cNvPr id="5" name="Image 0" descr="/home/claude/f4/img/v2/f2t_textile_factor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textile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Heavy industries: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Aluminium (Alucam at Edéa) and cement (CIMENCAM at Figuil).</a:t>
            </a:r>
            <a:endParaRPr lang="en-US" sz="3600" dirty="0"/>
          </a:p>
        </p:txBody>
      </p:sp>
      <p:pic>
        <p:nvPicPr>
          <p:cNvPr id="5" name="Image 0" descr="/home/claude/f4/img/v2/f2t_aluminiu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aluminium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Building and public works: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Houses, roads and bridges.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Crafts: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Blacksmiths, potters, weavers and carpenters.</a:t>
            </a:r>
            <a:endParaRPr lang="en-US" sz="3600" dirty="0"/>
          </a:p>
        </p:txBody>
      </p:sp>
      <p:pic>
        <p:nvPicPr>
          <p:cNvPr id="5" name="Image 0" descr="/home/claude/f4/img/v2/f2t_blacksmith.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blacksmith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Secondary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Energy production: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Electricity from dams such as Lagdo.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that turns raw materials into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industries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(cloth) and Alucam (aluminium).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Turning raw materials into goods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CICAM turns cotton into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Alucam at Edéa makes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four services that your family uses every week, for example transport, school, hospital, market or mobile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5): The Sectors of the Economy: The Tertiary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Finished good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produit fini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Construction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bâtiment (la construction)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Craftsman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L'artisan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ciment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4): The Sectors of the Economy: The Secondary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secondary sector. Name the main secondary activities. Give examples of industries in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products of Cameroonian factories and explain why transforming raw materials creates jobs and wealth.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Secondary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four services that your family uses every week, for example transport, school, hospital, market or mobile money.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cloth.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factories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an aluminium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building site.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craftsmen.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“Kurri Kurri aluminium” by yewenyi, CC BY-NC 2.0, via Flickr (https://www.flickr.com/photos/30265340@N00/2971223932)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“Forging a new spear tip” by www.j-pics.info, CC BY-NC-SA 2.0, via Flickr (https://www.flickr.com/photos/33979630@N07/16024814824)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2026-09-28T21:14:27Z</dcterms:created>
  <dcterms:modified xsi:type="dcterms:W3CDTF">2026-09-28T21:14:27Z</dcterms:modified>
</cp:coreProperties>
</file>