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Sectors of the Economy, part 2: Formal and Informal Sectors of the Economy.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difference between a company worker and a street worker.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name a bank or company in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who works for SODECOTON, a school or a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situation of Moussa.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about small traders in their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two columns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formal 2. informal 3. pension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5 (PART 2)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Sectors of the Economy: Formal and Informal Sectors of the Economy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Sectors of the Economy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Sectors of the Economy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2: Formal and Informal Sectors of the Economy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sector, informal sector, taxes, social security (CNPS), registration.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formal and informal sectors of the economy: definitions, characteristics, advantages and problems.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tell whether a job around them belongs to the formal or informal sector and explain the advantages of registering a business.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formal and informal sectors.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characteristics of each sector with examples from Cameroon.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advantages and problems of the informal sector.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 has four sectors: primary, secondary, tertiary and quaternary.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sector extracts, the secondary transforms, the tertiary serves and the quaternary researches.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 Bello works in a bank in Garoua. He has a contract, a salary every month and a pension later. His neighbour Moussa is a moto-taxi driver. He has no contract, and his money changes every day.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Moussa has no contract and no regular money.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Mr Bello have that Moussa does not have?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contract, a monthly salary and a pension.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Moussa do?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his work and join the CNPS.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difference between the formal and the informal sector.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ban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bank in an African city.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bank is registered and pays taxes. Which sector does it belong to?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formal sector.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factory_work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570" y="1691640"/>
            <a:ext cx="814981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Workers in a food factory.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workers have contracts and a salary. Give one advantage.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paid every month and get a pension.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INFORMAL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moto_tax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Moto-taxis in a Cameroonian town.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INFORMAL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the moto-taxi driver registered? Which sector is this?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INFORMAL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Usually not. It is the informal sector.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INFORMAL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street_ven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woman sells roasted maize in the street.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INFORMAL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many young people work in the informal sector?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INFORMAL 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easy to start and needs little money.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COMPARISON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ormal_informal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Formal and informal sectors.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COMPARISON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problems of working in the informal sector.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COMPARISON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contract and no pension. The money is not regular.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Sectors of the Economy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Economic Activities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Sectors of the Economy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5: The Sectors of the Economy — Part 2: Formal and Informal Sectors of the Economy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Formal sector: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work that is registered and pays taxes.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Informal sector: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small work that is not registered.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money paid to a worker after he stops working.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Formal Sector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Registration: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Companies pay taxes.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Contracts: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Workers get a monthly salary.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Protection: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Workers join the CNPS.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Examples: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SODECOTON, banks, schools and hospitals.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Informal Sector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Examples: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Moto-taxis, street sellers and mechanics.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Importance: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work to most people.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Problems: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contract and no pension.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Solutions: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the work and join the CNPS.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Informal Sector (2/2)</a:t>
            </a:r>
            <a:endParaRPr lang="en-US" sz="3600" dirty="0"/>
          </a:p>
        </p:txBody>
      </p:sp>
      <p:pic>
        <p:nvPicPr>
          <p:cNvPr id="13" name="Image 0" descr="/home/claude/f4/img/v2/formal_informal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table.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informal sector?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work that is not registered with the state.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problem of informal workers.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have no pension (or no contract).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 that is registered and pays taxes is the ______ sector.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moto-taxi driver usually works in the ______ sector.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Money paid after a worker stops working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four products of farming, fishing, forestry or mining found in the Garoua market, and say where each comes from.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3: The Primary Sector.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sector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secteur formel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sector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secteur informel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L'impôt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salaire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contrat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retraite (pension)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seller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vendeur ambulant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L'immatriculation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5: The Sectors of the Economy — Part 2: Formal and Informal Sectors of the Economy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formal and informal sectors. Give the characteristics of each sector with examples from Cameroon. Give the advantages and problems of the informal sector.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tell whether a job around them belongs to the formal or informal sector and explain the advantages of registering a business.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Formal sector, Informal sector, Pension; II. The Formal Sector: Registration, Contracts, Protection, Examples; III. The Informal Sector: Examples, Importance, Problems,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four products of farming, fishing, forestry or mining found in the Garoua market, and say where each comes from.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CNPS: Caisse Nationale de Prévoyance Sociale (national social insurance fund). About 9 workers out of 10 in Cameroon work in the informal sector.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National de la Statistique (INS), Enquêtes sur l'Emploi et le Secteur Informel (EESI).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“Thibault Square, Cape Town” by World Bank Photo Collection, CC BY-NC-ND 2.0, via Flickr (https://www.flickr.com/photos/10816734@N03/7825576852)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“Photo by USAID East Africa” by U.S. Agency for International Development, CC0 1.0, via rawpixel (https://www.rawpixel.com/image/4051097/image-public-domain-person-building)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“Cameroon - UN Women's Gender Road Project” by UN Women Gallery, CC BY-NC-ND 2.0, via Flickr (https://www.flickr.com/photos/51431730@N04/47586053052)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“Roadside vendor roasts maize cobs for sale in Timau” by CIMMYT, CC BY-NC 2.0, via Flickr (https://www.flickr.com/photos/44760652@N05/25375356457)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2026-09-26T10:44:18Z</dcterms:created>
  <dcterms:modified xsi:type="dcterms:W3CDTF">2026-09-26T10:44:18Z</dcterms:modified>
</cp:coreProperties>
</file>