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The Sectors of the Economy, part 5: The Tertiary Sector (Definition and Examples).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four services used by the family every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to describe the Garoua central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how they travel to Ngaoundéré or Yaoundé.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who uses mobile money in their family.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use the class itself as the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to name the national parks of the North.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tertiary 2. trade 3. tourism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2 TECHNICAL  —  LESSON 5 (PART 5)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Sectors of the Economy: The Tertiary Sector (Definition and Examples)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2 Technical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Geography — Sectors of the Economy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Activities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Sectors of the Economy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5: The Sectors of the Economy — Part 5: The Tertiary Sector (Definition and Examples)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Tertiary sector, services, trade, transport, communication, banking, tourism, administration.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 and examples of the tertiary sector, with examples from Cameroon.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identify the services they use every day and explain why services are necessary for other sectors.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tertiary sector.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main tertiary activities.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examples of tertiary activities in Cameroon and explain their importance.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secondary sector transforms raw materials into finished goods.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includes agro-industries, heavy industries, construction, energy and crafts.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CICAM factory in Garoua has made a lot of cloth. But the road to Ngaoundéré is damaged, and lorries cannot pass. The cloth stays in the factory, and traders in the South have nothing to sell.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cloth cannot reach the traders because the road is damaged.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service is missing?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Transport.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can the government do?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Repair the road.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jobs that give services.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TRADE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2t_mark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market in Cameroon.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TRADE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people buy and sell. What do we call this service?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TRADE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Trade.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TRANSPORT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2t_tr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train in Cameroon.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TRANSPORT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three means of transport used in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TRANSPORT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 (lorries, buses), train and plane (also boats).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BANKING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mobile_mone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mobile money shop.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BANKING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mobile money help people?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BANKING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People can send and keep money with a phone.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SOCIAL SERVICES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classroo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teacher in a classroom.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SOCIAL SERVICES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two services given by the state.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SOCIAL SERVICES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Schools (education) and hospitals (health).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TOURISM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safar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leopard in a national park.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TOURISM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tourists visit North Cameroon?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TOURISM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see wild animals in the Waza and Bénoué parks.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Sectors of the Economy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Economic Activities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Sectors of the Economy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5: The Sectors of the Economy — Part 5: The Tertiary Sector (Definition and Examples)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Tertiary sector: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sector that gives services.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buying and selling goods.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Tourism: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travelling to visit places for pleasure.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Examples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Trade: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Markets, shops and supermarkets.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Transport: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Road, train, plane and boat.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Banking: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Banks and mobile money.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Social services: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Schools and hospitals.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E. Tourism: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Waza and Bénoué parks, Kribi beach.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tertiary sector?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sector that gives services.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three examples of services.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Trade, transport and education (also banking, health, tourism).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sector that gives services is the ______ sector.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Buying and selling goods is called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Visiting parks for pleasure is ______.</a:t>
            </a:r>
            <a:endParaRPr lang="en-US" sz="3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out what a research centre does. Ask an adult or read about IRAD (Institute of Agricultural Research for Development).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Part 6: The Quaternary Sector.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service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commerce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transport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banque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L'assurance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Tourism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tourisme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care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soins de santé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marché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Activities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5: The Sectors of the Economy — Part 5: The Tertiary Sector (Definition and Examples)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the tertiary sector. Name the main tertiary activities. Give examples of tertiary activities in Cameroon and explain their importance.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identify the services they use every day and explain why services are necessary for other sectors.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Tertiary sector, Trade, Tourism; II. Examples: Trade, Transport, Banking, Social services, Tourism.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out what a research centre does. Ask an adult or read about IRAD (Institute of Agricultural Research for Development).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25 min | Board summary (copying) 30 min | Evaluation, remediation 10 min | Homework 4 min | Logbook 10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Harmonised Progression Sheet, Economic Geography (5051), Form 2.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“Sandga Market in Douala, Cameroon” by The Advocacy Project, CC BY-NC-SA 2.0, via Flickr (https://www.flickr.com/photos/42487558@N00/3636438732)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“Train de nuit” by Huard, CC BY-NC-ND 2.0, via Flickr (https://www.flickr.com/photos/41569561@N07/5499545979)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“Scenes from Rwanda” by International Monetary Fund, CC BY-NC-ND 2.0, via Flickr (https://www.flickr.com/photos/38851430@N07/52660758172)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“Class” by WABC Certified Business Coach • Counselor, CC BY 2.0, via Flickr (https://www.flickr.com/photos/43919827@N00/3617014360)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“Sri Lankan Leopard” by Shanaka Kalubowila, CC BY-NC-ND 2.0, via Flickr (https://www.flickr.com/photos/50057113@N06/43689916724)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2026-09-26T10:44:18Z</dcterms:created>
  <dcterms:modified xsi:type="dcterms:W3CDTF">2026-09-26T10:44:18Z</dcterms:modified>
</cp:coreProperties>
</file>