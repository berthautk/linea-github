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2): The Desert Regions: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aridity, diurnal temperature range, relative humidity, sandstorm, Harmattan, Sirocco, Khamsin. At the end, you should be able to do this: learners are able to protect themselves from extreme heat and dust, and to explain why desert nights are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1): The Desert Regions: Location, Types and Characteristics. The question was: Think about the hottest days of March in Garoua. Are the nights also very hot, or cooler? Write two sentences about the difference between day and night.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March the days in Garoua are very hot, often above 40 °C. The nights are cooler, because the heat escapes at night when the sky is clear.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rainfall of hot deserts. Number 2: describe the temperatures of hot deserts and explain the large daily range. Number 3: describe the winds and humidity of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lie between 15° and 30° north and south of the Equator. They are caused by dry trade winds, cold ocean currents, distance from the sea and rain shadow. There are sandy (erg), stony (reg) and rocky (hamada) deserts.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Oumarou, a lorry driver from Garoua, crosses the Sahara. In the day, the metal of his lorry is too hot to touch. But at night, he is so cold that he needs a blanket.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Oumarou does not understand why the desert is hot by day and cold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is the desert in the day and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hot in the day and cold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he take with him?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light clothes for the day and a blanket for the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yourself from heat and sandstorms in dry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rain per year in Douala, Garoua and Aswan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Compare the rain of Aswan with the rain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Aswan gets only 2 mm. Garoua gets 1,000 mm, 500 times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sudden flood in a dry desert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the desert, rain can stop for years, then a storm brings a flood. What does this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 is rare and irregular.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aswan (Egypt): temperature in the day (red) and at night (blue).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temperature in July in the day and at night? What is the difference?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Day 42 °C, night 26 °C. The difference is 16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desert by day and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desert become cold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no clouds, so the heat escapes into the 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sandstorm arrives.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this? Give one danger.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sandstorm. People cannot see, and it hurts the eyes and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Daily temperature range and Sandstorm.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Rainfall. Rainfall in hot deserts has the following characteristics. On this slide we have Very little rain and Irregular rain.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Rainfall. On this slide we have Clear skies.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Temperatures. Temperatures in hot deserts, as at Aswan in Egypt, have the following characteristics. On this slide we have Hot days and Cold nights.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Temperatures. On this slide we have Large daily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temperatures at Aswan.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Winds. Winds in hot deserts have the following characteristics. On this slide we have Hot, dry winds and Sandstorms.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the desert cold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there are no clouds, so the heat escapes.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hot, dry wind from the Sahara.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Harmattan (or the Sirocco).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250; number 2, range; number 3, sandstorm.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cactus, an acacia or a date palm near your home or in a picture. Write down one way in which it is adapted to lack of water.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3): The Desert Regions: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2): THE DESERT REGIONS: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2): The Desert Regions: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diurnal temperature range, relative humidity, sandstorm, Harmattan, Sirocco, Khamsin.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climate of hot deserts, with the example of Aswan (Egypt).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protect themselves from extreme heat and dust, and to explain why desert nights are cold.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1): The Desert Regions: Location, Types and Characteristics):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Think about the hottest days of March in Garoua. Are the nights also very hot, or cooler? Write two sentences about the difference between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days in Garoua are very hot, often above 40 °C. The nights are cooler, because the heat escapes at night when the sky is clear.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rainfall of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temperatures of hot deserts and explain the large daily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winds and humidity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lie between 15° and 30°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are caused by dry trade winds, cold ocean currents, distance from the sea and rain shadow.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sandy (erg), stony (reg) and rocky (hamada)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a lorry driver from Garoua, crosses the Sahara. In the day, the metal of his lorry is too hot to touch. But at night, he is so cold that he needs a blanket.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does not understand why the desert is hot by day and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desert in the day and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hot in the day and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he take with him?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light clothes for the day and a blanket for the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yourself from heat and sandstorms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per year in Douala, Garoua and Aswan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rain of Aswan with the rain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Aswan gets only 2 mm. Garoua gets 1,000 mm, 500 times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wadi_floo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sudden flood in a dry desert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desert, rain can stop for years, then a storm brings a flood. What does this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is rare and irregular.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swan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Aswan (Egypt): temperature in the day (red) and at night (blue).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temperature in July in the day and at night? What is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42 °C, night 26 °C. The difference is 16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sert_night.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desert by day and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desert become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clouds, so the heat escapes into the sky.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sandstorm arrives.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Give one danger.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sandstorm. People cannot see, and it hurts the eyes and lungs.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2): The Desert Regions: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temperature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day and the night temperatures.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strong wind that lifts sand into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Rainfall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Rainfall in hot deserts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Very little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deserts receive less than 250 mm of rain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Irregular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is unreliable and may not fall for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Rainfall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Clear skies: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almost no clouds in the sky.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Temperatures in hot deserts, as at Aswan in Egypt,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days: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temperatures are often above 40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nights: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nights are cold because the heat escapes quickly under clear skies.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Large daily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difference between day and night can be 15 °C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Temperatures</a:t>
            </a:r>
            <a:endParaRPr lang="en-US" sz="3600" dirty="0"/>
          </a:p>
        </p:txBody>
      </p:sp>
      <p:pic>
        <p:nvPicPr>
          <p:cNvPr id="4" name="Image 0" descr="/home/claude/f4/img/v2/aswan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temperatures at Aswan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Winds in hot deserts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dry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dry winds such as the Harmattan and the Sirocco blow from the desert.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Sandstorms damage crops, roads and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desert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clouds, so the heat escapes.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hot, dry wind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(or the Sirocco).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deserts get less than ______ mm of rain per year.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difference between day and night temperature is the daily temperature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strong wind full of sand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cactus, an acacia or a date palm near your home or in a picture. Write down one way in which it is adapted to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3): The Desert Regions: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2): The Desert Regions: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rainfall of hot deserts. Describe the temperatures of hot deserts and explain the large daily range. Describe the winds and humidity of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protect themselves from extreme heat and dust, and to explain why desert nights are cold.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Rainfall; Temperatures;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cactus, an acacia or a date palm near your home or in a picture. Write down one way in which it is adapted to lack of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Aswan data (approximate normals): July day 42 °C, night 26 °C; January day 23 °C, night 9 °C; rainfall about 1–2 mm per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three numbers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desert valley that is dry for years and suddenly full of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42 °C and 26 °C on the board and subtract.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cloudy night and a clear night in December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a very dusty Harmattan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Aswan climate normals: NOAA 1991–2020 (via Wikipedia, "Aswan").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“Flooding on the road to Delicate Arch Overlook” by ArchesNPS, Public domain 1.0, via Flickr (https://www.flickr.com/photos/72578886@N08/8083724580)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2026-09-27T10:07:29Z</dcterms:created>
  <dcterms:modified xsi:type="dcterms:W3CDTF">2026-09-27T10:07:29Z</dcterms:modified>
</cp:coreProperties>
</file>