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4): The Desert Regions: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nomadism, adaptation, foggara, desalination, camel. At the end, you should be able to do this: learners are able to save water and protect themselves from heat and dust,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3): The Desert Regions: Characteristics (Soils and Vegetation). The question was: Imagine you must spend one week in the Sahara. Write down three problems you would face and one way to solve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lack of water (carry water and drink often); heat by day and cold at night (wear loose clothes by day and warm clothes at night); sandstorms (cover the face and shelter).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living in hot deserts. Number 2: describe the traditional adaptations of desert people. Number 3: describe the modern adaptations used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vegetation is scarce: cacti, thorny bushes and date palms in oases. Plants store water, reduce water loss and have long roots. Desert soils are sandy or stony, salty and poor in humus.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lives in the Sahara, in Niger. Their well is dry, and there is no grass for their camels and goats. The father asks: "How can my family survive in this hard place?"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lacks water and grass and must adapt to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family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Sahara, in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animals do they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Camels and goats.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desert peoples how to save water and adapt to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desert people and how they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well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biggest problem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moving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moving sand cover?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wells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camels.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camel called the "ship of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carry heavy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tuareg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desert people wear long, loose clothes and a turban?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 body from the sun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water plant by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rich desert countries get drinking water from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remove the salt from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Nomad.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hot deserts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Extreme temperatures.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and moving sand on the left, then draw the diagram on the right: moving sand.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Isolation.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Copy the point on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Clothes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Houses, Water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desert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camel useful in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walks for days without water and carries heavy loads.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 number 2, camel; number 3, desalination.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in your textbook or atlas the name of one oasis in the Sahara, and write the name of the country where it is found.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5): The Desert Regions: Human Activities (Farming around Oases).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4): THE DESERT REGIONS: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nomadism, adaptation, foggara, desalination, camel.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people in hot deserts and their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3): The Desert Regions: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you must spend one week in the Sahara. Write down three problems you would face and one way to solve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lack of water (carry water and drink often); heat by day and cold at night (wear loose clothes by day and warm clothes at night); sandstorms (cover the face and shelter).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adaptations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modern adaptations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vegetation is scarce: cacti, thorny bushes and date palms in oases.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store water, reduce water loss and have long roots.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soils are sandy or stony, salty and poor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lives in the Sahara, in Niger. Their well is dry, and there is no grass for their camels and goats. The father asks: "How can my family survive in this hard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lacks water and grass and must adapt to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family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Sahara,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animals do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Camels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desert peoples how to save water and adapt 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desert people and how they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ving_sa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Moving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moving sand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wells and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called the "ship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carry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people wear long, loose clothes and a turban?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 body from the sun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alin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 plant by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rich desert countries get drinking water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the salt from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Adaptation: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person who moves from place to place with his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Lack of 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Wells and rivers are few.</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Extreme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hot days and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and moving sand: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bury roads, wells and fields.</a:t>
            </a:r>
            <a:endParaRPr lang="en-US" sz="3600" dirty="0"/>
          </a:p>
        </p:txBody>
      </p:sp>
      <p:pic>
        <p:nvPicPr>
          <p:cNvPr id="5" name="Image 0" descr="/home/claude/f4/img/v2/f2t_moving_san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moving sand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crops can grow.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Isolation: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Nomadism: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Nomads move with camels and goats to find water and grass.</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Long, loose clothes and turbans.</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mud walls and small windows keep houses cool.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Deep wells, boreholes and desalination.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in oases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walks for days without water and carries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moves with his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"ship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salt from sea water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in your textbook or atlas the name of one oasis in the Sahara, and write the name of the country where it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dromadaire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Heatstroke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living in hot deserts. Describe the traditional adaptations of desert people. Describe the modern adaptations used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in your textbook or atlas the name of one oasis in the Sahara, and write the name of the country where it is found.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well.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after a windy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camel.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clothes of herders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taste salty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“Mesquite Flat Dunes at Sunrise, Death Valley National Park, California” by Raj Hanchanahal Photography, CC BY-NC-ND 2.0, via Flickr (https://www.flickr.com/photos/32684709@N03/3873091107)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“Desalinization plant at Guantanamo Bay, Cuba” by U.S. Navy Seabee Museum, CC BY 2.0, via Flickr (https://www.flickr.com/photos/60248384@N05/6847412393)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2026-09-28T20:48:42Z</dcterms:created>
  <dcterms:modified xsi:type="dcterms:W3CDTF">2026-09-28T20:48:42Z</dcterms:modified>
</cp:coreProperties>
</file>