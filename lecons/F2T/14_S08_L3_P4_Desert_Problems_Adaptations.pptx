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(Part 4): The Desert Regions: Problems Faced and Adaptations.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3. Desert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aridity, nomadism, adaptation, foggara, desalination, camel. At the end, you should be able to do this: learners are able to save water and protect themselves from heat and dust, as desert people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(Part 3): The Desert Regions: Characteristics (Soils and Vegetation). The question was: Imagine you must spend one week in the Sahara. Write down three problems you would face and one way to solve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lack of water (carry water and drink often); heat by day and cold at night (wear loose clothes by day and warm clothes at night); sandstorms (cover the face and shelter).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problems faced by people living in hot deserts. Number 2: describe the traditional adaptations of desert people. Number 3: describe the modern adaptations used in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Desert vegetation is scarce: cacti, thorny bushes and date palms in oases. Plants store water, reduce water loss and have long roots. Desert soils are sandy or stony, salty and poor in humus.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Tuareg family lives in the Sahara, in Niger. Their well is dry, and there is no grass for their camels and goats. The father asks: "How can my family survive in this hard place?"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family lacks water and grass and must adapt to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family live?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Sahara, in Niger.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animals do they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Camels and goats.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learn from desert peoples how to save water and adapt to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problems of desert people and how they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well in the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biggest problem in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lack of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moving sand.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can moving sand cover?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Roads, wells and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camels.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camel called the "ship of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can walk for days without water and carry heavy 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tuareg people.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desert people wear long, loose clothes and a turban?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protect the body from the sun and the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water plant by the sea.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rich desert countries get drinking water from the sea?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remove the salt from sea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Adaptation and Nomad.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Faced. People in hot deserts face the following problems. Copy the point on Lack of water on the left, then draw the diagram on the right: a desert well.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On this slide we have Extreme temperatures.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Sandstorms and moving sand on the left, then draw the diagram on the right: moving sand.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On this slide we have Poor soils and Isolation.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Adaptations. People adapt in the following ways. Copy the point on Nomadism on the left, then draw the diagram on the right: camels.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Clothes on the left, then draw the diagram on the right: tuareg people.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Adaptations. On this slide we have Houses, Water and Irrigation.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problems of desert people.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lack of water and sandstorms.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camel useful in the desert?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walks for days without water and carries heavy loads.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nomad; number 2, camel; number 3, desalination.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in your textbook or atlas the name of one oasis in the Sahara, and write the name of the country where it is found.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(Part 5): The Desert Regions: Human Activities (Farming around Oases).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 (PART 4): THE DESERT REGIONS: PROBLEMS FACED AND ADAPTATIONS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 (Part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Desert Regions: Problems Faced and Adaptations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3. Desert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(Part 4): The Desert Regions: Problems Faced and Adaptations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Aridity, nomadism, adaptation, foggara, desalination, camel.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Problems faced by people in hot deserts and their adaptations.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save water and protect themselves from heat and dust, as desert people do.</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(Part 3): The Desert Regions: Characteristics (Soils and Vegetation)):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Imagine you must spend one week in the Sahara. Write down three problems you would face and one way to solve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lack of water (carry water and drink often); heat by day and cold at night (wear loose clothes by day and warm clothes at night); sandstorms (cover the face and shelter).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problems faced by people living in hot deserts.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traditional adaptations of desert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modern adaptations used in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 vegetation is scarce: cacti, thorny bushes and date palms in oases.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store water, reduce water loss and have long roots.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 soils are sandy or stony, salty and poor in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Tuareg family lives in the Sahara, in Niger. Their well is dry, and there is no grass for their camels and goats. The father asks: "How can my family survive in this hard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family lacks water and grass and must adapt to survive.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family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Sahara, in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animals do they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Camels and goats.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 from desert peoples how to save water and adapt to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problems of desert people and how they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desert_we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well in the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biggest problem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lack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moving_san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Moving sand.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moving sand 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wells and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amel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Camels.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camel called the "ship of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can walk for days without water and carry heavy loads.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tuareg.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Tuareg people.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desert people wear long, loose clothes and a turban?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protect the body from the sun and the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desalin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water plant by the sea.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rich desert countries get drinking water from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remove the salt from sea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(Part 4): The Desert Regions: Problems Faced and Adaptations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Adaptation: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way people change their way of life to live in an environment.</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Nomad: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person who moves from place to place with his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in hot deserts face the following problems: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Lack of water: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Wells and rivers are few.</a:t>
            </a:r>
            <a:endParaRPr lang="en-US" sz="3600" dirty="0"/>
          </a:p>
        </p:txBody>
      </p:sp>
      <p:pic>
        <p:nvPicPr>
          <p:cNvPr id="5" name="Image 0" descr="/home/claude/f4/img/v2/f2t_desert_wel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desert well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Extreme temperatures: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Very hot days and cold nights.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Sandstorms and moving sand: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They bury roads, wells and fields.</a:t>
            </a:r>
            <a:endParaRPr lang="en-US" sz="3600" dirty="0"/>
          </a:p>
        </p:txBody>
      </p:sp>
      <p:pic>
        <p:nvPicPr>
          <p:cNvPr id="5" name="Image 0" descr="/home/claude/f4/img/v2/f2t_moving_san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moving sand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Poor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Few crops can grow.</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Isolation: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are far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Adaptations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adapt in the following ways: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Nomadism: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Nomads move with camels and goats to find water and grass.</a:t>
            </a:r>
            <a:endParaRPr lang="en-US" sz="3600" dirty="0"/>
          </a:p>
        </p:txBody>
      </p:sp>
      <p:pic>
        <p:nvPicPr>
          <p:cNvPr id="5" name="Image 0" descr="/home/claude/f4/img/v2/f2t_camel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camels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Adaptations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Clothes: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Long, loose clothes and turbans.</a:t>
            </a:r>
            <a:endParaRPr lang="en-US" sz="3600" dirty="0"/>
          </a:p>
        </p:txBody>
      </p:sp>
      <p:pic>
        <p:nvPicPr>
          <p:cNvPr id="5" name="Image 0" descr="/home/claude/f4/img/v2/f2t_tuareg.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Tuareg people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Adaptations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Houses: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Thick mud walls and small windows keep houses cool.</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Water: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Deep wells, boreholes and desalination.</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Irrigation: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Farming in oases and along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desert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water and sandstorms.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camel useful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walks for days without water and carries heavy loads.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person who moves with his animals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"ship of the desert"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Removing salt from sea water is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in your textbook or atlas the name of one oasis in the Sahara, and write the name of the country where it is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(Part 5): The Desert Regions: Human Activities (Farming around Oases)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puits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Camel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dromadaire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Nomad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nomade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Turban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turban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Desalination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dessalement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Heatstroke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coup de chaleur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(Part 4): The Desert Regions: Problems Faced and Adaptations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problems faced by people living in hot deserts. Describe the traditional adaptations of desert people. Describe the modern adaptations used in deserts.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save water and protect themselves from heat and dust, as desert people do.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Problems Faced; Adaptations.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in your textbook or atlas the name of one oasis in the Sahara, and write the name of the country where it is found.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dry well.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sand after a windy day.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 camel.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clothes of herders in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taste salty water.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(hot deserts).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“Well in the desert” by Focx Photography, CC BY-SA 2.0, via Flickr (https://www.flickr.com/photos/30780900@N02/4117141154)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“Mesquite Flat Dunes at Sunrise, Death Valley National Park, California” by Raj Hanchanahal Photography, CC BY-NC-ND 2.0, via Flickr (https://www.flickr.com/photos/32684709@N03/3873091107)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“Merzouga desert, Morocco” by Mycroyance, CC BY-ND 2.0, via Flickr (https://www.flickr.com/photos/91155980@N07/13157027505)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“my neighbor” by Emilia Tjernström [Arriving at the horizon], CC BY-NC-SA 2.0, via Flickr (https://www.flickr.com/photos/60614633@N00/502315074)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“Desalinization plant at Guantanamo Bay, Cuba” by U.S. Navy Seabee Museum, CC BY 2.0, via Flickr (https://www.flickr.com/photos/60248384@N05/6847412393)</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2026-09-28T21:14:25Z</dcterms:created>
  <dcterms:modified xsi:type="dcterms:W3CDTF">2026-09-28T21:14:25Z</dcterms:modified>
</cp:coreProperties>
</file>