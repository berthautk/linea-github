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4): The Desert Regions: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nomadism, adaptation, foggara, desalination, camel. At the end, you should be able to do this: learners are able to save water and protect themselves from heat and dust,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3): The Desert Regions: Characteristics (Soils and Vegetation). The question was: Imagine you must spend one week in the Sahara. Write down three problems you would face and one way to solve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lack of water (carry water and drink often); heat by day and cold at night (wear loose clothes by day and warm clothes at night); sandstorms (cover the face and shelter).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living in hot deserts. Number 2: describe the traditional adaptations of desert people. Number 3: describe the modern adaptations used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vegetation is scarce: cacti, thorny bushes and date palms in oases. Plants store water, reduce water loss and have long roots. Desert soils are sandy or stony, salty and poor in humus.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lives in the Sahara, in Niger. Their well is dry, and there is no grass for their camels and goats. The father must decide what to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has no water and no grass for the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can the father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can move with his animals to another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animal can help them to travel?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desert peoples how to save water and adapt to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desert people and how they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people take water from a well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biggest problem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sand moved by the wind.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wind moves this sand. What can it cover?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wells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camel caravan in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camel called the "ship of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carry heavy loads on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Tuareg man with a long turban.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desert people wear long, loose clothes and a turban?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protect the body from the sun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factory that makes fresh water from sea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Rich desert countries have little fresh water. How do they get drinking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remove the salt from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Nomad and Desalination.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hot deserts face the following problems. On this slide we have Lack of water and Extreme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Sandstorms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to hot deserts in the following ways. On this slide we have Nomadism and The camel.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Clothes and houses and Water supply.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desert people.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camel useful in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walks for days without water and carries heavy loads.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 number 2, camel; number 3, desalination.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in your textbook or atlas the name of one oasis in the Sahara, and write the name of the country where it is found.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5): The Desert Regions: Human Activities (Farming around Oases).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4): THE DESERT REGIONS: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nomadism, adaptation, foggara, desalination, camel.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people in hot deserts and their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3): The Desert Regions: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you must spend one week in the Sahara. Write down three problems you would face and one way to solve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lack of water (carry water and drink often); heat by day and cold at night (wear loose clothes by day and warm clothes at night); sandstorms (cover the face and shelter).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adaptations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modern adaptations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vegetation is scarce: cacti, thorny bushes and date palms in oases.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store water, reduce water loss and have long roots.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soils are sandy or stony, salty and poor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lives in the Sahara, in Niger. Their well is dry, and there is no grass for their camels and goats. The father must decide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has no water and no grass for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the father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can move with his animals to another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animal can help them to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camel.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desert peoples how to save water and adapt 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desert people and how they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take water from a well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ving_sa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Sand moved by the wind.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moves this sand. What can it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wells and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camel caravan in 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called the "ship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carry heavy loads on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Tuareg man with a long turban.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people wear long, loose clothes and a turban?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the body from the sun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esalin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factory that makes fresh water from sea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desert countries have little fresh water. How do they get drinking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remove the salt from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who moves from place to place with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Desalination: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salt from sea water to make it drinkable.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in hot deserts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dry up and there is little water for people and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Extreme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very hot and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Sandstorms hurt the eyes and cover roads and fields.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and salty soils make farming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to hot deserts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Nomads such as the Tuareg move with their animals to find water and pasture.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camel: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camel carries people and goods for days without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Clothes and 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long loose clothes and build houses with thick mud walls.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dig wells and use desalination to get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walks for days without water and carries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moves with his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"ship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salt from sea water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in your textbook or atlas the name of one oasis in the Sahara, and write the name of the country where it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dromadaire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Heatstroke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coup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living in hot deserts. Describe the traditional adaptations of desert people. Describe the modern adaptations used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in your textbook or atlas the name of one oasis in the Sahara, and write the name of the country where it is found.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how far their family goes to get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road covered with sand after a sandstorm.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where they have seen camels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the clothes worn in Garoua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that sea water is boiled or filtered to remove the salt.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“Mesquite Flat Dunes at Sunrise, Death Valley National Park, California” by Raj Hanchanahal Photography, CC BY-NC-ND 2.0, via Flickr (https://www.flickr.com/photos/32684709@N03/3873091107)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“Desalinization plant at Guantanamo Bay, Cuba” by U.S. Navy Seabee Museum, CC BY 2.0, via Flickr (https://www.flickr.com/photos/60248384@N05/6847412393)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2026-09-27T11:12:31Z</dcterms:created>
  <dcterms:modified xsi:type="dcterms:W3CDTF">2026-09-27T11:12:31Z</dcterms:modified>
</cp:coreProperties>
</file>