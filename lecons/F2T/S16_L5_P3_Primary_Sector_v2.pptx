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Sectors of the Economy, part 3: The Primary Sector (Definition and Examples).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primary products found in the Garoua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which crops their family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cattle are sold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the fish of the Garoua market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wood is used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minerals of Cameroon: oil, gold, bauxite, limestone.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primary 2. mining 3. forestry (lumbering)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5 (PART 3)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Sectors of the Economy: The Primary Sector (Definition and Examples)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Sectors of the Economy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Sectors of the Economy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3: The Primary Sector (Definition and Examples)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sector, agriculture, livestock rearing, fishing, forestry, mining.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and examples of the primary sector, with examples from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primary activities around them and explain their importance for food and exports.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primary sector.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primary activities.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primary activities in Cameroon and explain their importance.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sector is registered and pays taxes; the informal sector is not registered.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sectors exist in primary, secondary and tertiary activities.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Garoua market, Rahila sees maize from Pitoa, fish from the Lagdo lake, beef from the Adamawa and firewood from the bush. Her mother says, "All these come from nature."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Rahila wants to know how these products are grouped.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each product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Maize from Pitoa, fish from Lagdo, beef from Adamawa, wood from the bush.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they have in common?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all taken from nature.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jobs that take products from nature.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AGRICULTURE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maiz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 holds a cob of maize.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AGRICULTURE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farmer takes food from nature. Which sector is this?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AGRICULTURE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primary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attle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cattle market.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most cattle of Cameroon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North and the Adamawa plateau.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FISHING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fish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 fish for sale.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FISHING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places where people fish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FISHING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Lagdo lake and the sea at Kribi (also Limbe, Douala).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FORESTRY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logging_tru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from the forest of East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FORESTRY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primary product comes from the forest?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FORESTRY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Timber (wood).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MINING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gold_mi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dig for gold by hand.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MINING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these people taking from the ground?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MINING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Gold. Taking minerals from the ground is mining.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Sectors of the Economy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Economic Activities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Sectors of the Economy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5: The Sectors of the Economy — Part 3: The Primary Sector (Definition and Examples)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sector: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sector that takes products from nature.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taking minerals from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Examples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Agriculture: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Maize, cassava, cotton and cocoa.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Livestock rearing: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in the North and Adamawa.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Fishing: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Lagdo, Kribi and Limbe.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Forestry: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Timber from the southern forests.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Mining: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Oil, gold and limestone.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Food: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feeds the people.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Jobs: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employs most people in villages.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Exports: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sells cocoa, cotton and timber.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primary sector?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that takes products from nature.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primary activities.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Farming, fishing and mining (also rearing, forestry).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Taking products from nature is the ______ sector.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Taking minerals from the ground is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Cutting trees for timber is called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names of two factories in Cameroon, and write what each one produces.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4: The Secondary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L'agriculture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pêche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Livestock rearing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L'élevage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L'exploitation forestière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L'exploitation minière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Crude 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pétrole brut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Timber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bois d'œuvre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L'exportation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3: The Primary Sector (Definition and Examples)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primary sector. Name the main primary activities. Give examples of primary activities in Cameroon and explain their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primary activities around them and explain their importance for food and exports.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Primary sector, Mining; II. Examples: Agriculture, Livestock rearing, Fishing, Forestry, Mining; III. Importance: Food, Jobs, Exports.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names of two factories in Cameroon, and write what each one produces.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“Ghana 15” by CIAT International Center for Tropical Agriculture, CC BY-NC-SA 2.0, via Flickr (https://www.flickr.com/photos/38476503@N08/5207540264)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“Discussing the price” by 10b travelling / Carsten ten Brink, CC BY-NC-ND 2.0, via Flickr (https://www.flickr.com/photos/77334245@N00/7313656038)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“Kenyan food, farming and landscapes” by CGIAR Climate, CC BY-NC-SA 2.0, via Flickr (https://www.flickr.com/photos/55227776@N04/14310899853)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“Logging truck, Cameroon” by World Resources, CC BY-NC-SA 2.0, via Flickr (https://www.flickr.com/photos/26107309@N05/4764354366)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“Mining in Kailo” by Julien Harneis, CC BY-SA 2.0, via Flickr (https://www.flickr.com/photos/16935515@N00/1872000955)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2026-09-26T10:44:18Z</dcterms:created>
  <dcterms:modified xsi:type="dcterms:W3CDTF">2026-09-26T10:44:18Z</dcterms:modified>
</cp:coreProperties>
</file>