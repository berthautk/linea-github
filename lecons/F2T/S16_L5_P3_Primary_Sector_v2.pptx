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The Sectors of the Economy, part 3: The Primary Sector (Definition and Examples).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primary products found in the Garoua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which crops their family grows.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cattle are sold in Garoua.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where the fish of the Garoua market comes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ask learners what wood is used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name minerals of Cameroon: oil, gold, bauxite, limestone.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primary 2. mining 3. forestry (lumbering)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2 TECHNICAL  —  LESSON 5 (PART 3)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Sectors of the Economy: The Primary Sector (Definition and Examples)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2 Technical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Geography — Sectors of the Economy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Sectors of the Economy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3: The Primary Sector (Definition and Examples)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sector, agriculture, livestock rearing, fishing, forestry, mining.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 and examples of the primary sector, with examples from Cameroon.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primary activities around them and explain their importance for food and exports.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primary sector.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main primary activities.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examples of primary activities in Cameroon and explain their importance.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sector is registered and pays taxes; the informal sector is not registered.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exist in primary, secondary and tertiary activities.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 the Garoua market, Rahila sees maize from Pitoa, fish from the Lagdo lake, beef from the Adamawa and firewood from the bush. Her mother says, "All these come from nature."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Rahila wants to know how these products are grouped.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each product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Maize from Pitoa, fish from Lagdo, beef from Adamawa, wood from the bush.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 they have in common?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all taken from nature.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jobs that take products from nature.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f2t_maiz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holds a cob of maize.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farmer takes food from nature. Which sector is this?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primary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2t_cattle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cattle market.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 most cattle of Cameroon come from?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LIVESTOCK REARING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From the North and the Adamawa plateau.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FISHING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f2t_fish_marke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Fresh fish for sale.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FISHING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places where people fish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FISHING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Lagdo lake and the sea at Kribi (also Limbe, Douala).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the forest of East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primary product comes from the forest?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Timber (wood).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gold_mi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dig for gold by hand.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these people taking from the ground?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Gold. Taking minerals from the ground is mining.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Sectors of the Economy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Economic Activities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Sectors of the Economy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5: The Sectors of the Economy — Part 3: The Primary Sector (Definition and Examples)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sector: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sector that takes products from nature.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taking minerals from the ground.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Examples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Agriculture: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Maize, cassava, cotton and cocoa.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Livestock rearing: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Cattle in the North and Adamawa.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Fishing: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Lagdo, Kribi and Limbe.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Timber from the southern forests.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E. Mining: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Oil, gold and limestone.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Food: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feeds the people.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Jobs: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employs most people in villages.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Exports: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sells cocoa, cotton and timber.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primary sector?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sector that takes products from nature.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primary activities.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Farming, fishing and mining (also rearing, forestry).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Taking products from nature is the ______ sector.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Taking minerals from the ground is called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Cutting trees for timber is called ______.</a:t>
            </a:r>
            <a:endParaRPr lang="en-US" sz="3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Find the names of two factories in Cameroon, and write what each one produces.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Part 4: The Secondary Sector.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Agriculture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L'agriculture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pêche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Livestock rearing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L'élevage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L'exploitation forestière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L'exploitation minière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Crude 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pétrole brut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Timber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bois d'œuvre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L'exportation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5: The Sectors of the Economy — Part 3: The Primary Sector (Definition and Examples)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the primary sector. Name the main primary activities. Give examples of primary activities in Cameroon and explain their importance.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primary activities around them and explain their importance for food and exports.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Primary sector, Mining; II. Examples: Agriculture, Livestock rearing, Fishing, Forestry, Mining; III. Importance: Food, Jobs, Exports.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 the names of two factories in Cameroon, and write what each one produces.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25 min | Board summary (copying) 30 min | Evaluation, remediation 10 min | Homework 4 min | Logbook 10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ECO. GEOGRAPHY — FORM 2 TECH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Harmonised Progression Sheet, Economic Geography (5051), Form 2.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“Ghana 15” by CIAT International Center for Tropical Agriculture, CC BY-NC-SA 2.0, via Flickr (https://www.flickr.com/photos/38476503@N08/5207540264)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“Discussing the price” by 10b travelling / Carsten ten Brink, CC BY-NC-ND 2.0, via Flickr (https://www.flickr.com/photos/77334245@N00/7313656038)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“Kenyan food, farming and landscapes” by CGIAR Climate, CC BY-NC-SA 2.0, via Flickr (https://www.flickr.com/photos/55227776@N04/14310899853)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“Mining in Kailo” by Julien Harneis, CC BY-SA 2.0, via Flickr (https://www.flickr.com/photos/16935515@N00/1872000955)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2026-09-27T04:25:12Z</dcterms:created>
  <dcterms:modified xsi:type="dcterms:W3CDTF">2026-09-27T04:25:12Z</dcterms:modified>
</cp:coreProperties>
</file>