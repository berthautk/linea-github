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6): The Sectors of the Economy: The Quaternary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quaternary sector, research, information and communication technology (ICT), knowledge economy. At the end, you should be able to do this: learners are able to explain how research and digital tools improve daily life and farming, and to use them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5): The Sectors of the Economy: The Tertiary Sector (Definition and Examples). The question was: Find out what a research centre does. Ask an adult or read about IRAD (Institute of Agricultural Research for Development).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IRAD carries out research to produce better seeds and animal breeds and gives advice to farmers; for example it has developed improved maize and sorghum varieties.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quaternary sector. Number 2: name the main quaternary activities. Number 3: explain the importance of the quaternary sector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tertiary sector provides services: trade, transport, banking, social services and tourism. Services link producers to consumers.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many years, drought destroyed the maize of farmers near Garoua. Then researchers created a new maize that grows fast and needs less water. Now the harvests are better.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was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Drought destroyed the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solved the problem?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Researchers, with a new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sector do researchers belong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hard and use ICT to create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of knowledge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researchers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Researchers create new knowledge.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researchers test new plants in a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research centre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IRAD (research for farming). Also the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uses a mobile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the phone help farmers and traders?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get prices and weather news, and send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students learn with computers.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job of information technology.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Making software, websites or phone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research helps all the other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research help the other sectors?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Better seeds, new machines, new medicines and mobile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Quaternary Sector. The quaternary sector is defined as follows. On this slide we have Quaternary sector and ICT.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Quaternary Sector. The quaternary sector includes the following activities. On this slide we have Research and ICT.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Quaternary Sector. On this slide we have Advice.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the Quaternary Sector. The quaternary sector is important for the following reasons. On this slide we have Farming and Industry.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the Quaternary Sector. On this slide we have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importance of the quaternary sector.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quaternary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of knowledge and research.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how research helps farmers.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gives better seeds that resist drought.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quaternary; number 2, IRAD; number 3, 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Cameroon and name the four oceans and seas that surround Africa.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1): Africa: Introduction (Location and Physical Characteristics).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6): THE SECTORS OF THE ECONOMY: THE QUATERNARY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Quaternary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6): The Sectors of the Economy: The Quaternary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Quaternary sector, research, information and communication technology (ICT), knowledge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quaternary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research and digital tools improve daily life and farming, and to use them responsibly.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5): The Sectors of the Economy: The Tertiary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what a research centre does. Ask an adult or read about IRAD (Institute of Agricultural Research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carries out research to produce better seeds and animal breeds and gives advice to farmers; for example it has developed improved maize and sorghum varieties.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quaternary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quaternary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the quaternary sector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tertiary sector provides services: trade, transport, banking, social services and tourism.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Services link producers to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many years, drought destroyed the maize of farmers near Garoua. Then researchers created a new maize that grows fast and needs less water. Now the harvests are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destroyed the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solved the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Researchers, with a new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sector do researchers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hard and use ICT to create new knowledge.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of knowledge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esearcher2.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Researchers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Researchers create new knowledge.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Researchers test new plants in a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research centre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(research for farming). Also the universities.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uses a mobile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phone help farmers and traders?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get prices and weather news, and send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mputer_cla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Students learn with computers.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job of information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Making software, websites or phone apps.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quaterna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 helps all the other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research help the other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seeds, new machines, new medicines and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6): The Sectors of the Economy: The Quaternary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Quaternary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quaternary sector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Quaternary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of knowledge, research and information.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information and communication technology: computers, phones and the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Quaternary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quaternary sector includes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Research: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and the universities carry out research.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Specialists create software, websites and phone applications.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Quaternary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Experts give advice to the government and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Quaternary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quaternary sector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 produces better seeds and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machines and techniques improve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Quaternary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new services such as mobile money and new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the Quaternary Sector</a:t>
            </a:r>
            <a:endParaRPr lang="en-US" sz="3600" dirty="0"/>
          </a:p>
        </p:txBody>
      </p:sp>
      <p:pic>
        <p:nvPicPr>
          <p:cNvPr id="4" name="Image 0" descr="/home/claude/f4/img/v2/quaterna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importance of the quaternary sector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of knowledge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how research helps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better seeds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of knowledge and research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research centre for farming in Cameroon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Computers, phones and the internet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Cameroon and name the four oceans and seas that surround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1): Africa: Introduction (Location and Physical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recherche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chercheur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Knowledge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Software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logiciel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6): The Sectors of the Economy: The Quaternary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quaternary sector. Name the main quaternary activities. Explain the importance of the quaternary sector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research and digital tools improve daily life and farming, and to use them responsibly.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Quaternary Sector; Examples of the Quaternary Sector; Importance of the Quaternary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Cameroon and name the four oceans and seas that surround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IRAD: Institut de Recherche Agricole pour le Développement, with a regional centre at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the new maize.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the IRAD station at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how their parents use phones for 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who uses a computer at home or at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circle with four arrows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IRAD: Institut de Recherche Agricole pour le Développement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“U.S. Army research unit marks four decades in Kenya, Africa - USAMRU-K” by US Army Africa, CC BY 2.0, via Flickr (https://www.flickr.com/photos/36281822@N08/4074611177)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“CIMMYT international wheat nurseries growing in Ecuador” by CIMMYT, CC BY-NC-SA 2.0, via Flickr (https://www.flickr.com/photos/44760652@N05/5958068839)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Oneputa Combined School goes from Grade 1 through to Grade 10” by World Bank Photo Collection, CC BY-NC-ND 2.0, via Flickr (https://www.flickr.com/photos/10816734@N03/5321464442)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2026-09-27T10:07:32Z</dcterms:created>
  <dcterms:modified xsi:type="dcterms:W3CDTF">2026-09-27T10:07:32Z</dcterms:modified>
</cp:coreProperties>
</file>