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4): The Temperate Region: Problems Faced and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frost, snow, short growing season, drought, forest fire, shelterbelt, greenhouse. At the end, you should be able to do this: learners are able to explain how people adapt their houses, clothes and farming to a difficult climate, and apply this idea to their own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3): The Temperate Region: Human Activities (Farming). The question was: Ask an adult who has lived or travelled in Europe what difficulties people face in winter. Write down two of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snow and ice block roads and cause accidents; it is very cold, so people must pay for heating; days are short and dark; water pipes can freeze.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in the temperate region. Number 2: describe how people adapt their houses, clothes and transport. Number 3: describe how farmers adapt to the problems of the temperate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Temperate farming includes mixed, dairy, grain, ranching and Mediterranean farming. It is very productive thanks to machines, science and cooperatives.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heavy snow falls on a village in Canada. The roads are blocked, the water pipes freeze and the farmer cannot take his cows out.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snow blocks the roads and freezes the water pipes.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can the cows not go out?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grass is under the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farmer give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Hay that he stored in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from wind with lines of trees, as temperate farmers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temperate region and how people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machine clears the snow from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problem does snow cause? How do people solve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blocks the roads. Machines clear the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dust storm on a farm in the USA in the 1930s.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wind blew away the dry soil of the farms. What was this disaster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Dust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forest fire in Greece in summer.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there forest fires around the Mediterranean in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summer is hot and dry, so plants burn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vegetables grow inside a glass 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farmers grow vegetables when it is too cold outside?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grow them in greenhouses, where it is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lines of trees around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farmers plant lines of trees around their fields?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trees stop the wind, so the soil is not blown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Greenhouse and Shelterbelt.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the temperate region face the following problems. On this slide we have Cold winters and Short growing season.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Soil erosion, Forest fires 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Adaptations. People adapt in the following ways. On this slide we have Houses and clothes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Adaptations. On this slide we have Farming and Soil protection.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the temperate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cold winters with snow; soil erosion by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farmers grow vegetables in winter?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greenhouses.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greenhouse; number 2, shelterbelt; number 3,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jobs done by people in your family or neighbourhood (for example farmer, trader, teacher, mechanic, tailor).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1): The Sectors of the Economy: Introduction, Definitions and Key Concepts.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4): THE TEMPERATE REGION: PROBLEMS FACED AND ADAPTATIONS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Problems Faced and Adaptations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4): The Temperate Region: Problems Faced and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Frost, snow, short growing season, drought, forest fire, shelterbelt, greenhouse.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in the temperate region and the adaptations of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people adapt their houses, clothes and farming to a difficult climate, and apply this idea to their own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3): The Temperate Region: Human Activities (Farming)):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who has lived or travelled in Europe what difficulties people face in winter. Write down two of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snow and ice block roads and cause accidents; it is very cold, so people must pay for heating; days are short and dark; water pipes can freeze.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in the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people adapt their houses, clothes and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farmers adapt to the problems of the temperate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Temperate farming includes mixed, dairy, grain, ranching and Mediterranean farming.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very productive thanks to machines, science and cooperatives.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heavy snow falls on a village in Canada. The roads are blocked, the water pipes freeze and the farmer cannot take his cows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snow blocks the roads and freezes the water pipes.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the cows not go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is under the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farmer give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Hay that he stored in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from wind with lines of trees, as temperate farmers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temperate region and how people adapt.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nowploug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machine clears the snow from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does snow cause? How do people solve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blocks the roads. Machines clear the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ust_bow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 storm on a farm in the USA in the 1930s.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blew away the dry soil of the farms. What was this disaster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Dust Bowl.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orest_fir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fire in Greece in summer.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forest fires around the Mediterranean in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summer is hot and dry, so plants burn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greenhous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Vegetables grow inside a glass 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vegetables when it is too cold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them in greenhouses, where it is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helterbe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trees around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plant lines of trees around their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stop the wind, so the soil is not blown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4): The Temperate Region: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glass house where plants grow in warmth.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Shelterbelt: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of trees that stops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temperate region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winters: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blocks roads and cold freezes water pipes.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 growing season: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can grow only in spring and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away dry soil, as in the Dust Bowl of the USA.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Fires burn the forests around the Mediterranean in the dry summer.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Fertilisers and factories pollute rivers and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Houses and clothes: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use heating, thick walls and warm coats in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Machines clear snow from roads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greenhouses and store hay to feed animals in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Shelterbelts of trees protect the soil from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winters with snow; soil erosion by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vegetables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greenhouses.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glass house for plants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of trees that stops the wind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1930s disaster in the USA was the Dust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jobs done by people in your family or neighbourhood (for example farmer, trader, teacher, mechanic, tailor).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Snow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neige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chauffage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L'incendie de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Shelterbelt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brise-vent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4): The Temperate Region: Problems Faced and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in the temperate region. Describe how people adapt their houses, clothes and transport. Describe how farmers adapt to the problems of the temperate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people adapt their houses, clothes and farming to a difficult climate, and apply this idea to their own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jobs done by people in your family or neighbourhood (for example farmer, trader, teacher, mechanic, tailor).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road covered with snow.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a very strong Harmattan.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bush fires in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a house of glass that keeps the heat of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trees planted against the Harmattan.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“First Snowplow of the Season” by JLS Photography - Alaska, CC BY-NC-ND 2.0, via Flickr (https://www.flickr.com/photos/50830796@N04/37613240186)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“Dust Bowl 1935” by MyEyeSees, CC BY-NC-ND 2.0, via Flickr (https://www.flickr.com/photos/57884042@N00/3182214903)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“Forest Fires in Greece” by Lotus R, CC BY-SA 2.0, via Flickr (https://www.flickr.com/photos/66012345@N00/964251167)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“Inside the Greenhouse” by USAID_IMAGES, CC BY-NC-ND 2.0, via Flickr (https://www.flickr.com/photos/46658241@N06/15000160655)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“20210723-NRCS-LSC-0128” by USDAgov, Public domain 1.0, via Flickr (https://www.flickr.com/photos/41284017@N08/51526578960)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2026-09-27T10:32:07Z</dcterms:created>
  <dcterms:modified xsi:type="dcterms:W3CDTF">2026-09-27T10:32:07Z</dcterms:modified>
</cp:coreProperties>
</file>