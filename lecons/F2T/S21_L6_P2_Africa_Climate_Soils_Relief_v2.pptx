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Africa, part 2: Climate, Soils and Relief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the wettest and driest towns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Equator and bands of climate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compare Garoua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show two books pushed apart with a pencil falling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fold a sheet of paper to show folding.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what grows around Buea and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equatorial 2. Rift 3. volcanic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2 TECHNICAL  —  LESSON 6 (PART 2)</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Africa: Climate, Soils and Relief of Africa</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2 Technical</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Economic Geography — Africa</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6: Africa — Part 2: Climate, Soils and Relief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Climatic zone, relief, plateau, basin, Rift Valley, fold mountains, volcanic mountains, ferrallitic and ferruginous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Climate, soils and relief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main climatic zones of Africa.</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main relief features of Africa.</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main soils of Africa.</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Africa lies between 37°N and 35°S, and the Equator crosses its middle.</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It is a plateau continent, with Kilimanjaro as its highest point and the Nile as its longest river.</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gets about 4,000 mm of rain per year, Garoua about 1,000 mm and Maroua about 800 mm. On the Adamawa plateau, the air is cooler than in Garoua. Nadia wonders why.</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Nadia does not know why the climate changes from place to place.</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is the wettest?</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cooler?</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the higher we go, the cooler it is.</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climate, relief and soils of Africa.</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africa_climate_big.png">    </p:cNvPr>
          <p:cNvPicPr>
            <a:picLocks noChangeAspect="1"/>
          </p:cNvPicPr>
          <p:nvPr/>
        </p:nvPicPr>
        <p:blipFill>
          <a:blip r:embed="rId1"/>
          <a:stretch>
            <a:fillRect/>
          </a:stretch>
        </p:blipFill>
        <p:spPr>
          <a:xfrm>
            <a:off x="2071116" y="1691640"/>
            <a:ext cx="804672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climates of Africa.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climate is found around the Equator? Which is near the tropics?</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near the Equator; desert near the tropics.</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tea_highlands.jpg">    </p:cNvPr>
          <p:cNvPicPr>
            <a:picLocks noChangeAspect="1"/>
          </p:cNvPicPr>
          <p:nvPr/>
        </p:nvPicPr>
        <p:blipFill>
          <a:blip r:embed="rId1"/>
          <a:stretch>
            <a:fillRect/>
          </a:stretch>
        </p:blipFill>
        <p:spPr>
          <a:xfrm>
            <a:off x="955994" y="1691640"/>
            <a:ext cx="1027696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Tea on the cool highlands of Kenya.</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Nairobi is near the Equator, but it is cool. Why?</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The higher the land, the cooler the air.</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RELIEF</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2t_rift_valley.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Great Rift Valley in Kenya.</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RELIEF</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has sunk between two lines of cracks. What is this valley called?</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RELIEF</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Rift Valley.</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RELIEF</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f2t_atlas.jpg">    </p:cNvPr>
          <p:cNvPicPr>
            <a:picLocks noChangeAspect="1"/>
          </p:cNvPicPr>
          <p:nvPr/>
        </p:nvPicPr>
        <p:blipFill>
          <a:blip r:embed="rId1"/>
          <a:stretch>
            <a:fillRect/>
          </a:stretch>
        </p:blipFill>
        <p:spPr>
          <a:xfrm>
            <a:off x="1865543" y="1691640"/>
            <a:ext cx="8457866"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Atlas Mountains in Morocco.</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RELIEF</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mountains were formed by folding. Name them.</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RELIEF</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Atlas Mountains (also the Cape Ranges).</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mount_cameroon.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banana plantation.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Mount Cameroon, farmers grow bananas and tea. Why are the soils there so fertile?</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SOILS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Africa</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Regional Geography</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Africa</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6: Africa — Part 2: Climate, Soils and Relief of Africa</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Relief: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shape of the land: high or low.</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Rift valley: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long valley formed when land sinks.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Volcanic soil: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soil made from volcano rocks.</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Climate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Equatorial: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Hot and wet all year.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Tropical: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 wet and a dry season.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Desert: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Very little rain.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Mountain: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Cooler because it is high.</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Climate (2/2)</a:t>
            </a:r>
            <a:endParaRPr lang="en-US" sz="3600" dirty="0"/>
          </a:p>
        </p:txBody>
      </p:sp>
      <p:pic>
        <p:nvPicPr>
          <p:cNvPr id="13" name="Image 0" descr="/home/claude/f4/img/v2/africa_climate_big.png">    </p:cNvPr>
          <p:cNvPicPr>
            <a:picLocks noChangeAspect="1"/>
          </p:cNvPicPr>
          <p:nvPr/>
        </p:nvPicPr>
        <p:blipFill>
          <a:blip r:embed="rId1"/>
          <a:stretch>
            <a:fillRect/>
          </a:stretch>
        </p:blipFill>
        <p:spPr>
          <a:xfrm>
            <a:off x="2071116" y="1691640"/>
            <a:ext cx="8046720"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main climate zones.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Relief</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Plateaux: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High Africa in the south and east.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Basins: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Congo and Chad basins.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Mountains: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Atlas (folded) and Kilimanjaro (volcano).</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Rift Valley: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in East Africa.</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IV. Soils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Red soils: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In the forest and savanna.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Desert soils: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Sandy and poor.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Volcanic soils: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Very fertile (Mount Cameroon).</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Nairobi cool though it is near the Equator?</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it is high.</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soils of Mount Cameroon fertile?</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volcanic rocks.</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Around the Equator, the climate is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long valley of East Africa is the Great ______ Valley.</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Soils made from volcano rocks are ______ soils.</a:t>
            </a:r>
            <a:endParaRPr lang="en-US"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Africa and write the names of three big rivers. Say into which ocean or sea each one flows.</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Part 3: Vegetation and Drainage of Africa.</a:t>
            </a:r>
            <a:endParaRPr lang="en-US"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Climate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climat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Relief</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relief</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Plateau</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plateau</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Basin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cuvette (le bassin)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Rift Valley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vallée du Rift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Volcano</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volcan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Fertile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Fertile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Altitude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L'altitude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Regional Geography</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6: Africa — Part 2: Climate, Soils and Relief of Africa</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Describe the main climatic zones of Africa. Describe the main relief features of Africa. Describe the main soils of Africa.</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relate the climate and relief of a place in Africa to the activities that people practise there.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Relief, Rift valley, Volcanic soil; II. Climate: Equatorial, Tropical, Desert, Mountain; III. Relief: Plateaux, Basins, Mountains, Rift Valley; IV. Soils: Red soils, Desert soils, Volcanic soils.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Look at a map of Africa and write the names of three big rivers. Say into which ocean or sea each one flows.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25 min | Board summary (copying) 30 min | Evaluation, remediation 10 min | Homework 4 min | Logbook 10 min | Spare 5 min</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“Carlo in the tea” by luigig, CC BY 2.0, via Flickr (https://www.flickr.com/photos/51035803402@N01/3175986747)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“Great Rift Valley” by GSAPP_SIDL, CC BY-NC-ND 2.0, via Flickr (https://www.flickr.com/photos/77974798@N04/7341392488)</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“The Hills Are Alive - Morocco - Atlas Mountains - Mar 2018” by Gareth1953 All Right Now, CC BY 2.0, via Flickr (https://www.flickr.com/photos/40837632@N05/46588301775)</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“20131110-DSC_4372” by jbdodane, CC BY-NC 2.0, via Flickr (https://www.flickr.com/photos/27998473@N02/11288779044)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2026-09-26T10:44:19Z</dcterms:created>
  <dcterms:modified xsi:type="dcterms:W3CDTF">2026-09-26T10:44:19Z</dcterms:modified>
</cp:coreProperties>
</file>