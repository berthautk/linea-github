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1): The Desert Regions: Location, Types and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desert, hot desert, cold desert, erg, reg, hamada, trade winds, cold ocean current, rain shadow. At the end, you should be able to do this: learners are able to find the deserts of the world on a map and explain why the Sahara, north of Cameroon, is so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5): The Tropical Grassland Region: Problems Faced and Attempted Solutions. The question was: On a map of Africa in your atlas, find the Sahara Desert. Write the names of three countries that it covers.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Sahara covers countries such as Algeria, Libya, Egypt, Niger, Mali and Chad.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desert. Number 2: locate the main deserts of the world. Number 3: distinguish between hot and cold deserts, and between sandy, stony and rocky deserts. Number 4: explain the causes of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Tropical Grassland lies between 5° and 15° north and south of the Equator. Its drier part, the Sahel, is threatened by desertification. North of the Sahel lies the largest hot desert in the world.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Salma watches a film about the Sahara. She is surprised: the desert is not only sand, but also plains of stones and bare rocky mountains. Salma asks: "Where are the deserts of the world, what types are there, and why are they so dry?"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Salma does not know where deserts are, their types and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Salma expect to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did she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Plains of stones and bare rocky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deserts of the world on a map and explain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deserts are and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Near which lines are most hot deserts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the Tropic of Cancer and the Tropic of Capricorn.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desert of sand dunes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sandy desert (erg).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desert of stones.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desert made of?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Stones: it is a stony desert (reg).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desert of bare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we call a desert of bare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rocky desert (hamada).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wind that blows from the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this wind bring no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comes from the land, so it is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Desert.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Hot deserts are found near the tropics. Copy the point on Africa on the left, then draw the diagram on the right: the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Asia, America and Australia.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Deserts. There are the following types of deserts. On this slide we have Hot deserts and Cold deserts.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Sandy desert (erg) on the left, then draw the diagram on the right: a sandy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Stony desert (reg) on the left, then draw the diagram on the right: a stony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Deserts. On this slide we have Rocky desert (hamada).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Causes. Deserts are dry for the following reasons. Copy the point on Dry winds on the left, then draw the diagram on the right: a dry wind from the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Causes. On this slide we have High pressure, Cold currents and Distance from the sea.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region with less than 250 mm of rain per year and very few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desert surface.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sandy (erg), stony (reg) and rocky (hamada).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erg; number 2, reg; number 3,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Think about the hottest days of March in Garoua. Are the nights also very hot, or cooler? Write two sentences about the difference between day and night.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2): The Desert Regions: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1): THE DESERT REGIONS: LOCATION, TYPES AND CHARACTERISTICS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Location, Types and Characteristics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1): The Desert Regions: Location, Types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Desert, hot desert, cold desert, erg, reg, hamada, trade winds, cold ocean current, rain shadow.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types of deserts; general characteristics and causes of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the deserts of the world on a map and explain why the Sahara, north of Cameroon, is so dry.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5): The Tropical Grassland Region: Problems Faced and Attempted Solutions):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the Sahara Desert. Write the names of three countries that it covers.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covers countries such as Algeria, Libya, Egypt, Niger, Mali and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desert.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deserts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hot and cold deserts, and between sandy, stony and rocky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Tropical Grassland lies between 5° and 15°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drier part, the Sahel, is threatened by desertification.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North of the Sahel lies the largest hot desert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Salma watches a film about the Sahara. She is surprised: the desert is not only sand, but also plains of stones and bare rocky mountains. Salma asks: "Where are the deserts of the world, what types are there, and why are they so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Salma does not know where deserts are, their types and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Salma expect to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did she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Plains of stones and bare rocky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deserts of the world on a map and explain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deserts are and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which lines are most hot deserts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Tropic of Cancer and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desert of sand dunes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sandy desert (erg).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e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desert of stones.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desert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it is a stony desert (reg).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ocky_desert.jpg">    </p:cNvPr>
          <p:cNvPicPr>
            <a:picLocks noChangeAspect="1"/>
          </p:cNvPicPr>
          <p:nvPr/>
        </p:nvPicPr>
        <p:blipFill>
          <a:blip r:embed="rId1"/>
          <a:stretch>
            <a:fillRect/>
          </a:stretch>
        </p:blipFill>
        <p:spPr>
          <a:xfrm>
            <a:off x="2293470" y="1783080"/>
            <a:ext cx="760475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desert of bare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desert of bare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rocky desert (hamada).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ade_wind_dry.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 that blows from the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wind bring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land, so it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1): The Desert Regions: Location, Types and Characteristics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region that receives less than 250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Hot deserts are found near the tropics: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Sahara, the Kalahari and the Namib.</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hot deserts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Asia: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Arabian and the Thar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Atacama and the Mojave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Australia: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Great Australian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the following types of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Hot deserts: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all year, like the Sahara.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deserts: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and dry, like the Gobi and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Sandy desert (erg):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It is covered with sand dunes.</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Stony desert (reg):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It is covered with stones and gravel.</a:t>
            </a:r>
            <a:endParaRPr lang="en-US" sz="3600" dirty="0"/>
          </a:p>
        </p:txBody>
      </p:sp>
      <p:pic>
        <p:nvPicPr>
          <p:cNvPr id="5" name="Image 0" descr="/home/claude/f4/img/v2/f2t_re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stony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Rocky desert (hamada):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bare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and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Deserts are dry for the following reasons: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Dry winds: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trade winds blow from the land and bring no rain.</a:t>
            </a:r>
            <a:endParaRPr lang="en-US" sz="3600" dirty="0"/>
          </a:p>
        </p:txBody>
      </p:sp>
      <p:pic>
        <p:nvPicPr>
          <p:cNvPr id="5" name="Image 0" descr="/home/claude/f4/img/v2/trade_wind_dr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dry wind from the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and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High pressure: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Dry air sinks near the tropics.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currents: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sea currents give no rain on some coasts.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Distance from the sea: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Wet sea winds do not reach the centre of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with less than 250 mm of rain per year and very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desert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Sandy (erg), stony (reg) and rocky (hamada).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sandy desert is called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stony desert is called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hot desert in the world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Think about the hottest days of March in Garoua. Are the nights also very hot, or cooler? Write two sentences about the difference between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2): The Desert Regions: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 chaud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Cold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 froid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Erg (sandy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 (stony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hamada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1): The Desert Regions: Location, Types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desert. Locate the main deserts of the world. Distinguish between hot and cold deserts, and between sandy, stony and rocky deserts. Explain the causes of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the deserts of the world on a map and explain why the Sahara, north of Cameroon, is so dry.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Types of Deserts; Characteristics and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Think about the hottest days of March in Garoua. Are the nights also very hot, or cooler? Write two sentences about the difference between day and night.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tropics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sand dunes.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handful of gravel.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bare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“Libya 88” by motohakone, CC BY-NC-SA 2.0, via Flickr (https://www.flickr.com/photos/134157242@N08/42853720391)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“FR 525 on way to Loy Canyon - Sedona” by Al_HikesAZ, CC BY-NC 2.0, via Flickr (https://www.flickr.com/photos/7202153@N03/7200183096)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2026-09-28T20:48:41Z</dcterms:created>
  <dcterms:modified xsi:type="dcterms:W3CDTF">2026-09-28T20:48:41Z</dcterms:modified>
</cp:coreProperties>
</file>