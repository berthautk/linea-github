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4): The Temperate Region: Problems Faced and Adaptations.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frost, snow, short growing season, drought, forest fire, shelterbelt, greenhouse. At the end, you should be able to do this: learners are able to explain how people adapt their houses, clothes and farming to a difficult climate, and apply this idea to their own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3): The Temperate Region: Human Activities (Farming). The question was: Ask an adult who has lived or travelled in Europe what difficulties people face in winter. Write down two of them.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snow and ice block roads and cause accidents; it is very cold, so people must pay for heating; days are short and dark; water pipes can freeze.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faced by people in the temperate region. Number 2: describe how people adapt their houses, clothes and transport. Number 3: describe how farmers adapt to the problems of the temperate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Temperate farming includes mixed, dairy, grain, ranching and Mediterranean farming. It is very productive thanks to machines, science and cooperatives.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heavy snow falls on a village in Canada. The roads are blocked, the water pipes freeze and the farmer cannot take his cows out. The farmer asks: "How can we live and farm with such a hard winter?"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faces the problems of winter and must adapt.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blocks the roads?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water pipes?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soil from wind with lines of trees, as temperate farmers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the temperate region and how people adapt.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machine on a snowy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people clear roads blocked by snow?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machines (snowploughs).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dust storm on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did the wind do to the dry soil of these farms?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blew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forest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there forest fires in Mediterranean summers?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Summers are hot and dry, so plants burn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greenhouse.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farmers grow vegetables when it is too cold outside?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greenhouses, where it is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lines of trees around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plant lines of trees around their fields?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stop the wind from blowing the soil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Greenhouse and Shelter belt.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in the temperate region face the following problems. Copy the point on Cold winters on the left, then draw the diagram on the right: clearing snow.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Short growing season and Soil erosion by wind.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Summer droughts and fires on the left, then draw the diagram on the right: a forest fire.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Adaptations. People adapt in the following ways. On this slide we have Houses and Clothes.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Adaptations. On this slide we have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Greenhouses on the left, then draw the diagram on the right: a greenhouse.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Shelter belts and irrigation on the left, then draw the diagram on the right: a shelter belt.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of the temperate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cold winters with snow; soil erosion by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farmers grow vegetables in winter?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greenhouses.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greenhouse; number 2, shelterbelt; number 3, Bowl.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jobs done by people in your family or neighbourhood (for example farmer, trader, teacher, mechanic, tailor).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1): The Sectors of the Economy: Introduction, Definitions and Key Concepts.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4): THE TEMPERATE REGION: PROBLEMS FACED AND ADAPTATIONS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Problems Faced and Adaptations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4): The Temperate Region: Problems Faced and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Frost, snow, short growing season, drought, forest fire, shelterbelt, greenhouse.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in the temperate region and the adaptations of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people adapt their houses, clothes and farming to a difficult climate, and apply this idea to their own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3): The Temperate Region: Human Activities (Farming)):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adult who has lived or travelled in Europe what difficulties people face in winter. Write down two of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snow and ice block roads and cause accidents; it is very cold, so people must pay for heating; days are short and dark; water pipes can freeze.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faced by people in the temperate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people adapt their houses, clothes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farmers adapt to the problems of the temperate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Temperate farming includes mixed, dairy, grain, ranching and Mediterranean farming.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very productive thanks to machines, science and cooperatives.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heavy snow falls on a village in Canada. The roads are blocked, the water pipes freeze and the farmer cannot take his cows out. The farmer asks: "How can we live and farm with such a hard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faces the problems of winter and must adapt.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blocks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water pipes?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soil from wind with lines of trees, as temperate farmers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temperate region and how people adapt.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nowploug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machine on a snowy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clear roads blocked by 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machines (snowploughs).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ust_bow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 storm on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wind do to the dry soil of these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blew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forest_fir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forest fires in Mediterranean summers?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Summers are hot and dry, so plants burn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greenhous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greenhouse.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farmers grow vegetables when it is too cold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greenhouses, where it is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helterbe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trees around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plant lines of trees around their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stop the wind from blowing the soil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4): The Temperate Region: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Greenhouse: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glass or plastic house where plants are grown in warm conditions.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Shelter belt: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line of trees that protects fields from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the temperate region face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Cold winters: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Snow and ice block roads and freeze pipes.</a:t>
            </a:r>
            <a:endParaRPr lang="en-US" sz="3600" dirty="0"/>
          </a:p>
        </p:txBody>
      </p:sp>
      <p:pic>
        <p:nvPicPr>
          <p:cNvPr id="5" name="Image 0" descr="/home/claude/f4/img/v2/f2t_snowplough.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clearing snow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Short growing season: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Crops cannot grow in winter.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by wind: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Dry soil is blown away, as in the Dust Bowl.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Summer droughts and fires: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Hot, dry summers in Mediterranean lands.</a:t>
            </a:r>
            <a:endParaRPr lang="en-US" sz="3600" dirty="0"/>
          </a:p>
        </p:txBody>
      </p:sp>
      <p:pic>
        <p:nvPicPr>
          <p:cNvPr id="5" name="Image 0" descr="/home/claude/f4/img/v2/f2t_forest_fir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forest fire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adapt in the following ways: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Houses: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Heated houses with thick walls and double windows.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Clothes: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Thick coats, gloves and boots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Transport: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Snowploughs and salt on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Greenhouses: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Vegetables grow in warm glasshouses.</a:t>
            </a:r>
            <a:endParaRPr lang="en-US" sz="3600" dirty="0"/>
          </a:p>
        </p:txBody>
      </p:sp>
      <p:pic>
        <p:nvPicPr>
          <p:cNvPr id="5" name="Image 0" descr="/home/claude/f4/img/v2/f2t_greenhous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greenhouse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Shelter belts and irrigation: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Trees stop the wind, and irrigation helps in summer.</a:t>
            </a:r>
            <a:endParaRPr lang="en-US" sz="3600" dirty="0"/>
          </a:p>
        </p:txBody>
      </p:sp>
      <p:pic>
        <p:nvPicPr>
          <p:cNvPr id="5" name="Image 0" descr="/home/claude/f4/img/v2/f2t_shelterbel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shelter belt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winters with snow; soil erosion by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farmers grow vegetables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greenhouses.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glass house for plants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of trees that stops the wind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1930s disaster in the USA was the Dust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jobs done by people in your family or neighbourhood (for example farmer, trader, teacher, mechanic, tailor).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1): The Sectors of the Economy: Introduction, Definitions and Key Concepts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Snow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neige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chauffage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L'incendie de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Shelterbelt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brise-vent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4): The Temperate Region: Problems Faced and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faced by people in the temperate region. Describe how people adapt their houses, clothes and transport. Describe how farmers adapt to the problems of the temperate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people adapt their houses, clothes and farming to a difficult climate, and apply this idea to their own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jobs done by people in your family or neighbourhood (for example farmer, trader, teacher, mechanic, tailor).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blocked road.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dust in the Harmattan.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bush fires.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closed car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hedge.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“First Snowplow of the Season” by JLS Photography - Alaska, CC BY-NC-ND 2.0, via Flickr (https://www.flickr.com/photos/50830796@N04/37613240186)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“Dust Bowl 1935” by MyEyeSees, CC BY-NC-ND 2.0, via Flickr (https://www.flickr.com/photos/57884042@N00/3182214903)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“Forest Fires in Greece” by Lotus R, CC BY-SA 2.0, via Flickr (https://www.flickr.com/photos/66012345@N00/964251167)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“Inside the Greenhouse” by USAID_IMAGES, CC BY-NC-ND 2.0, via Flickr (https://www.flickr.com/photos/46658241@N06/15000160655)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“20210723-NRCS-LSC-0128” by USDAgov, Public domain 1.0, via Flickr (https://www.flickr.com/photos/41284017@N08/51526578960)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2026-09-28T20:48:42Z</dcterms:created>
  <dcterms:modified xsi:type="dcterms:W3CDTF">2026-09-28T20:48:42Z</dcterms:modified>
</cp:coreProperties>
</file>