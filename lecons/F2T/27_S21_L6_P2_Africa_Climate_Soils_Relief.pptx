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2): Africa: Climate, Soils and Relief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climatic zone, relief, plateau, basin, Rift Valley, fold mountains, volcanic mountains, ferrallitic and ferruginous soils. At the end, you should be able to do this: learners are able to relate the climate and relief of a place in Africa to the activities that people practise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1): Africa: Introduction (Location and Physical Characteristics). The question was: Name three climates of Africa.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Equatorial, tropical (savanna) and desert.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climatic zones of Africa. Number 2: describe the main relief features of Africa. Number 3: describe the main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Africa lies between 37°N and 35°S, and the Equator crosses its middle. It is a plateau continent, with Kilimanjaro as its highest point and the Nile as its longest river.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gets about 4,000 mm of rain per year, Garoua about 1,000 mm and Maroua about 800 mm. On the Adamawa plateau, the air is cooler than in Garoua. Nadia asks: "Why do the climate, the relief and the soils change so much across Africa?"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Nadia does not know the climates, relief and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is the wettest?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Adamawa cooler?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high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fertile soils of Africa carefully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climate, relief and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climate is found around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equatorial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tea in the highlands of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highlands near the Equator cool?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higher the land, the cooler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long valley in East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this long valley of East Africa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Rift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mountains of North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these fold mountains of North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Atlas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soils near Mount Cameroon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volcanic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Relief.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Climate. Africa has the following main climates. Copy the point on Equatorial on the left, then draw the diagram on the right: the climates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Climate. On this slide we have Tropical (savanna), Desert and Mediterranean.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Climate. On this slide we have Mountain.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Africa has the following relief features. On this slide we have Plateaux.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Fold mountains on the left, then draw the diagram on the right: the Atlas Mountains.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Volcanic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Rift Valley on the left, then draw the diagram on the right: the Rift Valley.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Basins.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Africa has the following main soils. On this slide we have Ferrallitic soils, Ferruginous soils and Desert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Volcanic soils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Alluvial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Nairobi cool though it is near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it is high.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the soils of Mount Cameroon fertile?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come from volcanic rocks.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number 2, Rift; number 3, volcanic.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big rivers of Africa.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3): Africa: Vegetation and Drainage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2): AFRICA: CLIMATE, SOILS AND RELIEF OF AFRICA</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Climate, Soils and Relief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zone, relief, plateau, basin, Rift Valley, fold mountains, volcanic mountains, ferrallitic and ferruginous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1): Africa: Introduction (Location and Physical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tropical (savanna) and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climatic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relief features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lies between 37°N and 35°S, and the Equator crosses its middle.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plateau continent, with Kilimanjaro as its highest point and the Nile as its longest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gets about 4,000 mm of rain per year, Garoua about 1,000 mm and Maroua about 800 mm. On the Adamawa plateau, the air is cooler than in Garoua. Nadia asks: "Why do the climate, the relief and the soils change so much across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does not know the climates, relief and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the wettest?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fertile soils of Africa carefully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 relief and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climate is found around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in the highlands of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highlands near the Equator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higher the land, the cooler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ft_vall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long valley in East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long valley of East Africa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atlas.jpg">    </p:cNvPr>
          <p:cNvPicPr>
            <a:picLocks noChangeAspect="1"/>
          </p:cNvPicPr>
          <p:nvPr/>
        </p:nvPicPr>
        <p:blipFill>
          <a:blip r:embed="rId1"/>
          <a:stretch>
            <a:fillRect/>
          </a:stretch>
        </p:blipFill>
        <p:spPr>
          <a:xfrm>
            <a:off x="2106127" y="1783080"/>
            <a:ext cx="797944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Mountains of North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these fold mountains of North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unt_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near Mount Cameroon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Relief: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shape of the land: mountains, plateaux, valleys and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Africa has the following main climates: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Equatorial: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Hot and wet all year, in the Congo Basin.</a:t>
            </a:r>
            <a:endParaRPr lang="en-US" sz="3600" dirty="0"/>
          </a:p>
        </p:txBody>
      </p:sp>
      <p:pic>
        <p:nvPicPr>
          <p:cNvPr id="5" name="Image 0" descr="/home/claude/f4/img/v2/africa_climate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climates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Tropical (savanna):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wet and a dry season, as in Garoua.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Desert: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Very dry, in the Sahara and the Kalahari.</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Mediterranean: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dry summers and wet winters, at the north and south tips.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Mountain: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Cool, on high land such as the Adamawa and East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relief features: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Plateaux: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High plateaux cover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Fold mountains: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Atlas in the north and the Cape Ranges in the south.</a:t>
            </a:r>
            <a:endParaRPr lang="en-US" sz="3600" dirty="0"/>
          </a:p>
        </p:txBody>
      </p:sp>
      <p:pic>
        <p:nvPicPr>
          <p:cNvPr id="5" name="Image 0" descr="/home/claude/f4/img/v2/f2t_atlas.jpg">    </p:cNvPr>
          <p:cNvPicPr>
            <a:picLocks noChangeAspect="1"/>
          </p:cNvPicPr>
          <p:nvPr/>
        </p:nvPicPr>
        <p:blipFill>
          <a:blip r:embed="rId1"/>
          <a:stretch>
            <a:fillRect/>
          </a:stretch>
        </p:blipFill>
        <p:spPr>
          <a:xfrm>
            <a:off x="5349240" y="2136247"/>
            <a:ext cx="6659575" cy="356391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Atlas Mountains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Volcanic mountains: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Kilimanjaro and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Rift Valley: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A long valley from the Red Sea to Mozambique.</a:t>
            </a:r>
            <a:endParaRPr lang="en-US" sz="3600" dirty="0"/>
          </a:p>
        </p:txBody>
      </p:sp>
      <p:pic>
        <p:nvPicPr>
          <p:cNvPr id="5" name="Image 0" descr="/home/claude/f4/img/v2/f2t_rift_valle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Rift Valley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Basins: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Congo, Chad and Kalahari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soils: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Ferrallitic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Red, leached soils in the forest.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Ferruginous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Red soils of the savanna.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Desert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Sandy, stony and poor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Volcanic soils: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Very fertile, near Mount Cameroon.</a:t>
            </a:r>
            <a:endParaRPr lang="en-US" sz="3600" dirty="0"/>
          </a:p>
        </p:txBody>
      </p:sp>
      <p:pic>
        <p:nvPicPr>
          <p:cNvPr id="5" name="Image 0" descr="/home/claude/f4/img/v2/f2t_mount_camero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Alluvial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Fertile soils in river valleys, like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Nairobi cool though it is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 is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Mount Cameroon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Around the Equator, the climate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 valley of East Africa is the Great ______ Valley.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made from volcano rocks are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big rivers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cuvette (le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climatic zones of Africa. Describe the main relief features of Africa. Describe the main soils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Climate; Relief;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big rivers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climate belts.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it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crops of the South-West.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“Great Rift Valley” by GSAPP_SIDL, CC BY-NC-ND 2.0, via Flickr (https://www.flickr.com/photos/77974798@N04/7341392488)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Hills Are Alive - Morocco - Atlas Mountains - Mar 2018” by Gareth1953 All Right Now, CC BY 2.0, via Flickr (https://www.flickr.com/photos/40837632@N05/46588301775)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“20131110-DSC_4372” by jbdodane, CC BY-NC 2.0, via Flickr (https://www.flickr.com/photos/27998473@N02/11288779044)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2026-09-28T21:32:45Z</dcterms:created>
  <dcterms:modified xsi:type="dcterms:W3CDTF">2026-09-28T21:32:45Z</dcterms:modified>
</cp:coreProperties>
</file>