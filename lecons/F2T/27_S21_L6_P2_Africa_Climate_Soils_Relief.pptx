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2): Africa: Climate, Soils and Relief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climatic zone, relief, plateau, basin, Rift Valley, fold mountains, volcanic mountains, ferrallitic and ferruginous soils. At the end, you should be able to do this: learners are able to relate the climate and relief of a place in Africa to the activities that people practise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(Part 1): Africa: Introduction (Location and Physical Characteristics). The question was: Compare the climate of Douala, Garoua and Maroua. Which town is the wettest, and which is the driest? Ask an adult or use your textbook.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is the wettest (about 4,000 mm of rain a year); Maroua is the driest (about 800 mm); Garoua is in between (about 1,000 mm).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climatic zones of Africa. Number 2: describe the main relief features of Africa. Number 3: describe the main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Africa lies between 37°N and 35°S, and the Equator crosses its middle. It is a plateau continent, with Kilimanjaro as its highest point and the Nile as its longest river.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Douala gets about 4,000 mm of rain per year, Garoua about 1,000 mm and Maroua about 800 mm. On the Adamawa plateau, the air is cooler than in Garoua. Nadia asks: "Why do the climate, the relief and the soils change so much across Africa?"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Nadia does not know the climates, relief and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is the wettest?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Adamawa cooler?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high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fertile soils of Africa carefully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climate, relief and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climate is found around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equatorial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tea in the highlands of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highlands near the Equator cool?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higher the land, the cooler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long valley in East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long valley of East Africa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Rift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mountains of North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these fold mountains of North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Atlas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soils near Mount Cameroon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come from volcanic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Climate. Africa has the following main climates. Copy the point on Equatorial on the left, then draw the diagram on the right: the climates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Tropical (savanna), Desert and Mediterranean.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Mountain.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Africa has the following relief features. On this slide we have Plateaux.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Fold mountains on the left, then draw the diagram on the right: the Atlas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On this slide we have Volcanic mountains.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Rift Valley on the left, then draw the diagram on the right: the Rift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On this slide we have Basins.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Africa has the following main soils. On this slide we have Ferrallitic soils, Ferruginous soils and Desert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Volcanic soils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Alluvial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Nairobi cool though it is near the Equator?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it is high.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the soils of Mount Cameroon fertile?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come from volcanic rocks.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equatorial; number 2, Rift; number 3, volcanic.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Africa and write the names of three big rivers. Say into which ocean or sea each one flows.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3): Africa: Vegetation and Drainage of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(PART 2): AFRICA: CLIMATE, SOILS AND RELIEF OF AFRICA</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Climate, Soils and Relief of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2): Africa: Climate, Soils and Relief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zone, relief, plateau, basin, Rift Valley, fold mountains, volcanic mountains, ferrallitic and ferruginous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soils and relief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relate the climate and relief of a place in Africa to the activities that people practise there.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(Part 1): Africa: Introduction (Location and Physical Characteristics)):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Douala, Garoua and Maroua. Which town is the wettest, and which is the driest? Ask an adult or use your textbook.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is the wettest (about 4,000 mm of rain a year); Maroua is the driest (about 800 mm); Garoua is in between (about 1,000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climatic zones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relief features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lies between 37°N and 35°S, and the Equator crosses its middle.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plateau continent, with Kilimanjaro as its highest point and the Nile as its longest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gets about 4,000 mm of rain per year, Garoua about 1,000 mm and Maroua about 800 mm. On the Adamawa plateau, the air is cooler than in Garoua. Nadia asks: "Why do the climate, the relief and the soils change so much across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does not know the climates, relief and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the wettest?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fertile soils of Africa carefully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climate, relief and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climate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climate is found around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in the highlands of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highlands near the Equator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higher the land, the cooler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ft_vall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valley in East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long valley of East Africa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atlas.jpg">    </p:cNvPr>
          <p:cNvPicPr>
            <a:picLocks noChangeAspect="1"/>
          </p:cNvPicPr>
          <p:nvPr/>
        </p:nvPicPr>
        <p:blipFill>
          <a:blip r:embed="rId1"/>
          <a:stretch>
            <a:fillRect/>
          </a:stretch>
        </p:blipFill>
        <p:spPr>
          <a:xfrm>
            <a:off x="2106127" y="1783080"/>
            <a:ext cx="797944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Mountains of North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these fold mountains of North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Atlas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unt_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near Mount Cameroon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2): Africa: Climate, Soils and Relief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Relief: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shape of the land: mountains, plateaux, valleys and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main climates: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Equatorial: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Hot and wet all year, in the Congo Basin.</a:t>
            </a:r>
            <a:endParaRPr lang="en-US" sz="3600" dirty="0"/>
          </a:p>
        </p:txBody>
      </p:sp>
      <p:pic>
        <p:nvPicPr>
          <p:cNvPr id="5" name="Image 0" descr="/home/claude/f4/img/v2/africa_climate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Tropical (savanna):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wet and a dry season, as in Garoua.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Very dry, in the Sahara and the Kalahari.</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Mediterranean: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dry summers and wet winters, at the north and south tips.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Mountain: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Cool, on high land such as the Adamawa and East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has the following relief features: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Plateaux: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 plateaux cover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Fold mountains: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Atlas in the north and the Cape Ranges in the south.</a:t>
            </a:r>
            <a:endParaRPr lang="en-US" sz="3600" dirty="0"/>
          </a:p>
        </p:txBody>
      </p:sp>
      <p:pic>
        <p:nvPicPr>
          <p:cNvPr id="5" name="Image 0" descr="/home/claude/f4/img/v2/f2t_atlas.jpg">    </p:cNvPr>
          <p:cNvPicPr>
            <a:picLocks noChangeAspect="1"/>
          </p:cNvPicPr>
          <p:nvPr/>
        </p:nvPicPr>
        <p:blipFill>
          <a:blip r:embed="rId1"/>
          <a:stretch>
            <a:fillRect/>
          </a:stretch>
        </p:blipFill>
        <p:spPr>
          <a:xfrm>
            <a:off x="5349240" y="2136247"/>
            <a:ext cx="6659575" cy="35639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Atlas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Volcanic mountains: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Kilimanjaro and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Rift Valley: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long valley from the Red Sea to Mozambique.</a:t>
            </a:r>
            <a:endParaRPr lang="en-US" sz="3600" dirty="0"/>
          </a:p>
        </p:txBody>
      </p:sp>
      <p:pic>
        <p:nvPicPr>
          <p:cNvPr id="5" name="Image 0" descr="/home/claude/f4/img/v2/f2t_rift_valle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Rift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Basins: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Congo, Chad and Kalahari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has the following main soils: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Ferrallitic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Red, leached soils in the forest.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Red soils of the savanna.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Sandy, stony and poor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Volcanic soils: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Very fertile, near Mount Cameroon.</a:t>
            </a:r>
            <a:endParaRPr lang="en-US" sz="3600" dirty="0"/>
          </a:p>
        </p:txBody>
      </p:sp>
      <p:pic>
        <p:nvPicPr>
          <p:cNvPr id="5" name="Image 0" descr="/home/claude/f4/img/v2/f2t_mount_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Alluvial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Fertile soils in river valleys, like 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Nairobi cool though it is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 is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of Mount Cameroon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Around the Equator, the climate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 valley of East Africa is the Great ______ Valley.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made from volcano rocks are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Africa and write the names of three big rivers. Say into which ocean or sea each one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3): Africa: Vegetation and Drainage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cuvette (le bassin)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du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2): Africa: Climate, Soils and Relief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climatic zones of Africa. Describe the main relief features of Africa. Describe the main soils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relate the climate and relief of a place in Africa to the activities that people practise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Climate; Relief;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Africa and write the names of three big rivers. Say into which ocean or sea each one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climate belts.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Garoua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it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them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the South-West.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“Great Rift Valley” by GSAPP_SIDL, CC BY-NC-ND 2.0, via Flickr (https://www.flickr.com/photos/77974798@N04/7341392488)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Hills Are Alive - Morocco - Atlas Mountains - Mar 2018” by Gareth1953 All Right Now, CC BY 2.0, via Flickr (https://www.flickr.com/photos/40837632@N05/46588301775)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“20131110-DSC_4372” by jbdodane, CC BY-NC 2.0, via Flickr (https://www.flickr.com/photos/27998473@N02/11288779044)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2026-09-28T21:14:27Z</dcterms:created>
  <dcterms:modified xsi:type="dcterms:W3CDTF">2026-09-28T21:14:27Z</dcterms:modified>
</cp:coreProperties>
</file>