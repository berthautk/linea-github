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(Part 2): Africa: Climate, Soils and Relief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Africa.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Regional Geography, and the sub-topic is Africa. The key notions we shall use today are: climatic zone, relief, plateau, basin, Rift Valley, fold mountains, volcanic mountains, ferrallitic and ferruginous soils. At the end, you should be able to do this: learners are able to relate the climate and relief of a place in Africa to the activities that people practise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(Part 1): Africa: Introduction (Location and Physical Characteristics). The question was: Name three climates of Africa.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Equatorial, tropical (savanna) and desert.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climatic zones of Africa. Number 2: describe the main relief features of Africa. Number 3: describe the main soils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Africa lies between 37°N and 35°S, and the Equator crosses its middle. It is a plateau continent, with Kilimanjaro as its highest point and the Nile as its longest river.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Douala gets about 4,000 mm of rain per year, Garoua about 1,000 mm and Maroua about 800 mm. On the Adamawa plateau, the air is cooler than in Garoua. Nadia asks: "Why do the climate, the relief and the soils change so much across Africa?"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Nadia does not know the climates, relief and soils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town is the wettest?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Adamawa cooler?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high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fertile soils of Africa carefully and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climate, relief and soils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climates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climate is found around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equatorial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tea in the highlands of Kenya.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highlands near the Equator cool?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higher the land, the cooler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long valley in East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this long valley of East Africa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Great Rift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mountains of North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these fold mountains of North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Atlas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 soils near Mount Cameroon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come from volcanic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Relief.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Climate. Africa has the following main climates. Copy the point on Equatorial on the left, then draw the diagram on the right: the climates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On this slide we have Tropical (savanna), Desert and Mediterranean.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On this slide we have Mountain.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Africa has the following relief features. On this slide we have Plateaux.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Fold mountains on the left, then draw the diagram on the right: the Atlas Mountains.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On this slide we have Volcanic mountains.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Rift Valley on the left, then draw the diagram on the right: the Rift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On this slide we have Basins.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Africa has the following main soils. On this slide we have Ferrallitic soils, Ferruginous soils and Desert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Volcanic soils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Alluvial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Nairobi cool though it is near the Equator?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because it is high.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the soils of Mount Cameroon fertile?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come from volcanic rocks.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equatorial; number 2, Rift; number 3, volcanic.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big rivers of Africa.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(Part 3): Africa: Vegetation and Drainage of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6 (PART 2): AFRICA: CLIMATE, SOILS AND RELIEF OF AFRICA</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Africa: Climate, Soils and Relief of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Africa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(Part 2): Africa: Climate, Soils and Relief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zone, relief, plateau, basin, Rift Valley, fold mountains, volcanic mountains, ferrallitic and ferruginous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soils and relief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relate the climate and relief of a place in Africa to the activities that people practise there.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(Part 1): Africa: Introduction (Location and Physical Characteristics)):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climates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tropical (savanna) and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climatic zones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relief features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soils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Africa lies between 37°N and 35°S, and the Equator crosses its middle.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plateau continent, with Kilimanjaro as its highest point and the Nile as its longest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gets about 4,000 mm of rain per year, Garoua about 1,000 mm and Maroua about 800 mm. On the Adamawa plateau, the air is cooler than in Garoua. Nadia asks: "Why do the climate, the relief and the soils change so much across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Nadia does not know the climates, relief and soils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the wettest?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Adamawa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fertile soils of Africa carefully and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climate, relief and soils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climate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climate is found around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in the highlands of Kenya.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highlands near the Equator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higher the land, the cooler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ift_vall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long valley in East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long valley of East Africa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Rift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atlas.jpg">    </p:cNvPr>
          <p:cNvPicPr>
            <a:picLocks noChangeAspect="1"/>
          </p:cNvPicPr>
          <p:nvPr/>
        </p:nvPicPr>
        <p:blipFill>
          <a:blip r:embed="rId1"/>
          <a:stretch>
            <a:fillRect/>
          </a:stretch>
        </p:blipFill>
        <p:spPr>
          <a:xfrm>
            <a:off x="2106127" y="1783080"/>
            <a:ext cx="797944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Mountains of North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these fold mountains of North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Atlas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ount_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near Mount Cameroon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volcanic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Regional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2): Africa: Climate, Soils and Relief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Relief: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shape of the land: mountains, plateaux, valleys and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Africa has the following main climates: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Equatorial: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Hot and wet all year, in the Congo Basin.</a:t>
            </a:r>
            <a:endParaRPr lang="en-US" sz="3600" dirty="0"/>
          </a:p>
        </p:txBody>
      </p:sp>
      <p:pic>
        <p:nvPicPr>
          <p:cNvPr id="5" name="Image 0" descr="/home/claude/f4/img/v2/africa_climate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climates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Tropical (savanna):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wet and a dry season, as in Garoua.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Very dry, in the Sahara and the Kalahari.</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Mediterranean: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dry summers and wet winters, at the north and south tips.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Mountain: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Cool, on high land such as the Adamawa and East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 has the following relief features: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Plateaux: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High plateaux cover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Fold mountains: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Atlas in the north and the Cape Ranges in the south.</a:t>
            </a:r>
            <a:endParaRPr lang="en-US" sz="3600" dirty="0"/>
          </a:p>
        </p:txBody>
      </p:sp>
      <p:pic>
        <p:nvPicPr>
          <p:cNvPr id="5" name="Image 0" descr="/home/claude/f4/img/v2/f2t_atlas.jpg">    </p:cNvPr>
          <p:cNvPicPr>
            <a:picLocks noChangeAspect="1"/>
          </p:cNvPicPr>
          <p:nvPr/>
        </p:nvPicPr>
        <p:blipFill>
          <a:blip r:embed="rId1"/>
          <a:stretch>
            <a:fillRect/>
          </a:stretch>
        </p:blipFill>
        <p:spPr>
          <a:xfrm>
            <a:off x="5349240" y="2136247"/>
            <a:ext cx="6659575" cy="35639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Atlas Mountains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Volcanic mountains: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Kilimanjaro and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Rift Valley: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 long valley from the Red Sea to Mozambique.</a:t>
            </a:r>
            <a:endParaRPr lang="en-US" sz="3600" dirty="0"/>
          </a:p>
        </p:txBody>
      </p:sp>
      <p:pic>
        <p:nvPicPr>
          <p:cNvPr id="5" name="Image 0" descr="/home/claude/f4/img/v2/f2t_rift_valle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Rift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Basins: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Congo, Chad and Kalahari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 has the following main soils: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Ferrallitic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Red, leached soils in the forest.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Ferruginous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Red soils of the savanna.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Sandy, stony and poor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Volcanic soils: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Very fertile, near Mount Cameroon.</a:t>
            </a:r>
            <a:endParaRPr lang="en-US" sz="3600" dirty="0"/>
          </a:p>
        </p:txBody>
      </p:sp>
      <p:pic>
        <p:nvPicPr>
          <p:cNvPr id="5" name="Image 0" descr="/home/claude/f4/img/v2/f2t_mount_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Alluvial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Fertile soils in river valleys, like the Nile.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Nairobi cool though it is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it is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of Mount Cameroon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volcanic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Around the Equator, the climate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 valley of East Africa is the Great ______ Valley.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Soils made from volcano rocks are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big rivers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3): Africa: Vegetation and Drainage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cuvette (le bassin)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du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Regional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(Part 2): Africa: Climate, Soils and Relief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climatic zones of Africa. Describe the main relief features of Africa. Describe the main soils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relate the climate and relief of a place in Africa to the activities that people practise there.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Climate; Relief;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big rivers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climate belts.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Garoua and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it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them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of the South-West.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“Great Rift Valley” by GSAPP_SIDL, CC BY-NC-ND 2.0, via Flickr (https://www.flickr.com/photos/77974798@N04/7341392488)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Hills Are Alive - Morocco - Atlas Mountains - Mar 2018” by Gareth1953 All Right Now, CC BY 2.0, via Flickr (https://www.flickr.com/photos/40837632@N05/46588301775)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“20131110-DSC_4372” by jbdodane, CC BY-NC 2.0, via Flickr (https://www.flickr.com/photos/27998473@N02/11288779044)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2026-09-29T03:12:34Z</dcterms:created>
  <dcterms:modified xsi:type="dcterms:W3CDTF">2026-09-29T03:12:34Z</dcterms:modified>
</cp:coreProperties>
</file>