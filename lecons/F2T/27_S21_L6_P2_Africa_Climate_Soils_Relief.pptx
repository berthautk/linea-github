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(Part 2): Africa: Climate, Soils and Relief of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Africa.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Regional Geography, and the sub-topic is Africa. The key notions we shall use today are: climatic zone, relief, plateau, basin, Rift Valley, fold mountains, volcanic mountains, ferrallitic and ferruginous soils. At the end, you should be able to do this: learners are able to relate the climate and relief of a place in Africa to the activities that people practise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(Part 1): Africa: Introduction (Location and Physical Characteristics). The question was: Compare the climate of Douala, Garoua and Maroua. Which town is the wettest, and which is the driest? Ask an adult or use your textbook.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Douala is the wettest (about 4,000 mm of rain a year); Maroua is the driest (about 800 mm); Garoua is in between (about 1,000 mm).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main climatic zones of Africa. Number 2: describe the main relief features of Africa. Number 3: describe the main soils of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Africa lies between 37°N and 35°S, and the Equator crosses its middle. It is a plateau continent, with Kilimanjaro as its highest point and the Nile as its longest river.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Douala gets about 4,000 mm of rain per year, Garoua about 1,000 mm and Maroua about 800 mm. On the Adamawa plateau, the air is cooler than in Garoua. Nadia asks: "Why do the climate, the relief and the soils change so much across Africa?"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Nadia does not know the climates, relief and soils of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town is the wettest?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Douala.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the Adamawa cooler?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high (altitude).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fertile soils of Africa carefully and protect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climate, relief and soils of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climates of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climate is found around the Equator?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equatorial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tea in the highlands of Kenya.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are highlands near the Equator cool?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higher the land, the cooler the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long valley in East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this long valley of East Africa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Great Rift Valley.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mountains of North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these fold mountains of North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Atlas Mountains.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mount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the soils near Mount Cameroon so fertile?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come from volcanic rocks.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Relief.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Climate. Africa has the following main climates. Copy the point on Equatorial on the left, then draw the diagram on the right: the climates of Africa.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Climate. On this slide we have Tropical (savanna), Desert and Mediterranean.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Climate. On this slide we have Mountain.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Relief. Africa has the following relief features. On this slide we have Plateaux.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Fold mountains on the left, then draw the diagram on the right: the Atlas Mountains.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Relief. On this slide we have Volcanic mountains.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Rift Valley on the left, then draw the diagram on the right: the Rift Valley.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Relief. On this slide we have Basins.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Soils. Africa has the following main soils. On this slide we have Ferrallitic soils, Ferruginous soils and Desert soils.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Volcanic soils on the left, then draw the diagram on the right: mount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Soils. On this slide we have Alluvial soils.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is Nairobi cool though it is near the Equator?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because it is high.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are the soils of Mount Cameroon fertile?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come from volcanic rocks.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equatorial; number 2, Rift; number 3, volcanic.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Look at a map of Africa and write the names of three big rivers. Say into which ocean or sea each one flows.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(Part 3): Africa: Vegetation and Drainage of Africa.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6 (PART 2): AFRICA: CLIMATE, SOILS AND RELIEF OF AFRICA</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 (Part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Africa: Climate, Soils and Relief of Africa</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Africa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Regional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(Part 2): Africa: Climate, Soils and Relief of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Climatic zone, relief, plateau, basin, Rift Valley, fold mountains, volcanic mountains, ferrallitic and ferruginous soils.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 soils and relief of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relate the climate and relief of a place in Africa to the activities that people practise there.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(Part 1): Africa: Introduction (Location and Physical Characteristics)):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climate of Douala, Garoua and Maroua. Which town is the wettest, and which is the driest? Ask an adult or use your textbook.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is the wettest (about 4,000 mm of rain a year); Maroua is the driest (about 800 mm); Garoua is in between (about 1,000 mm).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climatic zones of Africa.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relief features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soils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Africa lies between 37°N and 35°S, and the Equator crosses its middle.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plateau continent, with Kilimanjaro as its highest point and the Nile as its longest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gets about 4,000 mm of rain per year, Garoua about 1,000 mm and Maroua about 800 mm. On the Adamawa plateau, the air is cooler than in Garoua. Nadia asks: "Why do the climate, the relief and the soils change so much across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Nadia does not know the climates, relief and soils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town is the wettest?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Adamawa cooler?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high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fertile soils of Africa carefully and protect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climate, relief and soils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africa_climate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climates of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climate is found around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equatorial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tea_highlands.jpg">    </p:cNvPr>
          <p:cNvPicPr>
            <a:picLocks noChangeAspect="1"/>
          </p:cNvPicPr>
          <p:nvPr/>
        </p:nvPicPr>
        <p:blipFill>
          <a:blip r:embed="rId1"/>
          <a:stretch>
            <a:fillRect/>
          </a:stretch>
        </p:blipFill>
        <p:spPr>
          <a:xfrm>
            <a:off x="1248027" y="1783080"/>
            <a:ext cx="96956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Tea in the highlands of Kenya.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highlands near the Equator cool?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higher the land, the cooler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rift_valle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long valley in East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long valley of East Africa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Great Rift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atlas.jpg">    </p:cNvPr>
          <p:cNvPicPr>
            <a:picLocks noChangeAspect="1"/>
          </p:cNvPicPr>
          <p:nvPr/>
        </p:nvPicPr>
        <p:blipFill>
          <a:blip r:embed="rId1"/>
          <a:stretch>
            <a:fillRect/>
          </a:stretch>
        </p:blipFill>
        <p:spPr>
          <a:xfrm>
            <a:off x="2106127" y="1783080"/>
            <a:ext cx="797944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Mountains of North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these fold mountains of North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Atlas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mount_camero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Mount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soils near Mount Cameroon so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come from volcanic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Regional Geography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Africa</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(Part 2): Africa: Climate, Soils and Relief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Relief: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shape of the land: mountains, plateaux, valleys and plains.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Climate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Africa has the following main climates: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Equatorial: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Hot and wet all year, in the Congo Basin.</a:t>
            </a:r>
            <a:endParaRPr lang="en-US" sz="3600" dirty="0"/>
          </a:p>
        </p:txBody>
      </p:sp>
      <p:pic>
        <p:nvPicPr>
          <p:cNvPr id="5" name="Image 0" descr="/home/claude/f4/img/v2/africa_climate_big.pn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climates of Africa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Climate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Tropical (savanna):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wet and a dry season, as in Garoua.</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Desert: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Very dry, in the Sahara and the Kalahari.</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Mediterranean: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Hot, dry summers and wet winters, at the north and south tips.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Climate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Mountain: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Cool, on high land such as the Adamawa and East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Africa has the following relief features: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Plateaux: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High plateaux cover most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Fold mountains: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The Atlas in the north and the Cape Ranges in the south.</a:t>
            </a:r>
            <a:endParaRPr lang="en-US" sz="3600" dirty="0"/>
          </a:p>
        </p:txBody>
      </p:sp>
      <p:pic>
        <p:nvPicPr>
          <p:cNvPr id="5" name="Image 0" descr="/home/claude/f4/img/v2/f2t_atlas.jpg">    </p:cNvPr>
          <p:cNvPicPr>
            <a:picLocks noChangeAspect="1"/>
          </p:cNvPicPr>
          <p:nvPr/>
        </p:nvPicPr>
        <p:blipFill>
          <a:blip r:embed="rId1"/>
          <a:stretch>
            <a:fillRect/>
          </a:stretch>
        </p:blipFill>
        <p:spPr>
          <a:xfrm>
            <a:off x="5349240" y="2136247"/>
            <a:ext cx="6659575" cy="356391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Atlas Mountains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Volcanic mountains: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Kilimanjaro and 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Rift Valley: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A long valley from the Red Sea to Mozambique.</a:t>
            </a:r>
            <a:endParaRPr lang="en-US" sz="3600" dirty="0"/>
          </a:p>
        </p:txBody>
      </p:sp>
      <p:pic>
        <p:nvPicPr>
          <p:cNvPr id="5" name="Image 0" descr="/home/claude/f4/img/v2/f2t_rift_valley.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Rift Valley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Basins: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Congo, Chad and Kalahari basins.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Soils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Africa has the following main soils: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Ferrallitic soils: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Red, leached soils in the forest.</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Ferruginous soils: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Red soils of the savanna.</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Desert soils: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Sandy, stony and poor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Soils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Volcanic soils: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Very fertile, near Mount Cameroon.</a:t>
            </a:r>
            <a:endParaRPr lang="en-US" sz="3600" dirty="0"/>
          </a:p>
        </p:txBody>
      </p:sp>
      <p:pic>
        <p:nvPicPr>
          <p:cNvPr id="5" name="Image 0" descr="/home/claude/f4/img/v2/f2t_mount_cameroo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Mount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Soils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Alluvial soils: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Fertile soils in river valleys, like the Nile.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Nairobi cool though it is near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it is high.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soils of Mount Cameroon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come from volcanic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Around the Equator, the climate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long valley of East Africa is the Great ______ Valley.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Soils made from volcano rocks are ______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a map of Africa and write the names of three big rivers. Say into which ocean or sea each one flows.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(Part 3): Africa: Vegetation and Drainage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climat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plateau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Basin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cuvette (le bassin)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Rift Valley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vallée du Rift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Volcano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volcan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Regional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(Part 2): Africa: Climate, Soils and Relief of Africa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main climatic zones of Africa. Describe the main relief features of Africa. Describe the main soils of Africa.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relate the climate and relief of a place in Africa to the activities that people practise there.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Climate; Relief; Soils.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Look at a map of Africa and write the names of three big rivers. Say into which ocean or sea each one flows.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climate belts.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Garoua and Ngaoundéré.</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it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show them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crops of the South-West.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“Carlo in the tea” by luigig, CC BY 2.0, via Flickr (https://www.flickr.com/photos/51035803402@N01/3175986747)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“Great Rift Valley” by GSAPP_SIDL, CC BY-NC-ND 2.0, via Flickr (https://www.flickr.com/photos/77974798@N04/7341392488)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“The Hills Are Alive - Morocco - Atlas Mountains - Mar 2018” by Gareth1953 All Right Now, CC BY 2.0, via Flickr (https://www.flickr.com/photos/40837632@N05/46588301775)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“20131110-DSC_4372” by jbdodane, CC BY-NC 2.0, via Flickr (https://www.flickr.com/photos/27998473@N02/11288779044)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2026-09-28T20:48:44Z</dcterms:created>
  <dcterms:modified xsi:type="dcterms:W3CDTF">2026-09-28T20:48:44Z</dcterms:modified>
</cp:coreProperties>
</file>