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Tropical Grassland Region, part 3: Types of Resources and Methods of Exploitation.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what do families get from the savanna?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who rears cattle in their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bring a piece of raw cotton to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name wild animals of the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where the electricity of Garoua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what their mother uses to cook.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resource 2. cattle (animals) 3. electricity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2 (PART 3)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Tropical Grassland Region: Types of Resources and Methods of Exploitation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2. The Tropical Grassland Region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The Tropical Grassland Region — Part 3: Types of Resources and Methods of Exploitation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Resource, exploitation, pasture, national park, hydro-electric power, irrigation.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 of resources of the Tropical Grassland region and methods of exploitation.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name the resources of the savanna around them and explain how people use them to earn a living.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resource and exploitation.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main resources of the Tropical Grassland region.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methods used to exploit these resources.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savanna has tall grasses and scattered trees.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soils are ferruginous, with laterite and black cotton soils.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survive the dry season by losing leaves and storing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Ibrahim lives near the Lagdo lake. His uncle fishes in the lake, his father grows cotton, and his cousin guides tourists in the Bénoué National Park. A visitor says, "The savanna is a poor region."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visitor thinks the savanna is poor, but it has many resources.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resources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Fish, farmland for cotton, and wild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Ibrahim answer?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 can say that the savanna gives food, money and jobs.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riches of the savanna and how people use them.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cat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feed on the savanna grass.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these animals eat? Who rears them in North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PASTURE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eat grass. The Fulani (Mbororo) rear them.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otton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cotton field.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crop grows here? Why do farmers grow it?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FARMLAND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Cotton. Farmers sell it to earn money.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WILDLIFE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eleph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Elephants in a savanna park.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WILDLIFE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can we see these animals in North Cameroon? Who comes to see them?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WILDLIFE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Bénoué, Bouba Ndjida and Waza parks. Tourists come to see them.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lag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lake made by a dam, seen from the sky.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Lagdo dam made a big lake on the Benue. Give two ways people use its water.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WATER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fishing and for electricity. Also to water the fields.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TREES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charco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Bags of charcoal for sale.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TREES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people make from the trees of the savanna?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TREES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Firewood, charcoal, shea butter and fruits.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Tropical Grassland Region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2: The Tropical Grassland Region — Part 3: Types of Resources and Methods of Exploitation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anything in nature that people can use.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Exploitation: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use of a resource to meet our needs or earn money.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Resources and Their Exploitation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resources are: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Pasture: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grass feeds cattle, sheep and goats.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Farmland: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grow cotton, maize and sorghum.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Wildlife: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Tourists visit the national parks.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Lagdo dam gives fish and 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Resources and Their Exploitation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E. Trees: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give firewood, charcoal and shea butter.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resource?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anything in nature that people can use.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resources of the savanna and how they are used.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Grass for cattle; water of Lagdo for fishing and 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Anything in nature that people can use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grass is used to feed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Lagdo dam produces fish and ______.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a farmer or a herder in your area about his work: what he produces, which tools he uses and where he sells his products.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4: Human Activities.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L'exploitation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pâturage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Livestock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bétail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Wildlife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faune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 park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parc national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2: The Tropical Grassland Region — Part 3: Types of Resources and Methods of Exploitation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resource and exploitation. Identify the main resources of the Tropical Grassland region. Describe the methods used to exploit these resources.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name the resources of the savanna around them and explain how people use them to earn a living.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Resource, Exploitation; II. Resources and Their Exploitation: Pasture, Farmland, Wildlife, Water, Trees.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 farmer or a herder in your area about his work: what he produces, which tools he uses and where he sells his products.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Lagdo dam on the Benue (1982) produces about 72 MW of electricity.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(tropical grassland).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Lagdo dam and national parks of North Cameroon: general reference sources (Wikipedia).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“Fulani cattle breed of West Africa” by International Livestock Research Institute, CC BY-NC-SA 2.0, via Flickr (https://www.flickr.com/photos/7155605@N03/48125675226)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“Cotton Fields, U.S. 65, Tensas Parish, Louisiana (4)” by Ken Lund, CC BY-SA 2.0, via Flickr (https://www.flickr.com/photos/75683070@N00/3934873451)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“African Bush Elephants, Maasai Mara” by Ray in Manila, CC BY 2.0, via Flickr (https://www.flickr.com/photos/21186555@N07/50627864261)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“South Holston Lake, (Virginia-Tennessee border, USA)” by James St. John, CC BY 2.0, via Flickr (https://www.flickr.com/photos/47445767@N05/39221734762)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“Charcoal, made from tree branches” by World Bank Photo Collection, CC BY-NC-ND 2.0, via Flickr (https://www.flickr.com/photos/10816734@N03/25644159775)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2026-09-27T04:25:09Z</dcterms:created>
  <dcterms:modified xsi:type="dcterms:W3CDTF">2026-09-27T04:25:09Z</dcterms:modified>
</cp:coreProperties>
</file>