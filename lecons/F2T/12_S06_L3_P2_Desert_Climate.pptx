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2): The Desert Regions: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diurnal temperature range, relative humidity, sandstorm, Harmattan, Sirocco, Khamsin. At the end, you should be able to do this: learners are able to protect themselves from extreme heat and dust, and to explain why desert nights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1): The Desert Regions: Location, Types and Characteristics. The question was: Think about the hottest days of March in Garoua. Are the nights also very hot, or cooler? Write two sentences about the difference between day and night.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March the days in Garoua are very hot, often above 40 °C. The nights are cooler, because the heat escapes at night when the sky is clear.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rainfall of hot deserts. Number 2: describe the temperatures of hot deserts and explain the large daily range. Number 3: describe the winds and humidity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They are caused by dry trade winds, cold ocean currents, distance from the sea and rain shadow. There are sandy (erg), stony (reg) and rocky (hamada)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a lorry driver from Garoua, crosses the Sahara. In the day, the metal of his lorry is too hot to touch, but at night he needs a blanket. Oumarou asks: "Why is the desert so hot by day and so cold at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the great difference between day and night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heat and sandstorms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of Aswan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 gets almost no rain: Aswan or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Aswan (about 2 mm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sudden flood in a dry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sudden flood show about desert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is rare and irregular, but can be very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day and night temperatures of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difference between day and night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42 − 26 = 16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desert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desert become cold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clouds, so the heat escapes.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Desert rainfall has the following characteristics. Copy the point on Very little rain on the left, then draw the diagram on the right: rainfall of Aswan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On this slide we have Irregular rain and Sudden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Desert temperatures have the following characteristics. Copy the point on Very hot days on the left, then draw the diagram on the right: temperatures of Aswan.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On this slide we have Cold nights and Large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Humidity. The air of the desert has the following characteristics. On this slide we have Dry air and Hot, dry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desert cold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are no clouds, so the heat escapes.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hot, dry wind from the Sahara.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(or the Sirocco).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250; number 2, range; number 3,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cactus, an acacia or a date palm near your home or in a picture. Write down one way in which it is adapted to lack of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3): The Desert Regions: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2): THE DESERT REGIONS: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diurnal temperature range, relative humidity, sandstorm, Harmattan, Sirocco, Khamsin.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climate of hot deserts, with the example of Aswan (Egypt).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1): The Desert Regions: Location, Types and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Think about the hottest days of March in Garoua. Are the nights also very hot, or cooler? Write two sentences about the difference between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days in Garoua are very hot, often above 40 °C. The nights are cooler, because the heat escapes at night when the sky is clear.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rainfall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temperatures of hot deserts and explain the large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winds and humidity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caused by dry trade winds, cold ocean currents, distance from the sea and rain shadow.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sandy (erg), stony (reg) and rocky (hamada)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 lorry driver from Garoua, crosses the Sahara. In the day, the metal of his lorry is too hot to touch, but at night he needs a blanket. Oumarou asks: "Why is the desert so hot by day and so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the great difference between day and night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heat and sandstorms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Aswan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gets almost no rain: Aswan or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Aswan (about 2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wadi_floo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sudden flood in a dry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sudden flood show about desert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rare and irregular, but can be very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Day and night temperatures of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day and night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42 − 26 = 16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night.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desert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desert become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difference between the day and the night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rainfall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little rain: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Less than 250 mm per year.</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Aswan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Irregular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rain for years.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Sudden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Rare storms cause floods in dry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temperatures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hot days: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Often more than 40 °C in summer.</a:t>
            </a:r>
            <a:endParaRPr lang="en-US" sz="3600" dirty="0"/>
          </a:p>
        </p:txBody>
      </p:sp>
      <p:pic>
        <p:nvPicPr>
          <p:cNvPr id="5" name="Image 0" descr="/home/claude/f4/img/v2/aswan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temperatures of Aswan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nights: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heat escapes because there are no clouds.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Large daily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Often 15 to 20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air of the desert has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Dry air: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humidity is very low.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dry winds: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such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Strong winds lift sand and dust.</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hot, dry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(or the Sirocco).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deserts get less than ______ mm of rain per year.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temperature is the daily temperature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strong wind full of sand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cactus, an acacia or a date palm near your home or in a picture. Write down one way in which it is adapted to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rainfall of hot deserts. Describe the temperatures of hot deserts and explain the large daily range. Describe the winds and humidity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Rainfall; Temperature; Winds and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cactus, an acacia or a date palm near your home or in a picture. Write down one way in which it is adapted to lack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Aswan data (approximate normals): July day 42 °C, night 26 °C; January day 23 °C, night 9 °C; rainfall about 1–2 mm per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sudden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clear night and a cloudy night.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dusty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Aswan climate normals: NOAA 1991–2020 (via Wikipedia, "Aswan").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“Flooding on the road to Delicate Arch Overlook” by ArchesNPS, Public domain 1.0, via Flickr (https://www.flickr.com/photos/72578886@N08/8083724580)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2026-09-28T21:14:25Z</dcterms:created>
  <dcterms:modified xsi:type="dcterms:W3CDTF">2026-09-28T21:14:25Z</dcterms:modified>
</cp:coreProperties>
</file>