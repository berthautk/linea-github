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Lst>
  <p:notesMasterIdLst>
    <p:notesMasterId r:id="rId5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notesMaster" Target="notesMasters/notesMaster1.xml"/><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3 (Part 2): The Desert Regions: Characteristics (Climate).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2 Technical. It belongs to Economic Geography — Natural Regions: 3. Desert Regions.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Man in His Environment, and the sub-topic is Natural Regions. The key notions we shall use today are: aridity, diurnal temperature range, relative humidity, sandstorm, Harmattan, Sirocco, Khamsin. At the end, you should be able to do this: learners are able to protect themselves from extreme heat and dust, and to explain why desert nights are cold.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3 (Part 1): The Desert Regions: Location, Types and Characteristics. The question was: Think about the hottest days of March in Garoua. Are the nights also very hot, or cooler? Write two sentences about the difference between day and night.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In March the days in Garoua are very hot, often above 40 °C. The nights are cooler, because the heat escapes at night when the sky is clear.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describe the rainfall of hot deserts. Number 2: describe the temperatures of hot deserts and explain the large daily range. Number 3: describe the winds and humidity of hot deserts.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Hot deserts lie between 15° and 30° north and south of the Equator. They are caused by dry trade winds, cold ocean currents, distance from the sea and rain shadow. There are sandy (erg), stony (reg) and rocky (hamada) deserts.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Oumarou, a lorry driver from Garoua, crosses the Sahara. In the day, the metal of his lorry is too hot to touch, but at night he needs a blanket. Oumarou asks: "Why is the desert so hot by day and so cold at night?"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Oumarou does not understand the great difference between day and night in the desert.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How is the day?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Very hot.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How is the night?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Cold.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protect yourself from heat and sandstorms in dry areas.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the climate of the desert.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rainfall of Aswan and Garoua.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Which town gets almost no rain: Aswan or Garoua?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Aswan (about 2 mm per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sudden flood in a dry valley.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does this sudden flood show about desert rain?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rain is rare and irregular, but can be very heavy.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day and night temperatures of Aswan.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What is the difference between day and night in July?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42 − 26 = 16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animation: animation: the desert at night.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does the desert become cold at night?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There are no clouds, so the heat escapes.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sandstorm.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What is this?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sandstorm.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Daily range of temperature.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Rainfall. Desert rainfall has the following characteristics. Copy the point on Very little rain on the left, then draw the diagram on the right: rainfall of Aswan and Garoua.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Rainfall. On this slide we have Irregular rain and Sudden storms.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Temperature. Desert temperatures have the following characteristics. Copy the point on Very hot days on the left, then draw the diagram on the right: temperatures of Aswan.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Temperature. On this slide we have Cold nights and Large daily range.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Winds and Humidity. The air of the desert has the following characteristics. On this slide we have Dry air and Hot, dry winds.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Sandstorms on the left, then draw the diagram on the right: a sandstorm.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Why is the desert cold at night?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there are no clouds, so the heat escapes.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Name one hot, dry wind from the Sahara.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Harmattan (or the Sirocco).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250; number 2, range; number 3, sandstorm.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Look at a cactus, an acacia or a date palm near your home or in a picture. Write down one way in which it is adapted to lack of water.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3 (Part 3): The Desert Regions: Characteristics (Soils and Vegetation).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2 TECHNICAL</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LESSON 3 (PART 2): THE DESERT REGIONS: CHARACTERISTICS (CLIMATE)</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gif"/><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jp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2 TECHNICAL</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3 (Part 2)</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Desert Regions: Characteristics (Climate)</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2 Technical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Economic Geography — Natural Regions: 3. Desert Regions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Man in His Environment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Natural Regions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3 (Part 2): The Desert Regions: Characteristics (Climate)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Aridity, diurnal temperature range, relative humidity, sandstorm, Harmattan, Sirocco, Khamsin.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Characteristics of the climate of hot deserts, with the example of Aswan (Egypt).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protect themselves from extreme heat and dust, and to explain why desert nights are cold.</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3 (Part 1): The Desert Regions: Location, Types and Characteristics):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Think about the hottest days of March in Garoua. Are the nights also very hot, or cooler? Write two sentences about the difference between day and night.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March the days in Garoua are very hot, often above 40 °C. The nights are cooler, because the heat escapes at night when the sky is clear.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rainfall of hot deserts.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temperatures of hot deserts and explain the large daily range.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winds and humidity of hot deserts.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Hot deserts lie between 15° and 30° north and south of the Equator.</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They are caused by dry trade winds, cold ocean currents, distance from the sea and rain shadow.</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There are sandy (erg), stony (reg) and rocky (hamada) deserts.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Oumarou, a lorry driver from Garoua, crosses the Sahara. In the day, the metal of his lorry is too hot to touch, but at night he needs a blanket. Oumarou asks: "Why is the desert so hot by day and so cold at night?"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Oumarou does not understand the great difference between day and night in the desert.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is the day?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Very hot.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is the night?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Protect yourself from heat and sandstorms in dry areas.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the climate of the desert.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RAINFALL</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rain_compare_big.png">    </p:cNvPr>
          <p:cNvPicPr>
            <a:picLocks noChangeAspect="1"/>
          </p:cNvPicPr>
          <p:nvPr/>
        </p:nvPicPr>
        <p:blipFill>
          <a:blip r:embed="rId1"/>
          <a:stretch>
            <a:fillRect/>
          </a:stretch>
        </p:blipFill>
        <p:spPr>
          <a:xfrm>
            <a:off x="1034813" y="1783080"/>
            <a:ext cx="10122069"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Rainfall of Aswan and Garoua.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RAINFALL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town gets almost no rain: Aswan or Garoua?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RAINFALL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Aswan (about 2 mm per year).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RAINFALL</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wadi_flood.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sudden flood in a dry valley.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RAINFALL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this sudden flood show about desert rain?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RAINFALL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rain is rare and irregular, but can be very heavy.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TEMPERATURE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aswan_temp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Day and night temperatures of Aswan.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TEMPERATURE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difference between day and night in July?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TEMPERATURE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42 − 26 = 16 °C.</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TEMPERATURE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desert_night.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the desert at night.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TEMPERATURE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the desert become cold at night?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TEMPERATURE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There are no clouds, so the heat escapes.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WINDS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sandstorm.jpg">    </p:cNvPr>
          <p:cNvPicPr>
            <a:picLocks noChangeAspect="1"/>
          </p:cNvPicPr>
          <p:nvPr/>
        </p:nvPicPr>
        <p:blipFill>
          <a:blip r:embed="rId1"/>
          <a:stretch>
            <a:fillRect/>
          </a:stretch>
        </p:blipFill>
        <p:spPr>
          <a:xfrm>
            <a:off x="1252761" y="1783080"/>
            <a:ext cx="9686172"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sandstorm.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WINDS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WINDS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sandstorm.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Man in His Environment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Natural Regions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 (Part 2): The Desert Regions: Characteristics (Climate)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Daily range of temperature: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It is the difference between the day and the night temperatures.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Rainfall</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Desert rainfall has the following characteristics:</a:t>
            </a:r>
            <a:endParaRPr lang="en-US" sz="3600" dirty="0"/>
          </a:p>
          <a:p>
            <a:pPr algn="l" marL="342900" indent="-342900">
              <a:spcAft>
                <a:spcPts val="800"/>
              </a:spcAft>
              <a:buSzPct val="100000"/>
              <a:buChar char="•"/>
            </a:pPr>
            <a:r>
              <a:rPr lang="en-US" sz="3600" b="1" dirty="0">
                <a:solidFill>
                  <a:srgbClr val="111111"/>
                </a:solidFill>
                <a:latin typeface="Times New Roman" pitchFamily="34" charset="0"/>
                <a:ea typeface="Times New Roman" pitchFamily="34" charset="-122"/>
                <a:cs typeface="Times New Roman" pitchFamily="34" charset="-120"/>
              </a:rPr>
              <a:t>Very little rain: </a:t>
            </a:r>
            <a:pPr algn="l" marL="342900" indent="-342900">
              <a:spcAft>
                <a:spcPts val="800"/>
              </a:spcAft>
              <a:buSzPct val="100000"/>
              <a:buChar char="•"/>
            </a:pPr>
            <a:r>
              <a:rPr lang="en-US" sz="3600" dirty="0">
                <a:solidFill>
                  <a:srgbClr val="111111"/>
                </a:solidFill>
                <a:latin typeface="Times New Roman" pitchFamily="34" charset="0"/>
                <a:ea typeface="Times New Roman" pitchFamily="34" charset="-122"/>
                <a:cs typeface="Times New Roman" pitchFamily="34" charset="-120"/>
              </a:rPr>
              <a:t>Less than 250 mm per year.</a:t>
            </a:r>
            <a:endParaRPr lang="en-US" sz="3600" dirty="0"/>
          </a:p>
        </p:txBody>
      </p:sp>
      <p:pic>
        <p:nvPicPr>
          <p:cNvPr id="5" name="Image 0" descr="/home/claude/f4/img/v2/rain_compare_big.png">    </p:cNvPr>
          <p:cNvPicPr>
            <a:picLocks noChangeAspect="1"/>
          </p:cNvPicPr>
          <p:nvPr/>
        </p:nvPicPr>
        <p:blipFill>
          <a:blip r:embed="rId1"/>
          <a:stretch>
            <a:fillRect/>
          </a:stretch>
        </p:blipFill>
        <p:spPr>
          <a:xfrm>
            <a:off x="5349240" y="2513450"/>
            <a:ext cx="6659575" cy="2809508"/>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rainfall of Aswan and Garoua</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Rainfall</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Irregular rain: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It may not rain for years.</a:t>
            </a:r>
            <a:endParaRPr lang="en-US" sz="4000" dirty="0"/>
          </a:p>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Sudden storms: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Rare storms cause floods in dry valleys.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Temperature</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Desert temperatures have the following characteristics:</a:t>
            </a:r>
            <a:endParaRPr lang="en-US" sz="3600" dirty="0"/>
          </a:p>
          <a:p>
            <a:pPr algn="l" marL="342900" indent="-342900">
              <a:spcAft>
                <a:spcPts val="800"/>
              </a:spcAft>
              <a:buSzPct val="100000"/>
              <a:buChar char="•"/>
            </a:pPr>
            <a:r>
              <a:rPr lang="en-US" sz="3600" b="1" dirty="0">
                <a:solidFill>
                  <a:srgbClr val="111111"/>
                </a:solidFill>
                <a:latin typeface="Times New Roman" pitchFamily="34" charset="0"/>
                <a:ea typeface="Times New Roman" pitchFamily="34" charset="-122"/>
                <a:cs typeface="Times New Roman" pitchFamily="34" charset="-120"/>
              </a:rPr>
              <a:t>Very hot days: </a:t>
            </a:r>
            <a:pPr algn="l" marL="342900" indent="-342900">
              <a:spcAft>
                <a:spcPts val="800"/>
              </a:spcAft>
              <a:buSzPct val="100000"/>
              <a:buChar char="•"/>
            </a:pPr>
            <a:r>
              <a:rPr lang="en-US" sz="3600" dirty="0">
                <a:solidFill>
                  <a:srgbClr val="111111"/>
                </a:solidFill>
                <a:latin typeface="Times New Roman" pitchFamily="34" charset="0"/>
                <a:ea typeface="Times New Roman" pitchFamily="34" charset="-122"/>
                <a:cs typeface="Times New Roman" pitchFamily="34" charset="-120"/>
              </a:rPr>
              <a:t>Often more than 40 °C in summer.</a:t>
            </a:r>
            <a:endParaRPr lang="en-US" sz="3600" dirty="0"/>
          </a:p>
        </p:txBody>
      </p:sp>
      <p:pic>
        <p:nvPicPr>
          <p:cNvPr id="5" name="Image 0" descr="/home/claude/f4/img/v2/aswan_temp_big.png">    </p:cNvPr>
          <p:cNvPicPr>
            <a:picLocks noChangeAspect="1"/>
          </p:cNvPicPr>
          <p:nvPr/>
        </p:nvPicPr>
        <p:blipFill>
          <a:blip r:embed="rId1"/>
          <a:stretch>
            <a:fillRect/>
          </a:stretch>
        </p:blipFill>
        <p:spPr>
          <a:xfrm>
            <a:off x="5349240" y="2461422"/>
            <a:ext cx="6659575" cy="2913564"/>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temperatures of Aswan</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Temperature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Cold nights: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heat escapes because there are no clouds.</a:t>
            </a:r>
            <a:endParaRPr lang="en-US" sz="4000" dirty="0"/>
          </a:p>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Large daily range: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Often 15 to 20 °C.</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Winds and Humidity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air of the desert has the following characteristics:</a:t>
            </a:r>
            <a:endParaRPr lang="en-US" sz="4000" dirty="0"/>
          </a:p>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Dry air: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humidity is very low.</a:t>
            </a:r>
            <a:endParaRPr lang="en-US" sz="4000" dirty="0"/>
          </a:p>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Hot, dry winds: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Winds such as the Harmattan.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Winds and Humidity</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marL="342900" indent="-342900">
              <a:spcAft>
                <a:spcPts val="800"/>
              </a:spcAft>
              <a:buSzPct val="100000"/>
              <a:buChar char="•"/>
            </a:pPr>
            <a:r>
              <a:rPr lang="en-US" sz="3600" b="1" dirty="0">
                <a:solidFill>
                  <a:srgbClr val="111111"/>
                </a:solidFill>
                <a:latin typeface="Times New Roman" pitchFamily="34" charset="0"/>
                <a:ea typeface="Times New Roman" pitchFamily="34" charset="-122"/>
                <a:cs typeface="Times New Roman" pitchFamily="34" charset="-120"/>
              </a:rPr>
              <a:t>Sandstorms: </a:t>
            </a:r>
            <a:pPr algn="l" marL="342900" indent="-342900">
              <a:spcAft>
                <a:spcPts val="800"/>
              </a:spcAft>
              <a:buSzPct val="100000"/>
              <a:buChar char="•"/>
            </a:pPr>
            <a:r>
              <a:rPr lang="en-US" sz="3600" dirty="0">
                <a:solidFill>
                  <a:srgbClr val="111111"/>
                </a:solidFill>
                <a:latin typeface="Times New Roman" pitchFamily="34" charset="0"/>
                <a:ea typeface="Times New Roman" pitchFamily="34" charset="-122"/>
                <a:cs typeface="Times New Roman" pitchFamily="34" charset="-120"/>
              </a:rPr>
              <a:t>Strong winds lift sand and dust.</a:t>
            </a:r>
            <a:endParaRPr lang="en-US" sz="3600" dirty="0"/>
          </a:p>
        </p:txBody>
      </p:sp>
      <p:pic>
        <p:nvPicPr>
          <p:cNvPr id="5" name="Image 0" descr="/home/claude/f4/img/v2/f2t_sandstorm.jpg">    </p:cNvPr>
          <p:cNvPicPr>
            <a:picLocks noChangeAspect="1"/>
          </p:cNvPicPr>
          <p:nvPr/>
        </p:nvPicPr>
        <p:blipFill>
          <a:blip r:embed="rId1"/>
          <a:stretch>
            <a:fillRect/>
          </a:stretch>
        </p:blipFill>
        <p:spPr>
          <a:xfrm>
            <a:off x="5349240" y="2450233"/>
            <a:ext cx="6659575" cy="2935942"/>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sandstorm</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desert cold at night?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There are no clouds, so the heat escapes.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one hot, dry wind from the Sahara.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Harmattan (or the Sirocco).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Hot deserts get less than ______ mm of rain per year.</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difference between day and night temperature is the daily temperature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strong wind full of sand is a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Look at a cactus, an acacia or a date palm near your home or in a picture. Write down one way in which it is adapted to lack of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 (Part 3): The Desert Regions: Characteristics (Soils and Vegetation)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Rainfall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précipitations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Humidity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L'humidité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Temperature range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L'amplitude thermique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Day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jour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Night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nuit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Sandstorm</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tempête de sable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Dry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Sec</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Heat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chaleur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Man in His Environment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3 (Part 2): The Desert Regions: Characteristics (Climate)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Describe the rainfall of hot deserts. Describe the temperatures of hot deserts and explain the large daily range. Describe the winds and humidity of hot deserts.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protect themselves from extreme heat and dust, and to explain why desert nights are cold.</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Rainfall; Temperature; Winds and Humidity.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Look at a cactus, an acacia or a date palm near your home or in a picture. Write down one way in which it is adapted to lack of water.</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Aswan data (approximate normals): July day 42 °C, night 26 °C; January day 23 °C, night 9 °C; rainfall about 1–2 mm per year.</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Activity 4 is an animation (GIF): it plays automatically in slide-show mode.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write the numbers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describe a sudden storm.</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write the temperatures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compare a clear night and a cloudy night.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describe a dusty day.</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Harmonised Progression Sheet, Economic Geography (5051), Form 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Class textbook: The major biomes of the world (hot deserts).</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Aswan climate normals: NOAA 1991–2020 (via Wikipedia, "Aswan").</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“Flooding on the road to Delicate Arch Overlook” by ArchesNPS, Public domain 1.0, via Flickr (https://www.flickr.com/photos/72578886@N08/8083724580)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“Sandstorm at Camp Bastion, Afghanistan” by Defence Images, CC BY-NC 2.0, via Flickr (https://www.flickr.com/photos/48399297@N04/10343833885)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54</Slides>
  <Notes>54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54</vt:i4>
      </vt:variant>
    </vt:vector>
  </HeadingPairs>
  <TitlesOfParts>
    <vt:vector size="5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2026-09-28T20:48:41Z</dcterms:created>
  <dcterms:modified xsi:type="dcterms:W3CDTF">2026-09-28T20:48:41Z</dcterms:modified>
</cp:coreProperties>
</file>