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2): The Desert Regions: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aridity, diurnal temperature range, relative humidity, sandstorm, Harmattan, Sirocco, Khamsin. At the end, you should be able to do this: learners are able to protect themselves from extreme heat and dust, and to explain why desert nights are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1): The Desert Regions: Location, Types and Characteristics. The question was: Explain why desert nights are cold.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There are no clouds, so the heat escapes.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rainfall of hot deserts. Number 2: describe the temperatures of hot deserts and explain the large daily range. Number 3: describe the winds and humidity of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lie between 15° and 30° north and south of the Equator. They are caused by dry trade winds, cold ocean currents, distance from the sea and rain shadow. There are sandy (erg), stony (reg) and rocky (hamada) deserts.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a lorry driver from Garoua, crosses the Sahara. In the day, the metal of his lorry is too hot to touch, but at night he needs a blanket. Oumarou asks: "Why is the desert so hot by day and so cold at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understand the great difference between day and night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heat and sandstorms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of Aswan and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town gets almost no rain: Aswan or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Aswan (about 2 mm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sudden flood in a dry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sudden flood show about desert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 is rare and irregular, but can be very heavy.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day and night temperatures of Aswan.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difference between day and night in July?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42 − 26 = 16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desert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desert become cold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no clouds, so the heat escapes.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sandstorm.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sandstorm.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Daily range of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Rainfall. Desert rainfall has the following characteristics. Copy the point on Very little rain on the left, then draw the diagram on the right: rainfall of Aswan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Rainfall. On this slide we have Irregular rain and Sudden 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Temperature. Desert temperatures have the following characteristics. Copy the point on Very hot days on the left, then draw the diagram on the right: temperatures of Aswan.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Temperature. On this slide we have Cold nights and Large daily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and Humidity. The air of the desert has the following characteristics. On this slide we have Dry air and Hot, dry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on the left, then draw the diagram on the right: a sandstorm.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desert cold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there are no clouds, so the heat escapes.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hot, dry wind from the Sahara.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(or the Sirocco).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250; number 2, range; number 3, sandstorm.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ways desert plants save water.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3): The Desert Regions: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2): THE DESERT REGIONS: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2): The Desert Regions: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diurnal temperature range, relative humidity, sandstorm, Harmattan, Sirocco, Khamsin.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climate of hot deserts, with the example of Aswan (Egypt).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extreme heat and dust, and to explain why desert nights are cold.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1): The Desert Regions: Location, Types and Characteristics):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desert nights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rainfall of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temperatures of hot deserts and explain the large daily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winds and humidity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lie between 15° and 30°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caused by dry trade winds, cold ocean currents, distance from the sea and rain shadow.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sandy (erg), stony (reg) and rocky (hamada)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a lorry driver from Garoua, crosses the Sahara. In the day, the metal of his lorry is too hot to touch, but at night he needs a blanket. Oumarou asks: "Why is the desert so hot by day and so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understand the great difference between day and night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heat and sandstorms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Aswan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gets almost no rain: Aswan or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Aswan (about 2 mm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wadi_floo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sudden flood in a dry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sudden flood show about desert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is rare and irregular, but can be very heavy.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swan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Day and night temperatures of Aswan.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day and night in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42 − 26 = 16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sert_night.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desert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desert become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sandstorm.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2): The Desert Regions: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Daily range of temperature: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difference between the day and the night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rainfall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Very little rain: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Less than 250 mm per year.</a:t>
            </a:r>
            <a:endParaRPr lang="en-US" sz="3600" dirty="0"/>
          </a:p>
        </p:txBody>
      </p:sp>
      <p:pic>
        <p:nvPicPr>
          <p:cNvPr id="5" name="Image 0" descr="/home/claude/f4/img/v2/rain_compare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of Aswan and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Rainfall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Irregular 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may not rain for years.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Sudden 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Rare storms cause floods in dry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temperatures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Very hot days: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Often more than 40 °C in summer.</a:t>
            </a:r>
            <a:endParaRPr lang="en-US" sz="3600" dirty="0"/>
          </a:p>
        </p:txBody>
      </p:sp>
      <p:pic>
        <p:nvPicPr>
          <p:cNvPr id="5" name="Image 0" descr="/home/claude/f4/img/v2/aswan_tem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temperatures of Aswan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nights: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heat escapes because there are no clouds.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Large daily range: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Often 15 to 20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Winds and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air of the desert has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Dry air: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humidity is very low.</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Hot, dry winds: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such as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Winds and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Sandstorms: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Strong winds lift sand and dust.</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desert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hot, dry wind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(or the Sirocco).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deserts get less than ______ mm of rain per year.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day and night temperature is the daily temperature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strong wind full of sand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3): The Desert Regions: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2): The Desert Regions: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rainfall of hot deserts. Describe the temperatures of hot deserts and explain the large daily range. Describe the winds and humidity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extreme heat and dust, and to explain why desert nights are cold.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Rainfall; Temperature; Winds and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ways desert plants save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Aswan data (approximate normals): July day 42 °C, night 26 °C; January day 23 °C, night 9 °C; rainfall about 1–2 mm per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sudden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temperatures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clear night and a cloudy night.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dusty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Aswan climate normals: NOAA 1991–2020 (via Wikipedia, "Aswan").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“Flooding on the road to Delicate Arch Overlook” by ArchesNPS, Public domain 1.0, via Flickr (https://www.flickr.com/photos/72578886@N08/8083724580)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2026-09-29T03:12:30Z</dcterms:created>
  <dcterms:modified xsi:type="dcterms:W3CDTF">2026-09-29T03:12:30Z</dcterms:modified>
</cp:coreProperties>
</file>