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3): The Desert Regions: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xerophyte, succulent, ephemeral plant, desert soil, salinity, humus. At the end, you should be able to do this: learners are able to explain how plants survive with very little water, and to choose plants that resist drought for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2): The Desert Regions: Characteristics (Climate). The question was: Look at a cactus, an acacia or a date palm near your home or in a picture. Write down one way in which it is adapted to lack of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cactus stores water in its thick stem; the acacia has small leaves and long roots; the date palm has deep roots that reach underground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hot deserts. Number 2: explain how desert plants are adapted to the lack of water. Number 3: describe the soils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receive less than 250 mm of rain per year. Days are very hot, nights are cold, and the air is very dry. Hot, dusty winds and sandstorms are common.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Fanta planted a mango tree and a small cactus in front of her house in Garoua. She forgot to water them for three months. In March, the mango tree was dead, but the cactus was still green. Fanta asks: "How can desert plants live with so little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Fanta does not know how desert plants survive without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plant died?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mango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plant survived?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cactus.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carefully to help plants grow in dry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desert plants live with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desert plants far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the thick stem help the cactus?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roots of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roots of desert plants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reach water deep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white salt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salty soil good for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fields along the Nile.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fields green here,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the Nile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Xerophyte.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Desert plants have the following characteristics. Copy the point on Few and scattered on the left, then draw the diagram on the right: desert plants.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cactus.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 roots on the left, then draw the diagram on the right: long roots.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Small leaves or spines and Short life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Desert soils have the following characteristics. On this slide we have Sandy or stony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Salty crusts on the left, then draw the diagram on the right: a salt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Fertile with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desert plants are adapted.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keep water in their stems; they have long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desert soils have little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there are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 number 2, stem; number 3, salty.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Imagine you must spend one week in the Sahara. Write down three problems you would face and one way to solve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4): The Desert Regions: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3): THE DESERT REGIONS: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Xerophyte, succulent, ephemeral plant, desert soil, salinity,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2): The Desert Regions: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cactus, an acacia or a date palm near your home or in a picture. Write down one way in which it is adapted to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cactus stores water in its thick stem; the acacia has small leaves and long roots; the date palm has deep roots that reach underground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desert plants are adapted to the lack of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receive less than 250 mm of rain per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Days are very hot, nights are cold, and the air is very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dusty winds and sandstorms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planted a mango tree and a small cactus in front of her house in Garoua. She forgot to water them for three months. In March, the mango tree was dead, but the cactus was still green. Fanta asks: "How can desert plants live with so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does not know how desert plants survive without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mango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survived?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carefully to help plants grow in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desert plants live with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 plants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stem help 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sert_roo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roots of 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roots of desert plants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reach water deep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White salt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salty soil good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_field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Fields along the Nile.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fields green here,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the Nile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Xerophyte: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plant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plants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Few and scattered: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Plants grow far apart.</a:t>
            </a:r>
            <a:endParaRPr lang="en-US" sz="3600" dirty="0"/>
          </a:p>
        </p:txBody>
      </p:sp>
      <p:pic>
        <p:nvPicPr>
          <p:cNvPr id="5" name="Image 0" descr="/home/claude/f4/img/v2/f2t_desert_plan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desert plants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Cacti store water in thick stems.</a:t>
            </a:r>
            <a:endParaRPr lang="en-US" sz="3600" dirty="0"/>
          </a:p>
        </p:txBody>
      </p:sp>
      <p:pic>
        <p:nvPicPr>
          <p:cNvPr id="5" name="Image 0" descr="/home/claude/f4/img/v2/f2t_cact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cactus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Long roots: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Roots go deep to find water.</a:t>
            </a:r>
            <a:endParaRPr lang="en-US" sz="3600" dirty="0"/>
          </a:p>
        </p:txBody>
      </p:sp>
      <p:pic>
        <p:nvPicPr>
          <p:cNvPr id="5" name="Image 0" descr="/home/claude/f4/img/v2/desert_roo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 roots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leaves or spines: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life cycle: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plants grow and flower quickly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Sandy or stony: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soils are made of sand, gravel and rock.</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few plants to rot.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Salty crusts: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sun dries the soil and leaves salt.</a:t>
            </a:r>
            <a:endParaRPr lang="en-US" sz="3600" dirty="0"/>
          </a:p>
        </p:txBody>
      </p:sp>
      <p:pic>
        <p:nvPicPr>
          <p:cNvPr id="5" name="Image 0" descr="/home/claude/f4/img/v2/f2t_salt_c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salt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Fertile with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Irrigated soils can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are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in their stems; they have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soils have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are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plant that lives with little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cactus keeps water in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 soils are often ______ because the sun leaves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you must spend one week in the Sahara. Write down three problems you would face and one way to solve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Thorn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Salty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salé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palm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palmier dattier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hot deserts. Explain how desert plants are adapted to the lack of water. Describe the soils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Imagine you must spend one week in the Sahara. Write down three problems you would face and one way to solve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plants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cactus.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taste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“View from the train - Arriving to Luxor from Aswan by train” by Jorge Lascar, CC BY 2.0, via Flickr (https://www.flickr.com/photos/8721758@N06/14075081580)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2026-09-28T21:14:25Z</dcterms:created>
  <dcterms:modified xsi:type="dcterms:W3CDTF">2026-09-28T21:14:25Z</dcterms:modified>
</cp:coreProperties>
</file>