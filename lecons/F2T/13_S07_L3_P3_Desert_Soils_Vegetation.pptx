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3): The Desert Regions: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xerophyte, succulent, ephemeral plant, desert soil, salinity, humus. At the end, you should be able to do this: learners are able to explain how plants survive with very little water, and to choose plants that resist drought for their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2): The Desert Regions: Characteristics (Climate). The question was: Look at a cactus, an acacia or a date palm near your home or in a picture. Write down one way in which it is adapted to lack of water.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cactus stores water in its thick stem; the acacia has small leaves and long roots; the date palm has deep roots that reach underground water.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hot deserts. Number 2: explain how desert plants are adapted to the lack of water. Number 3: describe the soils of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receive less than 250 mm of rain per year. Days are very hot, nights are cold, and the air is very dry. Hot, dusty winds and sandstorms are common.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Fanta planted a mango tree and a small cactus in front of her house in Garoua. She forgot to water them for three months. In March, the mango tree was dead, but the cactus was still green. Fanta asks: "How can desert plants live with so little water?"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Fanta does not know how desert plants survive without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plant died?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mango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plant survived?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cactus.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water carefully to help plants grow in dry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desert plants live with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desert plants.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desert plants far apart?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very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cactus.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the thick stem help the cactus?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stores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roots of desert plants.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roots of desert plants so 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reach water deep underground.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white salt on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salty soil good for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fields along the Nile.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 fields green here,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from the Nile makes the soil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Xerophyte.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Desert plants have the following characteristics. Copy the point on Few and scattered on the left, then draw the diagram on the right: desert plants.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Water storage on the left, then draw the diagram on the right: a cactus.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Long roots on the left, then draw the diagram on the right: long roots.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Small leaves or spines and Short life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Desert soils have the following characteristics. On this slide we have Sandy or stony and Little humus.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Salty crusts on the left, then draw the diagram on the right: a salt crust.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Fertile with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ways desert plants are adapted.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keep water in their stems; they have long roots.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desert soils have little humus?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there are few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xerophyte; number 2, stem; number 3, salty.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Imagine you must spend one week in the Sahara. Write down three problems you would face and one way to solve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4): The Desert Regions: Problems Faced and Adaptations.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3): THE DESERT REGIONS: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3): The Desert Regions: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Xerophyte, succulent, ephemeral plant, desert soil, salinity, humus.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hot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plants survive with very little water, and to choose plants that resist drought for their homes.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2): The Desert Regions: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cactus, an acacia or a date palm near your home or in a picture. Write down one way in which it is adapted to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cactus stores water in its thick stem; the acacia has small leaves and long roots; the date palm has deep roots that reach underground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desert plants are adapted to the lack of water.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soils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receive less than 250 mm of rain per year.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Days are very hot, nights are cold, and the air is very dry.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dusty winds and sandstorms are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Fanta planted a mango tree and a small cactus in front of her house in Garoua. She forgot to water them for three months. In March, the mango tree was dead, but the cactus was still green. Fanta asks: "How can desert plants live with so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Fanta does not know how desert plants survive without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plant 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mango tree.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plant survived?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cactus.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water carefully to help plants grow in dry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desert plants live with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esert_plan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Desert plants.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desert plants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very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ctu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cactus.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thick stem help the cactus?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stores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sert_roo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roots of desert plants.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roots of desert plants so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reach water deep underground.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lt_c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White salt on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salty soil good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nile_field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Fields along the Nile.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fields green here,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from the Nile makes the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 (Part 3): The Desert Regions: Characteristics (Soils and Vegetation)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Xerophyte: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plant adapted to very dry conditions.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Desert plants have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Few and scattered: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Plants grow far apart.</a:t>
            </a:r>
            <a:endParaRPr lang="en-US" sz="3600" dirty="0"/>
          </a:p>
        </p:txBody>
      </p:sp>
      <p:pic>
        <p:nvPicPr>
          <p:cNvPr id="5" name="Image 0" descr="/home/claude/f4/img/v2/f2t_desert_plant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desert plants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Water storage: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Cacti store water in thick stems.</a:t>
            </a:r>
            <a:endParaRPr lang="en-US" sz="3600" dirty="0"/>
          </a:p>
        </p:txBody>
      </p:sp>
      <p:pic>
        <p:nvPicPr>
          <p:cNvPr id="5" name="Image 0" descr="/home/claude/f4/img/v2/f2t_cactu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cactus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Long roots: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Roots go deep to find water.</a:t>
            </a:r>
            <a:endParaRPr lang="en-US" sz="3600" dirty="0"/>
          </a:p>
        </p:txBody>
      </p:sp>
      <p:pic>
        <p:nvPicPr>
          <p:cNvPr id="5" name="Image 0" descr="/home/claude/f4/img/v2/desert_root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long roots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Small leaves or spines: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lose little water.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Short life cycle: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plants grow and flower quickly after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 soils have the following characteristics: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Sandy or stony: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soils are made of sand, gravel and rock.</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Little humus: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few plants to rot.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Salty crusts: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The sun dries the soil and leaves salt.</a:t>
            </a:r>
            <a:endParaRPr lang="en-US" sz="3600" dirty="0"/>
          </a:p>
        </p:txBody>
      </p:sp>
      <p:pic>
        <p:nvPicPr>
          <p:cNvPr id="5" name="Image 0" descr="/home/claude/f4/img/v2/f2t_salt_cru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salt crust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Fertile with water: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Irrigated soils can be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desert plants are adapted.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water in their stems; they have long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desert soils have little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there are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plant that lives with little water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cactus keeps water in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Desert soils are often ______ because the sun leaves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you must spend one week in the Sahara. Write down three problems you would face and one way to solve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4): The Desert Regions: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cactus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Thorn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feuille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Salty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salé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 palm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palmier dattier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3): The Desert Regions: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hot deserts. Explain how desert plants are adapted to the lack of water. Describe the soils of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plants survive with very little water, and to choose plants that resist drought for their homes.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Imagine you must spend one week in the Sahara. Write down three problems you would face and one way to solve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plants in the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cactus.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long roots.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taste salty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the Nile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“Saguaro and teddy bear cholla with mountains in background” by Martin LaBar, CC BY-NC 2.0, via Flickr (https://www.flickr.com/photos/32454422@N00/443523984)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“Crested Saguaro” by CEBImagery.com, CC BY-NC 2.0, via Flickr (https://www.flickr.com/photos/53098051@N02/5626437842)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“Salt” by Phillie Casablanca, CC BY 2.0, via Flickr (https://www.flickr.com/photos/19451080@N00/2052715618)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“View from the train - Arriving to Luxor from Aswan by train” by Jorge Lascar, CC BY 2.0, via Flickr (https://www.flickr.com/photos/8721758@N06/14075081580)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2026-09-28T20:48:41Z</dcterms:created>
  <dcterms:modified xsi:type="dcterms:W3CDTF">2026-09-28T20:48:41Z</dcterms:modified>
</cp:coreProperties>
</file>