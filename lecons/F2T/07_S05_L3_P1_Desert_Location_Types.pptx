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1): The Desert Regions: Location, Types and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desert, hot desert, cold desert, erg, reg, hamada, trade winds, cold ocean current, rain shadow. At the end, you should be able to do this: learners are able to find the deserts of the world on a map and explain why the Sahara, north of Cameroon, is so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 (Part 5): The Tropical Grassland Region: Problems Faced and Attempted Solutions. The question was: On a map of Africa in your atlas, find the Sahara Desert. Write the names of three countries that it covers.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Sahara covers countries such as Algeria, Libya, Egypt, Niger, Mali and Chad.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desert. Number 2: locate the main deserts of the world. Number 3: distinguish between hot and cold deserts, and between sandy, stony and rocky deserts. Number 4: explain the causes of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Tropical Grassland lies between 5° and 15° north and south of the Equator. Its drier part, the Sahel, is threatened by desertification. North of the Sahel lies the largest hot desert in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Garoua, Salma watches a film about the Sahara. She is surprised: the desert is not only sand. There are also plains of stones and bare rocky mountains.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Salma thought that the desert was only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she see in the film?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 plains of stones and rocky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she learn more about deserts?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her atlas, her textbook and in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locate the deserts of the world on a map and explain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deserts are and why they are dry.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sand dunes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This region gets less than 250 mm of rain per year.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main hot deserts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Near which lines are most hot deserts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the Tropic of Cancer and the Tropic of Capricorn.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desert covered with small stones.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this desert made of sand? What is it made of?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It is made of stones: it is a stony desert (reg).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desert of bare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This desert is made of bare rock. What do we call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rocky desert (hamada).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wind comes from the land, not from the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this wind bring no rain?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comes from the land, so it is dry. There are no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 desert is defined as follows. On this slide we have Desert.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Hot deserts are found near the tropics on the following continents. On this slide we have Africa and Asia.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America and Australia.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hot deserts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Deserts. Deserts are classified in the following ways. On this slide we have By temperature and Erg.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Deserts. On this slide we have Reg and Hamada.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Deserts. Deserts are dry for the following reasons. On this slide we have Dry winds and Cold ocean currents.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Deserts. On this slide we have Distance from the sea and Mountains.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region with less than 250 mm of rain per year and very few plants.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types of desert surface.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sandy (erg), stony (reg) and rocky (hamada).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erg; number 2, reg; number 3, Sahara.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Think about the hottest days of March in Garoua. Are the nights also very hot, or cooler? Write two sentences about the difference between day and night.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2): The Desert Regions: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1): THE DESERT REGIONS: LOCATION, TYPES AND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Location, Types and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Desert, hot desert, cold desert, erg, reg, hamada, trade winds, cold ocean current, rain shadow.</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deserts; general characteristics and causes of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 (Part 5): The Tropical Grassland Region: Problems Faced and Attempted Solutions):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the Sahara Desert. Write the names of three countries that it covers.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covers countries such as Algeria, Libya, Egypt, Niger, Mali and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desert.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main deserts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hot and cold deserts, and between sandy, stony and rocky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of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Tropical Grassland lies between 5° and 15°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drier part, the Sahel, is threatened by desertification.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North of the Sahel lies the largest hot desert in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Garoua, Salma watches a film about the Sahara. She is surprised: the desert is not only sand. There are also plains of stones and bare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Salma thought that the desert was only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she see in the film?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plains of stones and rocky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she learn more about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her atlas, her textbook and in this lesson.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Locate the deserts of the world on a map and explain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deserts are and why they are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er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dunes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region gets less than 250 mm of rain per year.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which lines are most hot deserts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the Tropic of Cancer and the Tropic of Capricorn.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e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covered with small stones.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desert made of sand? What is it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made of stones: it is a stony desert (reg).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ocky_desert.jpg">    </p:cNvPr>
          <p:cNvPicPr>
            <a:picLocks noChangeAspect="1"/>
          </p:cNvPicPr>
          <p:nvPr/>
        </p:nvPicPr>
        <p:blipFill>
          <a:blip r:embed="rId1"/>
          <a:stretch>
            <a:fillRect/>
          </a:stretch>
        </p:blipFill>
        <p:spPr>
          <a:xfrm>
            <a:off x="2293470" y="1783080"/>
            <a:ext cx="760475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desert of bare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desert is made of bare rock. What do we call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rocky desert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ade_wind_dry.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wind comes from the land, not from the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this wind bring no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CAUSES OF DESERTS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land, so it is dry. There are no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1): The Desert Regions: Location, Types and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Meaning</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desert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Hot deserts are found near the tropics on the following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Sahara, the Kalahari and the Namib are in Africa.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Arabian Desert and the Thar Desert are in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Location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America and Australia: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Atacama, the Mojave and the Great Australian Desert are found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Location</a:t>
            </a:r>
            <a:endParaRPr lang="en-US" sz="3600" dirty="0"/>
          </a:p>
        </p:txBody>
      </p:sp>
      <p:pic>
        <p:nvPicPr>
          <p:cNvPr id="4" name="Image 0" descr="/home/claude/f4/img/v2/deserts_world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hot deserts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classified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hot deserts like the Sahara and cold deserts like the Gobi.</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Erg: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sandy desert with dunes.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stony desert covered with pebbles.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Hamada: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rocky desert of bare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Deserts are dry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trade winds blow from the land and carry little moisture.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ocean currents: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Cold currents cool the air and stop rain clouds from forming, as in the Namib.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Causes of Deserts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Distance from the sea: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winds from the sea do not reach the centre of large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stop the wet winds and leave a dry rain shadow behind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region with less than 250 mm of rain per year and very few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desert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(erg), stony (reg) and rocky (hamada).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sandy desert is called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stony desert is called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hot desert in the world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Hot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chaud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Cold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désert froid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Erg (sandy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L'erg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Reg (stony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Rocky desert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hamada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 current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courant marin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1): The Desert Regions: Location, Types and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desert. Locate the main deserts of the world. Distinguish between hot and cold deserts, and between sandy, stony and rocky deserts. Explain the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find the deserts of the world on a map and explain why the Sahara, north of Cameroon, is so dry.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Location; Types of Deserts; Causes of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Think about the hottest days of March in Garoua. Are the nights also very hot, or cooler? Write two sentences about the difference between day and night.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Sahara from films or pictures.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Equator and the two tropics on the board and place the Sahara.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handful of sand and a handful of gravel.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rocky hills of the Sahara (Hoggar, Tibesti).</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remind learners that the Harmattan is dry because it comes from the Sahara.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“Desert trekking in Merzouga” by Antonio Cinotti , CC BY-NC-ND 2.0, via Flickr (https://www.flickr.com/photos/46378751@N02/15331399979)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“Libya 88” by motohakone, CC BY-NC-SA 2.0, via Flickr (https://www.flickr.com/photos/134157242@N08/42853720391)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“FR 525 on way to Loy Canyon - Sedona” by Al_HikesAZ, CC BY-NC 2.0, via Flickr (https://www.flickr.com/photos/7202153@N03/7200183096)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