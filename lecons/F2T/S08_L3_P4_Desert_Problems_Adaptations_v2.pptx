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Desert Regions, part 4: Problems Faced and Adaptations.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problems of a week in the Sahara.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how far their family goes to get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road covered with sand after a sandstorm.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where they have seen camels (Far North).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the clothes worn in Garoua in the dry season.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explain that sea water is boiled or filtered to remove the salt.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nomad 2. camel 3. desalination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3 (PART 4)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Desert Regions: Problems Faced and Adaptations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Natural Regions: 3. Desert Regions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Regions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The Desert Regions — Part 4: Problems Faced and Adaptations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Aridity, nomadism, adaptation, foggara, desalination, camel.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Problems faced by people in hot deserts and their adaptations.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save water and protect themselves from heat and dust, as desert people do.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problems faced by people living in hot deserts.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traditional adaptations of desert people.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modern adaptations used in deserts.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Desert vegetation is scarce: cacti, thorny bushes and date palms in oases.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store water, reduce water loss and have long roots.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Desert soils are sandy or stony, salty and poor in humus.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Tuareg family lives in the Sahara, in Niger. Their well is dry, and there is no grass for their camels and goats. The father must decide what to do.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family has no water and no grass for the animals.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can the father do?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 can move with his animals to another well.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animal can help them to travel?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camel.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problems of desert people and how they live.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desert_we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take water from a well in the desert.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biggest problem in the desert?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lack of water.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moving_s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 moved by the wind.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wind moves this sand. What can it cover?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Roads, wells and fields.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came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camel caravan in the Sahara.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camel called the "ship of the desert"?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can walk for days without water and carry heavy loads on sand.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tuare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Tuareg man with a long turban.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desert people wear long, loose clothes and a turban?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protect the body from the sun and the sand.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desalin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factory that makes fresh water from sea water.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Rich desert countries have little fresh water. How do they get drinking water?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remove the salt from sea water.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Desert Regions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Man in His Environment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Natural Regions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3: The Desert Regions — Part 4: Problems Faced and Adaptations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Nomad: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person who moves from place to place with animals.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Desalination: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removal of salt from sea water.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Problems Faced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problems are: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Lack of water: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Wells dry up.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Heat and cold: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 days and cold nights.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Sandstorms: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hurt the eyes and cover roads.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Poor soils: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Farming is difficult.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Adaptations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adapt in these ways: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Nomadism: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Tuareg move with their animals.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The camel: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travels for days without water.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Clothes and houses: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 clothes and thick mud walls.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Water supply: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Wells and desalination.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problems of desert people.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Lack of water and sandstorms.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camel useful in the desert?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walks for days without water and carries heavy loads.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person who moves with his animals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"ship of the desert"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Removing salt from sea water is called ______.</a:t>
            </a:r>
            <a:endParaRPr lang="en-US"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in your textbook or atlas the name of one oasis in the Sahara, and write the name of the country where it is found.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Part 5: Human Activities (Farming around Oases).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puits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dromadaire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nomade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L'adaptation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turban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Desalination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dessalement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Heatstroke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coup de chaleur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The Desert Regions — Part 4: Problems Faced and Adaptations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the problems faced by people living in hot deserts. Describe the traditional adaptations of desert people. Describe the modern adaptations used in deserts.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save water and protect themselves from heat and dust, as desert people do.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Nomad, Desalination; II. Problems Faced: Lack of water, Heat and cold, Sandstorms, Poor soils; III. Adaptations: Nomadism, The camel, Clothes and houses, Water supply.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in your textbook or atlas the name of one oasis in the Sahara, and write the name of the country where it is found.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textbook: The major biomes of the world (hot deserts).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“Well in the desert” by Focx Photography, CC BY-SA 2.0, via Flickr (https://www.flickr.com/photos/30780900@N02/4117141154)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“Mesquite Flat Dunes at Sunrise, Death Valley National Park, California” by Raj Hanchanahal Photography, CC BY-NC-ND 2.0, via Flickr (https://www.flickr.com/photos/32684709@N03/3873091107)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“Merzouga desert, Morocco” by Mycroyance, CC BY-ND 2.0, via Flickr (https://www.flickr.com/photos/91155980@N07/13157027505)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“my neighbor” by Emilia Tjernström [Arriving at the horizon], CC BY-NC-SA 2.0, via Flickr (https://www.flickr.com/photos/60614633@N00/502315074)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“Desalinization plant at Guantanamo Bay, Cuba” by U.S. Navy Seabee Museum, CC BY 2.0, via Flickr (https://www.flickr.com/photos/60248384@N05/6847412393)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2026-09-27T04:25:11Z</dcterms:created>
  <dcterms:modified xsi:type="dcterms:W3CDTF">2026-09-27T04:25:11Z</dcterms:modified>
</cp:coreProperties>
</file>