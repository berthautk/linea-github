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finish Lesson 1 on the Equatorial Region with its problems and the solutions people have 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recall the resources and human activities studied in week 5. Check the homework on problems caused by forestry, farming and hunting.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to describe the roads of their village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show a real mosquito net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where the wood of their school desks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pour water on bare soil and on soil with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if they have ever planted a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deforestation 2. malaria 3. reforestation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gif"/><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1 (WEEK 7)</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Equatorial Region: Problems Faced, Problems Caused and Attempted Solutions</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Natural Regions: 1. Equatorial Regions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Natural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1: The Equatorial Region — Problems Faced, Problems Caused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Deforestation, soil erosion, loss of biodiversity, conservation, reforestation.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Problems faced by man, problems caused by man and attempted solutions in the Equatorial region (progression sheet, week 7).</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Identify the problems that the Equatorial environment creates for people.</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Identify the problems that human activities cause to the Equatorial environment.</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solutions that have been attempted to solve these problems.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Equatorial region is hot and wet all year, with a thick evergreen forest and poor ferrallitic soils.</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Its resources are timber, water, minerals, wildlife and farmland.</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People exploit them through lumbering, plantation farming, hunting and mining.</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visits his uncle in a village of the East Region. A logging company has cut many trees near the village. After a heavy rain, muddy water runs into the village stream. Now the water is dirty and there are fewer fish.</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village stream is muddy and has fewer fish.</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mud go into the stream?</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were cut, so the rain washed the bare soil into the stream.</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village do?</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plant trees and keep the trees along the stream.</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forest region and how to solve them.</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muddy_road.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road after heavy rain in Cameroon.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road. What problem does heavy rain cause for transport?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becomes muddy. Cars and people move with difficulty.</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2t_mosquito_net.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bed with a mosquito net.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sleep under a net like this? Which disease does it prevent?</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PROBLEMS FACED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 stops mosquitoes. It prevents malaria.</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2t_logging_truck.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lorry carries big logs in the East Region of Cameroon.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logs come from? What happens to the forest?</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come from the forest. The trees are cut: this is deforestation.</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erosion_rain.gif">    </p:cNvPr>
          <p:cNvPicPr>
            <a:picLocks noChangeAspect="1"/>
          </p:cNvPicPr>
          <p:nvPr/>
        </p:nvPicPr>
        <p:blipFill>
          <a:blip r:embed="rId1"/>
          <a:stretch>
            <a:fillRect/>
          </a:stretch>
        </p:blipFill>
        <p:spPr>
          <a:xfrm>
            <a:off x="300838" y="1691640"/>
            <a:ext cx="11587277"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Animation: rain on bare soil (left) and on soil covered with plants (right).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side does the rain wash the soil away? Why?</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PROBLEMS CAUSED BY MAN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because the soil is bare. The plants protect the soil on the right.</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ATTEMPTED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tree_planting.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girl holds a young tree to plant it.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ATTEMPTED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she going to do? How does it help the forest?</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ATTEMPTED SOLUTIONS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will plant the young tree. New trees bring the forest back.</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Equatorial Region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The Equatorial Region — Problems Faced, Problems Caused and Attempted Solutions</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cutting down of forests.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Soil erosion: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away of soil by rain or wind.</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Reforestation: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planting of new trees.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Conservation: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protection of nature for the future.</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Problems Faced by Man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main problems 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Transport: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Heavy rain makes the roads muddy.</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Diseases: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Mosquitoes carry malaria.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The thick forest: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hard to clear for farms and roads.</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Problems Faced by Man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Poor soils: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Rain washes the plant food out of the soil.</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Problems Caused by Man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main problems 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Deforestation: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People cut too many trees.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Soil erosion: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Rain washes away the bare soil.</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Loss of animals: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Gorillas and elephants become rare.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Water pollution: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Mining makes the rivers dirty.</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Attempted Solutions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main solutions are:</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Reforestation: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People plant new trees.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Protected areas: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Parks like the Dja protect plants and animals.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Selective logging: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Companies cut only some big trees.</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IV. Attempted Solutions (2/2)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Health care: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government gives mosquito nets.</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faced by man in the forest region.</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Muddy roads and diseases like malaria.</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deforestation.</a:t>
            </a:r>
            <a:endParaRPr lang="en-US" sz="4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Planting new trees and creating protected areas.</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cutting down of forests is called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Mosquitoes carry a disease called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planting of new trees is called ______.</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2: The Tropical Grassland Region (location and climate).</a:t>
            </a:r>
            <a:endParaRPr lang="en-US" sz="4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Deforestation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déforestation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Soil erosion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L'érosion des sols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Biodiversity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biodiversité</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Poaching</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braconnage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Reforestation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reboisement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Protected area</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L'aire protégée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Conservation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conservation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Mosquito net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moustiquaire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Man in His Environment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1: The Equatorial Region — Problems Faced, Problems Caused and Attempted Solutions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Identify the problems that the Equatorial environment creates for people. Identify the problems that human activities cause to the Equatorial environment. Describe the solutions that have been attempted to solve these problems.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recognise the damage caused by cutting down trees around them and take simple actions to protect trees, soils and rivers.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Deforestation, Soil erosion, Reforestation, Conservation; II. Problems Faced by Man: Transport, Diseases, The thick forest, Poor soils; III. Problems Caused by Man: Deforestation, Soil erosion, Loss of animals, Water pollution; IV. Attempted Solutions: Reforestation, Protected areas, Selective logging, Health care.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Observe the vegetation around your home in Garoua. Are there tall trees growing close together, or grasses with scattered trees? Write two sentences to describe it.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Dja Faunal Reserve: UNESCO World Heritage site since 1987. Forestry Law No. 94/01 of 20 January 1994 obliges logging companies to follow a management plan.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Lesson 1 document: The Equatorial Region (teacher's file).</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UNESCO: Dja Faunal Reserve (1987); Cameroon Forestry Law No. 94/01 of 20 January 1994.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“Cameroon - UN Women's Gender Road Project” by UN Women Gallery, CC BY-NC-ND 2.0, via Flickr (https://www.flickr.com/photos/51431730@N04/40672356003)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“On Vacation in Africa” by orkomedix, CC BY-NC-SA 2.0, via Flickr (https://www.flickr.com/photos/30717090@N06/6741038415)</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“Logging truck, Cameroon” by World Resources, CC BY-NC-SA 2.0, via Flickr (https://www.flickr.com/photos/26107309@N05/4764354366)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2026-09-26T10:44:15Z</dcterms:created>
  <dcterms:modified xsi:type="dcterms:W3CDTF">2026-09-26T10:44:15Z</dcterms:modified>
</cp:coreProperties>
</file>