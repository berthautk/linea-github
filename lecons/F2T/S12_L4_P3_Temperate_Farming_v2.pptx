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Temperate Region, part 3: Human Activities (Farming).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food products imported from temperate countries.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if their family grows crops and keeps animals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tin of powdered milk.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a farmer who harvests sorghum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ranches of the Adamawa plateau.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oranges in the market come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dairy 2. ranch 3. machine (combine harvester)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4 (PART 3)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Temperate Region: Human Activities (Farming)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4. The Temperate 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3: Human Activities (Farming)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farming, dairy farming, extensive grain farming, ranching, Mediterranean farming, mechanisation.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 in the temperate region.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where the imported flour, milk and meat sold in Garoua come from, and how they are produced.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types of farming in the temperate region.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 of countries for each type of farming.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temperate farming is very productive.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temperate region has deciduous forests, coniferous forests, Mediterranean vegetation and grasslands.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brown forest soils and chernozems are very fertile.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shop in Garoua, Blaise sees wheat flour from France, milk powder from the Netherlands and olive oil from Spain. He wonders how these countries produce so much food.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Blaise does not know how these countries produce so much food.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products and their countries.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Flour (France), milk (Netherlands), olive oil (Spain).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helps these farmers to produce a lot?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Machines, good seeds and fertilisers.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farmers work in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mixed_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Cows on a farm with fields.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farmer grows crops and rears animals on the same farm. What is this type of farming?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Mixed farming.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dai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Cows on a farm in the Netherlands.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cows are reared for milk, butter and cheese. What is this type of farming?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Dairy farming.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comb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big machine harvests wheat.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can one farmer in Canada grow so much wheat?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 uses big machines on a huge farm.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ran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 with his sheep.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Australia, sheep are reared on huge farms. What are these farms called?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Ranches.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viney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218" y="1691640"/>
            <a:ext cx="955651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Picking grapes in France.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crops of Mediterranean farming.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Grapes and olives (also oranges and wheat).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Temperate Region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4: The Temperate Region — Part 3: Human Activities (Farming)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Mixed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growing crops and rearing animals on the same farm.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Dairy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rearing cows for milk.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Ranch: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very large farm for animals.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Farming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Mixed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England and France.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Dairy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Netherlands and Denmark.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Grain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Wheat on the Prairies of Canada.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Ranching: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Argentina and Australia.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Mediterranean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Olives, grapes and oranges.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Characteristics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Machines: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 workers produce a lot.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Science: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 seeds and fertilisers.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Trade: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products are sold.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mixed farming?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Growing crops and rearing animals on the same farm.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temperate farmers produce a lot?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use machines, good seeds and fertilisers.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Rearing cows for milk is ______ farming.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very large farm for animals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Wheat is harvested by a big ______.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an adult who has lived or travelled in Europe what difficulties people face in winter. Write down two of them.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4: Problems Faced and Adaptations in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farming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polyculture-élevage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 farming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L'élevage laitier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blé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ranch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tracteur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coopérative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Fertiliser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L'engrais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raisin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3: Human Activities (Farming)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main types of farming in the temperate region. Give examples of countries for each type of farming. Explain why temperate farming is very productive.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where the imported flour, milk and meat sold in Garoua come from, and how they are produced.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Mixed farming, Dairy farming, Ranch; II. Types of Farming: Mixed farming, Dairy farming, Grain farming, Ranching, Mediterranean farming; III. Characteristics: Machines, Science, Trade.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an adult who has lived or travelled in Europe what difficulties people face in winter. Write down two of them.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(temperate regions).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“Timid” by tricky (rick harrison), CC BY-NC-SA 2.0, via Flickr (https://www.flickr.com/photos/81851211@N00/205287304)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“Koe 9354” by ednl, CC BY 2.0, via Flickr (https://www.flickr.com/photos/31392863@N04/5640329871)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“John Deere Combine” by SnoShuu, CC BY-NC-ND 2.0, via Flickr (https://www.flickr.com/photos/85888233@N00/2776467094)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“The Flock” by seefit, CC BY 2.0, via Flickr (https://www.flickr.com/photos/76574551@N00/20928299362)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“Stefano Lubiana Wines Tasmania harvest panorama” by stefano lubiana wines, CC BY 2.0, via Flickr (https://www.flickr.com/photos/50979249@N06/4688372740)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2026-09-26T10:44:17Z</dcterms:created>
  <dcterms:modified xsi:type="dcterms:W3CDTF">2026-09-26T10:44:17Z</dcterms:modified>
</cp:coreProperties>
</file>