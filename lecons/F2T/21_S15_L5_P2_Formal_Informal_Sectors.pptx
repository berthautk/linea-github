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2): The Sectors of the Economy: Formal and Informal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formal sector, informal sector, taxes, social security (CNPS), registration. At the end, you should be able to do this: learners are able to tell whether a job around them belongs to the formal or informal sector and explain the advantages of registering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1): The Sectors of the Economy: Introduction, Definitions and Key Concepts. The question was: Name the two sectors of work: registered and not registered.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formal sector and the informal sector.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formal and the informal sectors. Number 2: give the characteristics of each sector. Number 3: give examples of each sector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The primary sector extracts, the secondary transforms, the tertiary serves and the quaternary researches.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Mr Bello works in a bank in Garoua: he has a contract and a salary every month. His neighbour Moussa is a moto-taxi driver: he has no contract, and his money changes every day. Moussa's son asks: "Why are the two jobs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the difference between the formal and the informal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Mr Bello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Moussa's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workers to register their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the formal and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bank is registered and pays taxes. Which sector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these workers paid?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receive a salary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the moto-taxi driver usually registered?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easy to start work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little money and no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sector gives workers a pension?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Formal sector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Formal Sector. The characteristics and examples of the formal sector are the following. Copy the point on Registered on the left, then draw the diagram on the right: a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Formal Sector. On this slide we have Contracts and salaries, Social security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Informal Sector. The characteristics and examples of the informal sector are the following. Copy the point on Not registered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Informal Sector. On this slide we have No contract and Small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informal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small activities that are not registered.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workers have contracts and monthly salaries (or it is registered and pays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formal; number 2, informal; number 3,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primary activities.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3): The Sectors of the Economy: The Primary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2): THE SECTORS OF THE ECONOMY: FORMAL AND INFORMAL SECTORS OF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Formal and Informal Sectors of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Formal sector, informal sector, taxes, social security (CNPS), registration.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formal and informal sectors of the economy: definitions, characteristics, advantages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1): The Sectors of the Economy: Introduction, Definitions and Key Concepts):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formal and the informal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sector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extracts, the secondary transforms, the tertiary serves and the quaternary researches.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 Bello works in a bank in Garoua: he has a contract and a salary every month. His neighbour Moussa is a moto-taxi driver: he has no contract, and his money changes every day. Moussa's son asks: "Why are the two jobs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the difference between the formal and the informal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Mr Bello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Moussa's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workers to register their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the formal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registered and pays taxes. Which sector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these workers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a salary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moto-taxi driver usually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easy to start work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little money and no papers.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gives workers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registered activities that pay taxes.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Businesses are registered and pay taxes.</a:t>
            </a:r>
            <a:endParaRPr lang="en-US" sz="3600" dirty="0"/>
          </a:p>
        </p:txBody>
      </p:sp>
      <p:pic>
        <p:nvPicPr>
          <p:cNvPr id="5" name="Image 0" descr="/home/claude/f4/img/v2/f2t_ban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Contracts and salaries: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Social security: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are insured by the CNPS and get a pension.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Banks, SODECOTON, CICAM,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informal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Not 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Workers pay few or no taxes.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 contract: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changes every day.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capital: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little money to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Moto-taxis, street sellers, tailors and mechanics.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 (or it is registered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Work that is registered and pays taxes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usually works in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paid after a worker stops working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 (pension)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L'immatriculation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formal and the informal sectors. Give the characteristics of each sector. Give examples of each sector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Formal Sector;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CNPS: Caisse Nationale de Prévoyance Sociale (national social insurance fund). About 9 workers out of 10 in Cameroon work in the informal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registered companies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a salary.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moto-taxis.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Institut National de la Statistique (INS), Enquêtes sur l'Emploi et le Secteur Informel (EESI).</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2026-10-02T05:14:07Z</dcterms:created>
  <dcterms:modified xsi:type="dcterms:W3CDTF">2026-10-02T05:14:07Z</dcterms:modified>
</cp:coreProperties>
</file>