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(Part 2): The Sectors of the Economy: Formal and Informal Sectors of the Economy.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Sectors of the Economy.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Economic Activities, and the sub-topic is Sectors of the Economy. The key notions we shall use today are: formal sector, informal sector, taxes, social security (CNPS), registration. At the end, you should be able to do this: learners are able to tell whether a job around them belongs to the formal or informal sector and explain the advantages of registering a business.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(Part 1): The Sectors of the Economy: Introduction, Definitions and Key Concepts. The question was: Observe two workers in your area: one who works for a registered company and one who works alone in the street (for example a moto-taxi driver). Write one difference between them.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a SODECOTON worker has a contract, a monthly salary and CNPS insurance, while a moto-taxi driver works alone, earns money daily and has no contract or pension.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formal and the informal sectors. Number 2: give the characteristics of each sector. Number 3: give examples of each sector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economy has four sectors: primary, secondary, tertiary and quaternary. The primary sector extracts, the secondary transforms, the tertiary serves and the quaternary researches.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Mr Bello works in a bank in Garoua: he has a contract and a salary every month. His neighbour Moussa is a moto-taxi driver: he has no contract, and his money changes every day. Moussa's son asks: "Why are the two jobs so different?"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son does not know the difference between the formal and the informal sectors.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does Mr Bello work?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a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Moussa's job?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Moto-taxi driver.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encourage small workers to register their work and join the CNPS.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difference between the formal and the informal sector.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bank.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The bank is registered and pays taxes. Which sector is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formal sector.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factory workers.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are these workers paid?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receive a salary every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moto-taxis.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Is the moto-taxi driver usually registered?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No: it is the informal sector.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street seller.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it easy to start work in the informal sector?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needs little money and no papers.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formal and informal sectors.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sector gives workers a pension?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formal sector.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Formal sector and Informal sector.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Formal Sector. The characteristics and examples of the formal sector are the following. Copy the point on Registered on the left, then draw the diagram on the right: a bank.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Formal Sector. On this slide we have Contracts and salaries, Social security and Examples.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Informal Sector. The characteristics and examples of the informal sector are the following. Copy the point on Not registered on the left, then draw the diagram on the right: moto-taxis.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Informal Sector. On this slide we have No contract and Small capital.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Examples on the left, then draw the diagram on the right: a street seller.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informal sector?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small activities that are not registered.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characteristic of the formal sector.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workers have contracts and monthly salaries (or it is registered and pays taxes).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formal; number 2, informal; number 3, pension.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four products of farming, fishing, forestry or mining found in the Garoua market, and say where each comes from.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(Part 3): The Sectors of the Economy: The Primary Sector (Definition and Examples).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5 (PART 2): THE SECTORS OF THE ECONOMY: FORMAL AND INFORMAL SECTORS OF THE ECONOMY</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 (Part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Sectors of the Economy: Formal and Informal Sectors of the Economy</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Sectors of the Economy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Sectors of the Economy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(Part 2): The Sectors of the Economy: Formal and Informal Sectors of the Economy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Formal sector, informal sector, taxes, social security (CNPS), registration.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formal and informal sectors of the economy: definitions, characteristics, advantages and problems.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tell whether a job around them belongs to the formal or informal sector and explain the advantages of registering a business.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(Part 1): The Sectors of the Economy: Introduction, Definitions and Key Concepts):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two workers in your area: one who works for a registered company and one who works alone in the street (for example a moto-taxi driver). Write one difference between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a SODECOTON worker has a contract, a monthly salary and CNPS insurance, while a moto-taxi driver works alone, earns money daily and has no contract or pension.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formal and the informal sectors.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characteristics of each sector.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 of each sector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economy has four sectors: primary, secondary, tertiary and quaternary.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primary sector extracts, the secondary transforms, the tertiary serves and the quaternary researches.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Mr Bello works in a bank in Garoua: he has a contract and a salary every month. His neighbour Moussa is a moto-taxi driver: he has no contract, and his money changes every day. Moussa's son asks: "Why are the two jobs so different?"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son does not know the difference between the formal and the informal sectors.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Mr Bello 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bank.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Moussa's job?</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Moto-taxi driver.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Encourage small workers to register their work and join the CNPS.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difference between the formal and the informal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FORMAL SECTOR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ban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bank.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FORMAL SECTOR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bank is registered and pays taxes. Which sector is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FORMAL SECTOR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formal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FORMAL SECTOR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factory_workers.jpg">    </p:cNvPr>
          <p:cNvPicPr>
            <a:picLocks noChangeAspect="1"/>
          </p:cNvPicPr>
          <p:nvPr/>
        </p:nvPicPr>
        <p:blipFill>
          <a:blip r:embed="rId1"/>
          <a:stretch>
            <a:fillRect/>
          </a:stretch>
        </p:blipFill>
        <p:spPr>
          <a:xfrm>
            <a:off x="2251442" y="1783080"/>
            <a:ext cx="76888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Factory workers.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FORMAL SECTOR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are these workers paid?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FORMAL SECTOR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receive a salary every month.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INFORMAL SECTOR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moto_tax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Moto-taxis.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INFORMAL SECTOR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the moto-taxi driver usually registered?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INFORMAL SECTOR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it is the informal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INFORMAL SECTOR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street_vendo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street seller.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INFORMAL SECTOR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it easy to start work in the informal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INFORMAL SECTOR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needs little money and no papers.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INFORMAL SECTOR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ormal_informa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Formal and informal sectors.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INFORMAL SECTOR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sector gives workers a pension?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INFORMAL SECTOR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formal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Sectors of the Economy</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5 (Part 2): The Sectors of the Economy: Formal and Informal Sectors of the Economy</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Formal sector: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made of registered activities that pay taxes.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Informal sector: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made of small activities that are not registered.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Formal Sector</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characteristics and examples of the formal sector are the following:</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Registered: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Businesses are registered and pay taxes.</a:t>
            </a:r>
            <a:endParaRPr lang="en-US" sz="3600" dirty="0"/>
          </a:p>
        </p:txBody>
      </p:sp>
      <p:pic>
        <p:nvPicPr>
          <p:cNvPr id="5" name="Image 0" descr="/home/claude/f4/img/v2/f2t_bank.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bank</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Formal Sector</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Contracts and salaries: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Workers have contracts and monthly salaries.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Social security: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Workers are insured by the CNPS and get a pension.</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Examples: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Banks, SODECOTON, CICAM, schools and hospitals.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Informal Sector</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characteristics and examples of the informal sector are the following:</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Not registered: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Workers pay few or no taxes.</a:t>
            </a:r>
            <a:endParaRPr lang="en-US" sz="3600" dirty="0"/>
          </a:p>
        </p:txBody>
      </p:sp>
      <p:pic>
        <p:nvPicPr>
          <p:cNvPr id="5" name="Image 0" descr="/home/claude/f4/img/v2/f2t_moto_taxi.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moto-taxis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Informal Sector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No contract: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Income changes every day.</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Small capital: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needs little money to start.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Informal Sector</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Examples: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Moto-taxis, street sellers, tailors and mechanics.</a:t>
            </a:r>
            <a:endParaRPr lang="en-US" sz="3600" dirty="0"/>
          </a:p>
        </p:txBody>
      </p:sp>
      <p:pic>
        <p:nvPicPr>
          <p:cNvPr id="5" name="Image 0" descr="/home/claude/f4/img/v2/f2t_street_vendo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street seller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informal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Small activities that are not registered.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characteristic of the formal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Workers have contracts and monthly salaries (or it is registered and pays taxes).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Work that is registered and pays taxes is the ______ sector.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moto-taxi driver usually works in the ______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Money paid after a worker stops working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four products of farming, fishing, forestry or mining found in the Garoua market, and say where each comes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(Part 3): The Sectors of the Economy: The Primary Sector (Definition and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Formal sector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secteur formel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Informal sector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secteur informel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Tax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L'impôt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Salary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salaire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Contract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contrat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Pension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retraite (pension)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Street seller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vendeur ambulant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Registration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L'immatriculation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(Part 2): The Sectors of the Economy: Formal and Informal Sectors of the Economy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formal and the informal sectors. Give the characteristics of each sector. Give examples of each sector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tell whether a job around them belongs to the formal or informal sector and explain the advantages of registering a business.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Formal Sector; The Informal Sector.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four products of farming, fishing, forestry or mining found in the Garoua market, and say where each comes from.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CNPS: Caisse Nationale de Prévoyance Sociale (national social insurance fund). About 9 workers out of 10 in Cameroon work in the informal sector.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name registered companies in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ask about a salary.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count moto-taxis.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small trades.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two columns.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Institut National de la Statistique (INS), Enquêtes sur l'Emploi et le Secteur Informel (EESI).</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“Thibault Square, Cape Town” by World Bank Photo Collection, CC BY-NC-ND 2.0, via Flickr (https://www.flickr.com/photos/10816734@N03/7825576852)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“Photo by USAID East Africa” by U.S. Agency for International Development, CC0 1.0, via rawpixel (https://www.rawpixel.com/image/4051097/image-public-domain-person-building)</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“Cameroon - UN Women's Gender Road Project” by UN Women Gallery, CC BY-NC-ND 2.0, via Flickr (https://www.flickr.com/photos/51431730@N04/47586053052)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“Roadside vendor roasts maize cobs for sale in Timau” by CIMMYT, CC BY-NC 2.0, via Flickr (https://www.flickr.com/photos/44760652@N05/25375356457)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2026-09-28T21:14:26Z</dcterms:created>
  <dcterms:modified xsi:type="dcterms:W3CDTF">2026-09-28T21:14:26Z</dcterms:modified>
</cp:coreProperties>
</file>