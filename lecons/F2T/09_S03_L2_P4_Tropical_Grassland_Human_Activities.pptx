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(Part 4): The Tropical Grassland Region: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2. The Tropical Grassland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crop farming, cash crop, food crop, livestock rearing, nomadic pastoralism, transhumance, hunting. At the end, you should be able to do this: learners are able to describe the work of farmers and herders around them and explain why herders move with their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3): The Tropical Grassland Region: Types of Resources and Methods of Exploitation. The question was: Define transhumance.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It is the seasonal movement of herders and their animals.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crop farming in the Tropical Grassland region. Number 2: describe livestock rearing, including nomadic pastoralism and transhumance. Number 3: describe hunting, fishing and wood cutting in the Tropical Grassland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resources of the savanna are pasture, farmland, wildlife, water and trees. People exploit them by farming, livestock rearing, tourism, fishing and cutting trees.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Every year in November, Adamou, a Fulani herder, leaves his village near Garoua with his cattle. He walks south for weeks and comes back when the rains return. His classmate Paul thinks that Adamou is lost. Paul asks: "Why does Adamou move with his cattle, and what other work do people do in the savanna?"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Paul does not understand why the herder moves and what activities people do in the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does Adamou leave?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November, at the start of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When does he come back?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When the rains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respect the work of farmers and herders and help them live in peace.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work of the people of the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harvesting cotton.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a crop that is grown to be sold?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cash crop.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 farmers bring water to their fields in the dry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irrigation from rivers and dams.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herders move with the seasons.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Where does the herder go in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the south, where there is grass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herders with cattle.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cattle important for herders?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give milk, meat and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fishermen.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other activity of the people of the savanna.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Fishing (also hunting, tourism and cutting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Cash crop and Transhumance.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Farming. Farming in the savanna has the following forms. On this slide we have Food crops.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Cash crops on the left, then draw the diagram on the right: harvesting cotton.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Irrigated farming on the left, then draw the diagram on the right: a rice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Livestock Rearing. Livestock rearing has the following forms. On this slide we have Nomadic pastoralism.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Transhumance on the left, then draw the diagram on the right: transhumance.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Livestock Rearing. On this slide we have Ranching.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Other Activities. People also carry out the following activities. On this slide we have Hunting.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Fishing on the left, then draw the diagram on the right: fishing.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Other Activities. On this slide we have Lumbering and Tourism.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a food crop and a cash crop?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food crop feeds the family; a cash crop is sold.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transhumance?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movement of herders with their animals between seasons.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cash; number 2, transhumance; number 3, irrigation.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Give two problems of the savanna.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(Part 5): The Tropical Grassland Region: Problems Faced and Attempted Solutions.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2 (PART 4): THE TROPICAL GRASSLAND REGION: HUMAN ACTIVITIES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gif"/><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Grassland Region: Human Activities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2. The Tropical Grassland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(Part 4): The Tropical Grassland Region: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Crop farming, cash crop, food crop, livestock rearing, nomadic pastoralism, transhumance, hunting.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Human activities of the Tropical Grassland region: farming, livestock rearing, hunting, lumbering and others.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work of farmers and herders around them and explain why herders move with their animals.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3): The Tropical Grassland Region: Types of Resources and Methods of Exploitation):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seasonal movement of herders and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crop farming in the Tropical Grassland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livestock rearing, including nomadic pastoralism and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hunting, fishing and wood cutting in the Tropical Grassland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resources of the savanna are pasture, farmland, wildlife, water and trees.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exploit them by farming, livestock rearing, tourism, fishing and cutting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 year in November, Adamou, a Fulani herder, leaves his village near Garoua with his cattle.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walks south for weeks and comes back when the rains return.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classmate Paul thinks that Adamou is lost.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Paul does not understand why the herder moves and what activities people do in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does Adamou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November, at the start of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does he come back?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rains return.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Respect the work of farmers and herders and help them live in peace.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work of the people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cotton_harvest.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Harvesting cotton.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a crop that is grown to be sold?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cash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ice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farmers bring water to their fields in the dry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irrigation from rivers and dams.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ranshumanc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herders move with the seasons.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herder go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the south, where there is grass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asa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Herders with cattle.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cattle important for herders?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LIVESTOCK REARING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milk, meat and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other activity of the people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OTHER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Fishing (also hunting, tourism and cutting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4): The Tropical Grassland Region: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Cash crop: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crop grown to be sold.</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Transhumance: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seasonal movement of herders and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Farming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Farming in the savanna has the following forms: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Food crops: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Maize, sorghum, millet and groundnuts.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Farming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Cash crops: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Cotton, bought by SODECOTON.</a:t>
            </a:r>
            <a:endParaRPr lang="en-US" sz="3600" dirty="0"/>
          </a:p>
        </p:txBody>
      </p:sp>
      <p:pic>
        <p:nvPicPr>
          <p:cNvPr id="5" name="Image 0" descr="/home/claude/f4/img/v2/f2t_cotton_harvest.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harvesting cotton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Farming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Irrigated farming: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Rice and onions near rivers and dams.</a:t>
            </a:r>
            <a:endParaRPr lang="en-US" sz="3600" dirty="0"/>
          </a:p>
        </p:txBody>
      </p:sp>
      <p:pic>
        <p:nvPicPr>
          <p:cNvPr id="5" name="Image 0" descr="/home/claude/f4/img/v2/f2t_rice_fiel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rice field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Livestock Rearing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Livestock rearing has the following forms: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Nomadic pastoralism: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Herders move all the time with their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Livestock Rearing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Transhumance: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Herders move south in the dry season and return in the rainy season.</a:t>
            </a:r>
            <a:endParaRPr lang="en-US" sz="3600" dirty="0"/>
          </a:p>
        </p:txBody>
      </p:sp>
      <p:pic>
        <p:nvPicPr>
          <p:cNvPr id="5" name="Image 0" descr="/home/claude/f4/img/v2/transhumance_mid.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transhumance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Livestock Rearing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Ranching: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Animals are reared on large, fenced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also carry out the following activities: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Hunting: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Controlled hunting in hunting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Activities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Fishing: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In the Benue and the Lagdo lake.</a:t>
            </a:r>
            <a:endParaRPr lang="en-US" sz="3600" dirty="0"/>
          </a:p>
        </p:txBody>
      </p:sp>
      <p:pic>
        <p:nvPicPr>
          <p:cNvPr id="5" name="Image 0" descr="/home/claude/f4/img/v2/f2t_fishing.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fishing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Other Activities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Lumbering: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Cutting wood for fuel and building.</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Tourism: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Visits to national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a food crop and a cash crop?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food crop feeds the family; a cash crop is sold.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transhumance?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movement of herders with their animals between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Cotton is a ______ crop.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herders between seasons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Bringing water to the fields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(Part 5): The Tropical Grassland Region: Problems Faced and Attempted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Cash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de rente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vivrière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L'éleveur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Cattle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bovins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Transhumance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transhumance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Nomadic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Hunting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Firewood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de chauffe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(Part 4): The Tropical Grassland Region: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crop farming in the Tropical Grassland region. Describe livestock rearing, including nomadic pastoralism and transhumance. Describe hunting, fishing and wood cutting in the Tropical Grassland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work of farmers and herders around them and explain why herders move with their animals.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Farming; Livestock Rearing; Other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Give two problems of the savanna.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SODECOTON buys the cotton of North Cameroon; SEMRY manages the irrigated rice fields of Yagoua.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cash crops of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rice fields near Lagdo.</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arrows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about cattle markets.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jobs of the area.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(tropical grassland).</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“Cotton harvest” by CIFOR, CC BY-NC-ND 2.0, via Flickr (https://www.flickr.com/photos/45423546@N07/35706862552)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“Irrigated rice fields in Sefula, Zambia. Photo by Kate Longley, 2013.” by WorldFish, CC BY-NC-ND 2.0, via Flickr (https://www.flickr.com/photos/61545321@N06/8608804590)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“Young Maasai herder, Kenya, 1979” by gbaku, CC BY-SA 2.0, via Flickr (https://www.flickr.com/photos/72105154@N00/482990998)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2026-09-28T21:32:42Z</dcterms:created>
  <dcterms:modified xsi:type="dcterms:W3CDTF">2026-09-28T21:32:42Z</dcterms:modified>
</cp:coreProperties>
</file>