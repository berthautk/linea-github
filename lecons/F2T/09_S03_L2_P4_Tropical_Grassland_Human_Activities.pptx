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Lst>
  <p:notesMasterIdLst>
    <p:notesMasterId r:id="rId5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notesMaster" Target="notesMasters/notesMaster1.xml"/><Relationship Id="rId60" Type="http://schemas.openxmlformats.org/officeDocument/2006/relationships/presProps" Target="presProps.xml"/><Relationship Id="rId61" Type="http://schemas.openxmlformats.org/officeDocument/2006/relationships/viewProps" Target="viewProps.xml"/><Relationship Id="rId62" Type="http://schemas.openxmlformats.org/officeDocument/2006/relationships/theme" Target="theme/theme1.xml"/><Relationship Id="rId6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2 (Part 4): The Tropical Grassland Region: Human Activities.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2 Technical. It belongs to Economic Geography — Natural Regions: 2. The Tropical Grassland Region.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 in His Environment, and the sub-topic is Natural Regions. The key notions we shall use today are: crop farming, cash crop, food crop, livestock rearing, nomadic pastoralism, transhumance, hunting. At the end, you should be able to do this: learners are able to describe the work of farmers and herders around them and explain why herders move with their animals.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2 (Part 3): The Tropical Grassland Region: Types of Resources and Methods of Exploitation. The question was: Define transhumance.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It is the seasonal movement of herders and their animals.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describe crop farming in the Tropical Grassland region. Number 2: describe livestock rearing, including nomadic pastoralism and transhumance. Number 3: describe hunting, fishing and wood cutting in the Tropical Grassland region.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resources of the savanna are pasture, farmland, wildlife, water and trees. People exploit them by farming, livestock rearing, tourism, fishing and cutting trees.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Every year in November, Adamou, a Fulani herder, leaves his village near Garoua with his cattle. He walks south for weeks and comes back when the rains return. His classmate Paul thinks that Adamou is lost. Paul asks: "Why does Adamou move with his cattle, and what other work do people do in the savanna?"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Paul does not understand why the herder moves and what activities people do in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When does Adamou leave?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In November, at the start of the dry season.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When does he come back?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When the rains return.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respect the work of farmers and herders and help them live in peace.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work of the people of the savanna.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harvesting cotton.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 we call a crop that is grown to be sold?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cash crop.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 rice field.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How do farmers bring water to their fields in the dry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By irrigation from rivers and dams.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animation: animation: herders move with the seasons. Watch the animation to the end; it will play again.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Where does the herder go in the dry season?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To the south, where there is grass and water.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herders with cattle.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Why are cattle important for herders?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They give milk, meat and money.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fishermen.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one other activity of the people of the savanna.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Fishing (also hunting, tourism and cutting wood).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Cash crop and Transhumance.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Farming. Farming in the savanna has the following forms. On this slide we have Food crops.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Cash crops on the left, then draw the diagram on the right: harvesting cotton.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Irrigated farming on the left, then draw the diagram on the right: a rice field.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Livestock Rearing. Livestock rearing has the following forms. On this slide we have Nomadic pastoralism.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Transhumance on the left, then draw the diagram on the right: transhumance.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Livestock Rearing. On this slide we have Ranching.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Other Activities. People also carry out the following activities. On this slide we have Hunting.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Fishing on the left, then draw the diagram on the right: fishing.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Other Activities. On this slide we have Lumbering and Tourism.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difference between a food crop and a cash crop?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a food crop feeds the family; a cash crop is sold.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What is transhumance?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movement of herders with their animals between seasons.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cash; number 2, transhumance; number 3, irrigation.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Give two problems of the savanna.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(Part 5): The Tropical Grassland Region: Problems Faced and Attempted Solutions.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2 TECHNICAL</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200" b="1" dirty="0">
                <a:solidFill>
                  <a:srgbClr val="FFFFFF"/>
                </a:solidFill>
                <a:latin typeface="Calibri" pitchFamily="34" charset="0"/>
                <a:ea typeface="Calibri" pitchFamily="34" charset="-122"/>
                <a:cs typeface="Calibri" pitchFamily="34" charset="-120"/>
              </a:rPr>
              <a:t>LESSON 2 (PART 4): THE TROPICAL GRASSLAND REGION: HUMAN ACTIVITIES</a:t>
            </a:r>
            <a:endParaRPr lang="en-US" sz="12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jp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jp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gif"/><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jp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jp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jp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jp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slideLayout" Target="../slideLayouts/slideLayout2.xml"/><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2 TECHNICAL</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2 (Part 4)</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Tropical Grassland Region: Human Activities</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2 Technical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Economic Geography — Natural Regions: 2. The Tropical Grassland Region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 in His Environment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Natural Regions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Crop farming, cash crop, food crop, livestock rearing, nomadic pastoralism, transhumance, hunting.</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Human activities of the Tropical Grassland region: farming, livestock rearing, hunting, lumbering and others.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2 (Part 3): The Tropical Grassland Region: Types of Resources and Methods of Exploitation):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Define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crop farming in the Tropical Grassland region.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livestock rearing, including nomadic pastoralism and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hunting, fishing and wood cutting in the Tropical Grassland region.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resources of the savanna are pasture, farmland, wildlife, water and trees.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People exploit them by farming, livestock rearing, tourism, fishing and cutting trees.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Every year in November, Adamou, a Fulani herder, leaves his village near Garoua with his cattle.</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 walks south for weeks and comes back when the rains return.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His classmate Paul thinks that Adamou is lost.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asks: "Why does Adamou move with his cattle, and what other work do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Paul does not understand why the herder moves and what activities people do in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Adamou leave?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November, at the start of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does he come back?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When the rains return.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Respect the work of farmers and herders and help them live in peace.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work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2t_cotton_harvest.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Harvesting cotton.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 we call a crop that is grown to be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f2t_rice_field.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rice field.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How do farmers bring water to their fields in the dry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FARMING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By irrigation from rivers and dams.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transhumance.gif">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Animation: herders move with the seasons.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does the herder go in the dry season?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To the south, where there is grass and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2t_maasai.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Herders with cattle.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are cattle important for herders?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LIVESTOCK REARING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give milk, meat and money.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2t_fishing.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Fishermen.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one other activity of the people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OTHER ACTIVITIES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Fishing (also hunting, tourism and cutting wood).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Man in His Environment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Natural Regions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4): The Tropical Grassland Region: Human Activities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Cash crop: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a crop grown to be sold.</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It is the seasonal movement of herders and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Farming in the savanna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Food crops: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Maize, sorghum, millet and groundnuts.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Cash crops: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Cotton, bought by SODECOTON.</a:t>
            </a:r>
            <a:endParaRPr lang="en-US" sz="3600" dirty="0"/>
          </a:p>
        </p:txBody>
      </p:sp>
      <p:pic>
        <p:nvPicPr>
          <p:cNvPr id="5" name="Image 0" descr="/home/claude/f4/img/v2/f2t_cotton_harvest.jpg">    </p:cNvPr>
          <p:cNvPicPr>
            <a:picLocks noChangeAspect="1"/>
          </p:cNvPicPr>
          <p:nvPr/>
        </p:nvPicPr>
        <p:blipFill>
          <a:blip r:embed="rId1"/>
          <a:stretch>
            <a:fillRect/>
          </a:stretch>
        </p:blipFill>
        <p:spPr>
          <a:xfrm>
            <a:off x="5349240" y="2069407"/>
            <a:ext cx="6659575" cy="3697594"/>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harvesting cotton</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Farming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Irrigated farming: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Rice and onions near rivers and dams.</a:t>
            </a:r>
            <a:endParaRPr lang="en-US" sz="3600" dirty="0"/>
          </a:p>
        </p:txBody>
      </p:sp>
      <p:pic>
        <p:nvPicPr>
          <p:cNvPr id="5" name="Image 0" descr="/home/claude/f4/img/v2/f2t_rice_field.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 rice field</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Livestock rearing has the following forms: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Nomadic pastoralism: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Herders move all the time with their animals.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Transhumance: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Herders move south in the dry season and return in the rainy season.</a:t>
            </a:r>
            <a:endParaRPr lang="en-US" sz="3600" dirty="0"/>
          </a:p>
        </p:txBody>
      </p:sp>
      <p:pic>
        <p:nvPicPr>
          <p:cNvPr id="5" name="Image 0" descr="/home/claude/f4/img/v2/transhumance_mid.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transhumance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Livestock Rearing</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Ranching: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Animals are reared on large, fenced farms.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People also carry out the following activities:</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Hunting: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Controlled hunting in hunting zones.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marL="342900" indent="-342900">
              <a:spcAft>
                <a:spcPts val="800"/>
              </a:spcAft>
              <a:buSzPct val="100000"/>
              <a:buChar char="•"/>
            </a:pPr>
            <a:r>
              <a:rPr lang="en-US" sz="3600" b="1" dirty="0">
                <a:solidFill>
                  <a:srgbClr val="111111"/>
                </a:solidFill>
                <a:latin typeface="Times New Roman" pitchFamily="34" charset="0"/>
                <a:ea typeface="Times New Roman" pitchFamily="34" charset="-122"/>
                <a:cs typeface="Times New Roman" pitchFamily="34" charset="-120"/>
              </a:rPr>
              <a:t>Fishing: </a:t>
            </a:r>
            <a:pPr algn="l" marL="342900" indent="-342900">
              <a:spcAft>
                <a:spcPts val="800"/>
              </a:spcAft>
              <a:buSzPct val="100000"/>
              <a:buChar char="•"/>
            </a:pPr>
            <a:r>
              <a:rPr lang="en-US" sz="3600" dirty="0">
                <a:solidFill>
                  <a:srgbClr val="111111"/>
                </a:solidFill>
                <a:latin typeface="Times New Roman" pitchFamily="34" charset="0"/>
                <a:ea typeface="Times New Roman" pitchFamily="34" charset="-122"/>
                <a:cs typeface="Times New Roman" pitchFamily="34" charset="-120"/>
              </a:rPr>
              <a:t>In the Benue and the Lagdo lake.</a:t>
            </a:r>
            <a:endParaRPr lang="en-US" sz="3600" dirty="0"/>
          </a:p>
        </p:txBody>
      </p:sp>
      <p:pic>
        <p:nvPicPr>
          <p:cNvPr id="5" name="Image 0" descr="/home/claude/f4/img/v2/f2t_fishing.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fishing</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Other Activities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Lumbering: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Cutting wood for fuel and building.</a:t>
            </a:r>
            <a:endParaRPr lang="en-US" sz="4000" dirty="0"/>
          </a:p>
          <a:p>
            <a:pPr algn="l" marL="342900" indent="-342900">
              <a:spcAft>
                <a:spcPts val="800"/>
              </a:spcAft>
              <a:buSzPct val="100000"/>
              <a:buChar char="•"/>
            </a:pPr>
            <a:r>
              <a:rPr lang="en-US" sz="4000" b="1" dirty="0">
                <a:solidFill>
                  <a:srgbClr val="111111"/>
                </a:solidFill>
                <a:latin typeface="Times New Roman" pitchFamily="34" charset="0"/>
                <a:ea typeface="Times New Roman" pitchFamily="34" charset="-122"/>
                <a:cs typeface="Times New Roman" pitchFamily="34" charset="-120"/>
              </a:rPr>
              <a:t>Tourism: </a:t>
            </a:r>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Visits to national parks.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difference between a food crop and a cash crop?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food crop feeds the family; a cash crop is sold.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transhumance?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movement of herders with their animals between seasons.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Cotton is a ______ crop.</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movement of herders between seasons is called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Bringing water to the fields is called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problems of the savanna.</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(Part 5): The Tropical Grassland Region: Problems Faced and Attempted Solutions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4"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Cash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de rente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Food crop</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culture vivrière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Herder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L'éleveur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Cattle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Les bovins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transhumance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Nomadic</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Nomade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Hunting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chasse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Firewood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bois de chauffe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 in His Environment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2 (Part 4): The Tropical Grassland Region: Human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Describe crop farming in the Tropical Grassland region. Describe livestock rearing, including nomadic pastoralism and transhumance. Describe hunting, fishing and wood cutting in the Tropical Grassland region.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work of farmers and herders around them and explain why herders move with their animals.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Farming; Livestock Rearing; Other Activities.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Give two problems of the savanna.</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SODECOTON buys the cotton of North Cameroon; SEMRY manages the irrigated rice fields of Yagoua.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Activity 3 is an animation (GIF): it plays automatically in slide-show mode.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name cash crops of the North.</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describe rice fields near Lagdo.</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draw arrows on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ask about cattle markets.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list jobs of the area.</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Harmonised Progression Sheet, Economic Geography (5051), Form 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Class textbook: The major biomes of the world (tropical grassland).</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“Cotton harvest” by CIFOR, CC BY-NC-ND 2.0, via Flickr (https://www.flickr.com/photos/45423546@N07/35706862552)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“Irrigated rice fields in Sefula, Zambia. Photo by Kate Longley, 2013.” by WorldFish, CC BY-NC-ND 2.0, via Flickr (https://www.flickr.com/photos/61545321@N06/8608804590)</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“Young Maasai herder, Kenya, 1979” by gbaku, CC BY-SA 2.0, via Flickr (https://www.flickr.com/photos/72105154@N00/482990998)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“Fishermen, Lake Tana” by A.Davey, CC BY 2.0, via Flickr (https://www.flickr.com/photos/40595948@N00/2260748777)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57</Slides>
  <Notes>57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57</vt:i4>
      </vt:variant>
    </vt:vector>
  </HeadingPairs>
  <TitlesOfParts>
    <vt:vector size="6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2026-09-29T03:12:30Z</dcterms:created>
  <dcterms:modified xsi:type="dcterms:W3CDTF">2026-09-29T03:12:30Z</dcterms:modified>
</cp:coreProperties>
</file>