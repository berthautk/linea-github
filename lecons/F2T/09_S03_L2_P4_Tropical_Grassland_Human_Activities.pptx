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4): The Tropical Grassland Region: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crop farming, cash crop, food crop, livestock rearing, nomadic pastoralism, transhumance, hunting. At the end, you should be able to do this: learners are able to describe the work of farmers and herders around them and explain why herders move with their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3): The Tropical Grassland Region: Types of Resources and Methods of Exploitation. The question was: Define transhumance.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seasonal movement of herders and their animals.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crop farming in the Tropical Grassland region. Number 2: describe livestock rearing, including nomadic pastoralism and transhumance. Number 3: describe hunting, fishing and wood cutting in the Tropical Grassland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resources of the savanna are pasture, farmland, wildlife, water and trees. People exploit them by farming, livestock rearing, tourism, fishing and cutting trees.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in November, Adamou, a Fulani herder, leaves his village near Garoua with his cattle. He walks south for weeks and comes back when the rains return. His classmate Paul thinks that Adamou is lost. Paul asks: "Why does Adamou move with his cattle, and what other work do people do in the savanna?"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understand why the herder moves and what activities people do in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does Adamou leave?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November, at the start of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does he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When the rains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work of farmers and herders and help them live in peace.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work of the people of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harvesting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a crop that is grown to be sold?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cash crop.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farmers bring water to their fields in the dry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irrigation from rivers and dams.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herders move with the seasons.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herder go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south, where there is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cattle important for herders?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milk, meat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fishermen.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other activity of the people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(also hunting, tourism and cutting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Cash crop and Transhumance.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Farming in the savanna has the following forms. On this slide we have Food crops.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Cash crops on the left, then draw the diagram on the right: harvesting cotton.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Irrigated farming on the left, then draw the diagram on the right: a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Livestock Rearing. Livestock rearing has the following forms. On this slide we have Nomadic pastoralism.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Transhumance on the left, then draw the diagram on the right: transhumance.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Rearing. On this slide we have Ranching.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Activities. People also carry out the following activities. On this slide we have Hunting.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Fishing on the left, then draw the diagram on the right: fishing.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Activities. On this slide we have Lumbering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food crop and a cash crop?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food crop feeds the family; a cash crop is sold.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transhumance?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herders with their animals between seasons.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cash; number 2, transhumance;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of the savanna.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5): The Tropical Grassland Region: Problems Faced and Attempted Solutions.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4): THE TROPICAL GRASSLAND REGION: HUMAN ACTIVITIES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Human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4): The Tropical Grassland Region: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Crop farming, cash crop, food crop, livestock rearing, nomadic pastoralism, transhumance, hunting.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activities of the Tropical Grassland region: farming, livestock rearing, hunting, lumbering and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work of farmers and herders around them and explain why herders move with their animals.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3): The Tropical Grassland Region: Types of Resources and Methods of Exploitation):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seasonal movement of herders and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crop farming in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livestock rearing, including nomadic pastoralism and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hunting, fishing and wood cutting in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resources of the savanna are pasture, farmland, wildlife, water and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exploit them by farming, livestock rearing, tourism, fishing and cutting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in November, Adamou, a Fulani herder, leaves his village near Garoua with his cattle.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walks south for weeks and comes back when the rains return.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classmate Paul thinks that Adamou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asks: "Why does Adamou move with his cattle, and what other work do people do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understand why the herder moves and what activities people do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Adamou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November, at the start of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he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rains return.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work of farmers and herders and help them live in peace.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work of the people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Harvesting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crop that is grown to be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cash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farmers bring water to their fields in the dry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irrigation from rivers and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herders move with 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herder go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south, where there is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as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cattle important for herders?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milk, meat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other activity of the people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(also hunting, tourism and cutting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4): The Tropical Grassland Region: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Cash crop: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crop grown to be sold.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Transhumance: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seasonal movement of herders and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Farming in the savanna has the following forms: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Food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Maize, sorghum, millet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Cash crops: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Cotton, bought by SODECOTON.</a:t>
            </a:r>
            <a:endParaRPr lang="en-US" sz="3600" dirty="0"/>
          </a:p>
        </p:txBody>
      </p:sp>
      <p:pic>
        <p:nvPicPr>
          <p:cNvPr id="5" name="Image 0" descr="/home/claude/f4/img/v2/f2t_cotton_harve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harvesting cotton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Irrigated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Rice and onions near rivers and dams.</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Livestock rearing has the following forms: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Nomadic pastoralism: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move all the time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Transhumance: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Herders move south in the dry season and return in the rainy season.</a:t>
            </a:r>
            <a:endParaRPr lang="en-US" sz="3600" dirty="0"/>
          </a:p>
        </p:txBody>
      </p:sp>
      <p:pic>
        <p:nvPicPr>
          <p:cNvPr id="5" name="Image 0" descr="/home/claude/f4/img/v2/transhumanc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transhumance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Ranching: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are reared on large, fenced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also carry out the following activities: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Controlled hunting in hunting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In the Benue and the Lagdo lake.</a:t>
            </a:r>
            <a:endParaRPr lang="en-US" sz="3600" dirty="0"/>
          </a:p>
        </p:txBody>
      </p:sp>
      <p:pic>
        <p:nvPicPr>
          <p:cNvPr id="5" name="Image 0" descr="/home/claude/f4/img/v2/f2t_fish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fishing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Lumbering: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Cutting wood for fuel and building.</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Tourism: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Visits to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food crop and a cash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food crop feeds the family; a cash crop is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herders with their animals between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a ______ crop.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herders between seasons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the fields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5): The Tropical Grassland Region: Problems Faced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bovins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4): The Tropical Grassland Region: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crop farming in the Tropical Grassland region. Describe livestock rearing, including nomadic pastoralism and transhumance. Describe hunting, fishing and wood cutting in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work of farmers and herders around them and explain why herders move with their animals.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Livestock Rearing;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of the savanna.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SODECOTON buys the cotton of North Cameroon; SEMRY manages the irrigated rice fields of Yagoua.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cash crops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rice fields near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arrows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about cattle markets.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jobs of the area.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Maasai herder, Kenya, 1979” by gbaku, CC BY-SA 2.0, via Flickr (https://www.flickr.com/photos/72105154@N00/482990998)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2026-10-02T05:14:04Z</dcterms:created>
  <dcterms:modified xsi:type="dcterms:W3CDTF">2026-10-02T05:14:04Z</dcterms:modified>
</cp:coreProperties>
</file>