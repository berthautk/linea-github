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4): The Tropical Grassland Region: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crop farming, cash crop, food crop, livestock rearing, nomadic pastoralism, transhumance, hunting. At the end, you should be able to do this: learners are able to describe the work of farmers and herders around them and explain why herders move with their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3): The Tropical Grassland Region: Types of Resources and Methods of Exploitation. The question was: Ask a farmer or a herder in your area about his work: what he produces, which tools he uses and where he sells his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farmer produces cotton and maize with a hoe and oxen, and sells cotton to SODECOTON; a herder rears cattle, uses a stick and moves with them, and sells them at the cattle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crop farming in the Tropical Grassland region. Number 2: describe livestock rearing, including nomadic pastoralism and transhumance. Number 3: describe hunting, fishing and wood cutting in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resources of the savanna are pasture, farmland, wildlife, water and trees. People exploit them by farming, livestock rearing, tourism, fishing and cutting trees.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November, Adamou, a Fulani herder, leaves his village near Garoua with his cattle. He walks south for weeks and comes back when the rains return. His classmate Paul thinks that Adamou is lost. Paul asks: "Why does Adamou move with his cattle, and what other work do people do in the savanna?"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the herder moves and what activities people do in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does Adamou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November, at the start of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does he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When the rains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work of farmers and herders and help them live in peace.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work of the people of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harvesting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a crop that is grown to be sold?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cash crop.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farmers bring water to their fields in the dry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irrigation from rivers and dams.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herders move with the seasons.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herder go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south, where there is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cattle important for herders?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milk, meat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fishermen.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other activity of the people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hunting, tourism and cutting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Cash crop and Transhumance.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in the savanna has the following forms. On this slide we have Food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crops on the left, then draw the diagram on the right: harvesting cotton.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Irrigated farming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Rearing. Livestock rearing has the following forms. On this slide we have Nomadic pastoralism.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Rearing.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Activities. People also carry out the following activities. On this slide we have Hunting.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Fishing on the left, then draw the diagram on the right: fishing.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Activities. On this slide we have Lumbering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food crop and a cash crop?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food crop feeds the family; a cash crop is sold.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transhumance?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herders with their animals between seasons.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cash; number 2, transhumance;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down two problems that farmers or herders around Garoua face, for example with rain, fires or pests.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5): The Tropical Grassland Region: Problems Faced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4): THE TROPICAL GRASSLAND REGION: HUMAN ACTIVITIES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Human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Crop farming, cash crop, food crop, livestock rearing, nomadic pastoralism, transhumance, hunting.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Tropical Grassland region: farming, livestock rearing, hunting, lumbering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3): The Tropical Grassland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herder in your area about his work: what he produces, which tools he uses and where he sells his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farmer produces cotton and maize with a hoe and oxen, and sells cotton to SODECOTON; a herder rears cattle, uses a stick and moves with them, and sells them at the cattle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crop farming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livestock rearing, including nomadic pastoralism and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fishing and wood cutting in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resources of the savanna are pasture, farmland, wildlife, water and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by farming, livestock rearing, tourism, fishing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November, Adamou, a Fulani herder, leaves his village near Garoua with his cattle.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walks south for weeks and comes back when the rains return.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classmate Paul thinks that Adamou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the herder moves and what activities people do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Adamou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November, at the start of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he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rains return.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work of farmers and herders and help them live in peace.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work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Harvesting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crop that is grown to be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farmers bring water to their fields in the dry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 from rivers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herder go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south, where there is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as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cattle important for herders?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milk, meat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other activity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hunting, tourism and cutting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crop grown to be sold.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Transhumance: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seasonal movement of herders and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in the savanna has the following forms: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Maize, sorghum, millet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Cotton, bought by SODECOTON.</a:t>
            </a:r>
            <a:endParaRPr lang="en-US" sz="3600" dirty="0"/>
          </a:p>
        </p:txBody>
      </p:sp>
      <p:pic>
        <p:nvPicPr>
          <p:cNvPr id="5" name="Image 0" descr="/home/claude/f4/img/v2/f2t_cotton_harve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harvesting cotton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Irrigated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Rice and onions near rivers and dams.</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Livestock rearing has the following forms: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Nomadic pastoralism: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all the time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Transhumance: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Herders move south in the dry season and return in the rainy season.</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Ranching: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reared on large, fenced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Controlled hunting in hunting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In the Benue and the Lagdo lake.</a:t>
            </a:r>
            <a:endParaRPr lang="en-US" sz="3600" dirty="0"/>
          </a:p>
        </p:txBody>
      </p:sp>
      <p:pic>
        <p:nvPicPr>
          <p:cNvPr id="5" name="Image 0" descr="/home/claude/f4/img/v2/f2t_fish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Cutting wood for fuel and building.</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Tourism: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Visits to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food crop and 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food crop feeds the family; a cash crop is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herders with their animals between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a ______ crop.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herders between seasons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the fields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down two problems that farmers or herders around Garoua face, for example with rain, fires or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bovins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crop farming in the Tropical Grassland region. Describe livestock rearing, including nomadic pastoralism and transhumance. Describe hunting, fishing and wood cutting in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Livestock Rearing;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down two problems that farmers or herders around Garoua face, for example with rain, fires or pests.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SODECOTON buys the cotton of North Cameroon; SEMRY manages the irrigated rice fields of Yagoua.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cash crops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rice fields near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arrows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about cattle markets.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jobs of the area.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Maasai herder, Kenya, 1979” by gbaku, CC BY-SA 2.0, via Flickr (https://www.flickr.com/photos/72105154@N00/482990998)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2026-09-28T21:14:24Z</dcterms:created>
  <dcterms:modified xsi:type="dcterms:W3CDTF">2026-09-28T21:14:24Z</dcterms:modified>
</cp:coreProperties>
</file>