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(Part 4): The Tropical Grassland Region: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2. The Tropical Grassland Region.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crop farming, cash crop, food crop, livestock rearing, nomadic pastoralism, transhumance, hunting. At the end, you should be able to do this: learners are able to describe the work of farmers and herders around them and explain why herders move with their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(Part 3): The Tropical Grassland Region: Types of Resources and Methods of Exploitation. The question was: Ask a farmer or a herder in your area about his work: what he produces, which tools he uses and where he sells his products.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a farmer produces cotton and maize with a hoe and oxen, and sells cotton to SODECOTON; a herder rears cattle, uses a stick and moves with them, and sells them at the cattle market.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crop farming in the Tropical Grassland region. Number 2: describe livestock rearing, including nomadic pastoralism and transhumance. Number 3: describe hunting, fishing and wood cutting in the Tropical Grassland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resources of the savanna are pasture, farmland, wildlife, water and trees. People exploit them by farming, livestock rearing, tourism, fishing and cutting trees.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Every year in November, Adamou, a Fulani herder, leaves his village near Garoua with his cattle. He walks south for weeks and comes back when the rains return. His classmate Paul thinks Adamou is lost.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Paul does not understand why Adamou moves every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When does Adamou leave, and when does he come back?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 leaves in November and comes back when the rains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he move?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find grass and water for his cattle.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the work of farmers and herders and help them live in peace.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work of the people of the savanna.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farmers harvest cotton.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Do farmers grow cotton to eat it or to sell it? What do we call this type of crop?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sell it. It is a cash crop.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rice field with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Rice needs a lot of water. How do farmers get water in the dry savanna?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bring water from rivers and dams to the fields: irrigation.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the herder moves with his cattle.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does the herder go in the dry season? And in the rainy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South in the dry season; back north in the rainy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maasai herders with their cattle in East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cattle important for these herders?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Cattle give milk, meat and money. They show that a man is rich.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fishermen in a canoe on a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other activities of the people of the savanna.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Fishing and tourism. Also hunting and cutting 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Cash crop and Food crop.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Transhumance.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Crop Farming. Crop farming in the savanna takes the following forms. On this slide we have Food crops and Cash crops.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Crop Farming. On this slide we have Irrigated farming.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Livestock Rearing. Herders rear animals in three ways. On this slide we have Nomadic herding and Transhumance.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Livestock Rearing. On this slide we have Ranching.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Other Activities. People also carry out the following activities. On this slide we have Fishing and Tourism.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Other Activities. On this slide we have Hunting.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difference between a food crop and a cash crop?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food crop feeds the family; a cash crop is sold.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transhumance?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movement of herders with their animals between seasons.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cash; number 2, transhumance; number 3, irrigation.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down two problems that farmers or herders around Garoua face, for example with rain, fires or pests.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(Part 5): The Tropical Grassland Region: Problems Faced and Attempted Solutions.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2 (PART 4): THE TROPICAL GRASSLAND REGION: HUMAN ACTIVITIES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gif"/><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 (Part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Tropical Grassland Region: Human Activities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2. The Tropical Grassland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(Part 4): The Tropical Grassland Region: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Crop farming, cash crop, food crop, livestock rearing, nomadic pastoralism, transhumance, hunting.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Human activities of the Tropical Grassland region: farming, livestock rearing, hunting, lumbering and others.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work of farmers and herders around them and explain why herders move with their animals.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(Part 3): The Tropical Grassland Region: Types of Resources and Methods of Exploitation):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 farmer or a herder in your area about his work: what he produces, which tools he uses and where he sells his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a farmer produces cotton and maize with a hoe and oxen, and sells cotton to SODECOTON; a herder rears cattle, uses a stick and moves with them, and sells them at the cattle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crop farming in the Tropical Grassland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livestock rearing, including nomadic pastoralism and transhumance.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hunting, fishing and wood cutting in the Tropical Grassland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resources of the savanna are pasture, farmland, wildlife, water and trees.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exploit them by farming, livestock rearing, tourism, fishing and cutting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year in November, Adamou, a Fulani herder, leaves his village near Garoua with his cattle. He walks south for weeks and comes back when the rains return. His classmate Paul thinks Adamou is lost.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Paul does not understand why Adamou moves every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does Adamou leave, and when does he come 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leaves in November and comes back when the rains return.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he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find grass and water for his cattle.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the work of farmers and herders and help them live in peace.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work of the people of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CROP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otton_harvest.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Farmers harvest cotton.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CROP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 farmers grow cotton to eat it or to sell it? What do we call this type of crop?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CROP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sell it. It is a cash crop.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CROP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rice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rice field with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CROP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Rice needs a lot of water. How do farmers get water in the dry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CROP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bring water from rivers and dams to the fields: irrigation.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LIVESTOCK REARING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transhumanc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herder moves with his cattle.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LIVESTOCK REARING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herder go in the dry season? And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LIVESTOCK REARING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South in the dry season; back north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LIVESTOCK REARING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aasa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Maasai herders with their cattle in East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LIVESTOCK REARING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cattle important for these herders?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LIVESTOCK REARING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Cattle give milk, meat and money. They show that a man is rich.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OTHER ACTIVITIES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fish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Fishermen in a canoe on a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OTHER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other activities of the people of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OTHER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Fishing and tourism. Also hunting and cutting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Natural Regions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(Part 4): The Tropical Grassland Region: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Cash crop: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crop grown to be sold.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crop: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crop grown to feed the family.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Transhumance: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seasonal movement of herders with their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Crop Farming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Crop farming in the savanna takes the following forms: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crops: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grow sorghum, millet and maize to feed their families.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Cash crops: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grow cotton and sell it to SODECOTON.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Crop Farming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Irrigated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Rice is grown with irrigation at Lagdo and Yagoua.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Livestock Rearing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Herders rear animals in three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Nomadic herding: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Herders move from place to place with their animals.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Transhumance: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Herders move south in the dry season and come back in the wet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Livestock Rearing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Ranching: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Cattle are kept on large farms, as on the Adamawa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Other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also carry out the following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Fishing: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fish in the Lagdo lake and the Benue.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Tourists visit national parks such as the Benue and Waza.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Other Activities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Hunting: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hunt in authorised hunting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a food crop and a cash crop?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food crop feeds the family; a cash crop is sold.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transhumance?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movement of herders with their animals between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Cotton is a ______ crop.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movement of herders between seasons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Bringing water to the fields is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down two problems that farmers or herders around Garoua face, for example with rain, fires or pests.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(Part 5): The Tropical Grassland Region: Problems Faced and Attempted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Cash crop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culture de rente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Food crop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culture vivrière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Herder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L'éleveur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Cattle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bovins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Transhumance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transhumance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Nomadic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Nomade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Hunting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Firewood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de chauffe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(Part 4): The Tropical Grassland Region: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crop farming in the Tropical Grassland region. Describe livestock rearing, including nomadic pastoralism and transhumance. Describe hunting, fishing and wood cutting in the Tropical Grassland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work of farmers and herders around them and explain why herders move with their animals.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Crop Farming; Livestock Rearing; Other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down two problems that farmers or herders around Garoua face, for example with rain, fires or pests.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SODECOTON buys the cotton of North Cameroon; SEMRY manages the irrigated rice fields of Yagoua.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learners which crops their family sells.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mention the rice fields of Lagdo and Yagoua (SEMRY).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an arrow going south and an arrow going north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with the Fulani of North Cameroon.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ask learners what work their parents do.</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(tropical grassland).</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“Cotton harvest” by CIFOR, CC BY-NC-ND 2.0, via Flickr (https://www.flickr.com/photos/45423546@N07/35706862552)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“Irrigated rice fields in Sefula, Zambia. Photo by Kate Longley, 2013.” by WorldFish, CC BY-NC-ND 2.0, via Flickr (https://www.flickr.com/photos/61545321@N06/8608804590)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“Young Maasai herder, Kenya, 1979” by gbaku, CC BY-SA 2.0, via Flickr (https://www.flickr.com/photos/72105154@N00/482990998)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“Fishermen, Lake Tana” by A.Davey, CC BY 2.0, via Flickr (https://www.flickr.com/photos/40595948@N00/2260748777)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2026-09-27T11:12:30Z</dcterms:created>
  <dcterms:modified xsi:type="dcterms:W3CDTF">2026-09-27T11:12:30Z</dcterms:modified>
</cp:coreProperties>
</file>