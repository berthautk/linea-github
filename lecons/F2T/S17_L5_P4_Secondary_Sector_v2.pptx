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Sectors of the Economy, part 4: The Secondary Sector (Definition and Examples).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two factories in Cameroon and their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raw cotton and a piece of cloth.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which products are made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cooking pot made of aluminium.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buildings under construction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craftsmen: tailors, potters, carpenters.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secondary 2. cloth 3. aluminium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5 (PART 4)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Sectors of the Economy: The Secondary Sector (Definition and Examples)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Sectors of the Economy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4: The Secondary Sector (Definition and Examples)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sector, industry, manufacturing, processing, construction, energy production.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and examples of the secondary sector, with examples from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products of Cameroonian factories and explain why transforming raw materials creates jobs and wealth.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secondary sector.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secondary activities.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industries in Cameroon and explain their importance.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sector takes raw materials from nature.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activities are agriculture, livestock rearing, fishing, forestry and mining.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sells raw cotton and cocoa beans at low prices. Later, it buys back clothes and chocolate made from them at high prices. Djibrilla wonders why.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sells raw products cheaply and buys finished goods at high prices.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clothes and chocolate made from?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Cotton and cocoa.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Cameroon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more factories to make the goods here.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jobs that make goods.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textile_fac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Machines that weave cloth in a factory.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factory turns cotton into cloth. Which sector is this?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secondary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brew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Machines fill bottles in a drinks factory.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factories of North Cameroon and what they make.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CICAM (cloth) and SODECOTON (cotton oil). Also drinks factories.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alumini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aluminium factory seen from the sky.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Alucam at Edéa makes aluminium. What type of industry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heavy industry: it transforms minerals.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onstru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build a house.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building houses and roads part of the secondary sector? Why?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Yes. Builders make new things from sand, cement and iron.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blacksmi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blacksmith makes tools.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blacksmith makes tools by hand. What do we call this work?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Crafts (handicraft).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Sectors of the Economy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Economic Activities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Sectors of the Economy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The Sectors of the Economy — Part 4: The Secondary Sector (Definition and Examples)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sector that turns raw materials into goods.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factory or group of factories.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Craft: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making goods by hand.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Examples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Agro-industries: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CICAM makes cloth from cotton.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Heavy industries: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Alucam makes aluminium.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Construction: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houses, roads and bridges.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Energy: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and Edéa dams make electricity.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Crafts: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Tailors, blacksmiths and potters.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secondary sector?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that turns raw materials into goods.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examples of industries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CICAM (cloth) and Alucam (aluminium).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Turning raw materials into goods is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CICAM turns cotton into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Alucam at Edéa makes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four services that your family uses every week, for example transport, school, hospital, market or mobile money.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5: The Tertiary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L'industrie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L'usine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produit fini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bâtiment (la construction)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L'énergie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raffinerie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Craftsman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L'artisan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4: The Secondary Sector (Definition and Examples)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secondary sector. Name the main secondary activities. Give examples of industries in Cameroon and explain their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products of Cameroonian factories and explain why transforming raw materials creates jobs and wealth.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Secondary sector, Industry, Craft; II. Examples: Agro-industries, Heavy industries, Construction, Energy, Crafts.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four services that your family uses every week, for example transport, school, hospital, market or mobile money.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“Lowell Massachusetts - Boott Cotton Mills Museum Weave Room” by Onasill ~ Bill- 81M views, CC BY-NC-SA 2.0, via Flickr (https://www.flickr.com/photos/7156765@N05/43677799854)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“Interior of Winston-Salem Chero-Cola Bottling Company, Winston-Salem, ” by unclibraries_commons, Public domain 1.0, via Flickr (https://www.flickr.com/photos/122654055@N06/22680169228)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“Kurri Kurri aluminium” by yewenyi, CC BY-NC 2.0, via Flickr (https://www.flickr.com/photos/30265340@N00/2971223932)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“Cementing Ethiopia's progress” by DFID - UK Department for International Development, CC BY 2.0, via Flickr (https://www.flickr.com/photos/14214150@N02/8757865770)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“Forging a new spear tip” by www.j-pics.info, CC BY-NC-SA 2.0, via Flickr (https://www.flickr.com/photos/33979630@N07/16024814824)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2026-09-27T04:25:12Z</dcterms:created>
  <dcterms:modified xsi:type="dcterms:W3CDTF">2026-09-27T04:25:12Z</dcterms:modified>
</cp:coreProperties>
</file>