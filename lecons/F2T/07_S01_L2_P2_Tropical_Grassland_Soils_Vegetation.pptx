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2): The Tropical Grassland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savanna, deciduous, xerophyte, ferruginous soil, laterite, black cotton soil. At the end, you should be able to do this: learners are able to recognise the trees and soils of the savanna around them and explain why some trees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1): The Tropical Grassland Region: Location and Characteristics (Climate). The question was: Look at the trees and grass around your home. Which trees keep their leaves in the dry season, and which lose them? Is the grass green or dry now? Write your observations.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Trees like the mango and the neem keep their leaves, while many trees such as the shea tree and acacias lose them. In the dry season the grass is yellow and dry.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Tropical Grassland region. Number 2: explain how savanna plants are adapted to the dry season and to bush fires. Number 3: describe the main soils of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 has a wet season and a dry season, with 500 to 1,500 mm of rain. Garoua has a dry season from November to March.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Hawa travels from Garoua to Ngaoundéré. The grass is dry and yellow, and many trees have no leaves, but the shea tree still has leaves and its bark is not burnt. Hawa asks: "How do the plants of the savanna survive the long dry season and the bush fires?"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 does not know how savanna plants survive the dry season and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grass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tree still has leaves?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shea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bush fires, which destroy plants and the humus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baobab.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big trunk of the baobab help it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stores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trees without leaves.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savanna trees lose their leaves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lose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shea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thick bark help the shea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protects the tree from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hard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this red soil that becomes hard when it dries?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 soil that cracks.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black cotton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fertile and keep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Savanna and Laterite.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savanna vegetation has the following characteristics. Copy the point on Tall grass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Scattered trees and Deciduous trees.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savanna soils have the following characteristics. On this slide we have Ferruginous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Laterite on the left, then draw the diagram on the right: laterite.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Black cotton soils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savanna trees survive the dry season.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lose their leaves; the baobab keeps water in its trunk.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laterite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 roads and bricks.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baobab; number 3,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things that people in your family get from the savanna around Garoua, for example food, wood or animals.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3): The Tropical Grassland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2): THE TROPICAL GRASSLAND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Savanna, deciduous, xerophyte, ferruginous soil, laterite, black cotton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Tropical Grassland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trees and grass around your home. Which trees keep their leaves in the dry season, and which lose them? Is the grass green or dry now?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Trees like the mango and the neem keep their leaves, while many trees such as the shea tree and acacias lose them. In the dry season the grass is yellow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savanna plants are adapted to the dry season and to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wet season and a dry season, with 500 to 1,500 mm of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dry season from November to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Hawa travels from Garoua to Ngaoundéré. The grass is dry and yellow, and many trees have no leaves, but the shea tree still has leaves and its bark is not burnt. Hawa asks: "How do the plants of the savanna survive the long dry season and the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 does not know how savanna plants survive the dry season and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grass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still has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bush fires, which destroy plants and the humus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baobab.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big trunk of the baobab help it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y_tre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without leaves.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savanna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lose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shea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thick bark help 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the tree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hard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red soil that becomes hard when it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 soil that cracks.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black cotton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keep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vegetation of tall grass with scattered trees.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Laterite: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red soil that becomes very hard when it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vegetation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Tall grass: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 grass grows up to 3 m high.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Scattered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Baobab, acacia and shea trees.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Deciduous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storage: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baobab stores water in its trunk.</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Protection: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bark protects trees from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soils have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soils rich in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Laterite: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hard red crust used for roads and bricks.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laterite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Black cotton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clay soils that crack when dry.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Little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Bush fires burn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savanna trees survive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their leaves; the baobab keeps water in its trunk.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laterite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roads and bricks.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are ______ trees.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tree that keeps water in its trunk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hard red layer in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things that people in your family get from the savanna around Garoua, for example food, wood 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 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Shea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karité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Tropical Grassland region. Explain how savanna plants are adapted to the dry season and to bush fires. Describe the main soils of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things that people in your family get from the savanna around Garoua, for example food, wood or animals.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baobab.</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the trees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bark of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laterite road.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grown on black soils.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“'Pain de singe' (monkey's bread) in a baobab, Senegal” by Milamber's portfolio, CC BY-NC-ND 2.0, via Flickr (https://www.flickr.com/photos/90956808@N00/420120264)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(Tall grass):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2026-09-28T20:48:40Z</dcterms:created>
  <dcterms:modified xsi:type="dcterms:W3CDTF">2026-09-28T20:48:40Z</dcterms:modified>
</cp:coreProperties>
</file>