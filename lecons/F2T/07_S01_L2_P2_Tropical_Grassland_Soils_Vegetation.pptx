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2): The Tropical Grassland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savanna, deciduous, xerophyte, ferruginous soil, laterite, black cotton soil. At the end, you should be able to do this: learners are able to recognise the trees and soils of the savanna around them and explain why some trees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1): The Tropical Grassland Region: Location and Characteristics (Climate). The question was: Name two trees of the savanna.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baobab and the shea tree (also the acacia).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Tropical Grassland region. Number 2: explain how savanna plants are adapted to the dry season and to bush fires. Number 3: describe the main soils of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 has a wet season and a dry season, with 500 to 1,500 mm of rain. Garoua has a dry season from November to March.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January, Hawa travels from Garoua to Ngaoundéré. The grass is dry and yellow, and many trees have no leaves, but the shea tree still has leaves and its bark is not burnt. Hawa asks: "How do the plants of the savanna survive the long dry season and the bush fires?"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 does not know how savanna plants survive the dry season and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colour is the grass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tree still has leaves?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shea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bush fires, which destroy plants and the humus of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baobab.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big trunk of the baobab help it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stores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without leaves.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savanna trees lose their leaves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lose less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shea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the thick bark help the shea tree?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protects the tree from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hard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this red soil that becomes hard when it dries?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black soil that cracks.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like black cotton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fertile and keep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Savanna and Laterite.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savanna vegetation has the following characteristics. Copy the point on Tall grass on the left, then draw the diagram on the right: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Scattered trees and Deciduous trees.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a baobab.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Protection.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savanna soils have the following characteristics. On this slide we have Ferruginous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Laterite on the left, then draw the diagram on the right: laterite.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Black cotton soils and Little humus.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ways savanna trees survive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their leaves; the baobab keeps water in its trunk.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laterite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 roads and bricks.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baobab; number 3, laterite.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resources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3): The Tropical Grassland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2): THE TROPICAL GRASSLAND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Savanna, deciduous, xerophyte, ferruginous soil, laterite, black cotton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Tropical Grassland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1): The Tropical Grassland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baobab and the shea tree (also the acacia).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savanna plants are adapted to the dry season and to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soils of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a wet season and a dry season, with 500 to 1,500 mm of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dry season from November to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Hawa travels from Garoua to Ngaoundéré. The grass is dry and yellow, and many trees have no leaves, but the shea tree still has leaves and its bark is not burnt. Hawa asks: "How do the plants of the savanna survive the long dry season and the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 does not know how savanna plants survive the dry season and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colour is the grass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tree still has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bush fires, which destroy plants and the humus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baoba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baobab.</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big trunk of the baobab help it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savanna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lose less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hea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shea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thick bark help the shea tree?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the tree from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hard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red soil that becomes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black soil that cracks.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like black cotton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fertile and keep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 (Part 2): The Tropical Grassland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Savanna: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vegetation of tall grass with scattered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red soil that becomes very hard when it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savanna vegetation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Tall grass: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Elephant grass grows up to 3 m high.</a:t>
            </a:r>
            <a:endParaRPr lang="en-US" sz="3600" dirty="0"/>
          </a:p>
        </p:txBody>
      </p:sp>
      <p:pic>
        <p:nvPicPr>
          <p:cNvPr id="5"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Scattered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Baobab, acacia and shea trees.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Deciduous trees: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Water storage: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baobab stores water in its trunk.</a:t>
            </a:r>
            <a:endParaRPr lang="en-US" sz="3600" dirty="0"/>
          </a:p>
        </p:txBody>
      </p:sp>
      <p:pic>
        <p:nvPicPr>
          <p:cNvPr id="5" name="Image 0" descr="/home/claude/f4/img/v2/f2t_baobab.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baobab</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Protection: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bark protects trees from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soils have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Ferruginous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Red soils rich in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Laterite: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A hard red crust used for roads and bricks.</a:t>
            </a:r>
            <a:endParaRPr lang="en-US" sz="3600" dirty="0"/>
          </a:p>
        </p:txBody>
      </p:sp>
      <p:pic>
        <p:nvPicPr>
          <p:cNvPr id="5" name="Image 0" descr="/home/claude/f4/img/v2/f2t_laterite.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laterite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Black cotton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Fertile clay soils that crack when dry.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Little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Bush fires burn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savanna trees survive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their leaves; the baobab keeps water in its trunk.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laterite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roads and bricks.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 trees.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tree that keeps water in its trunk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hard red layer in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resources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3): The Tropical Grassland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 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Shea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karité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baobab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latérite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2): The Tropical Grassland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Tropical Grassland region. Explain how savanna plants are adapted to the dry season and to bush fires. Describe the main soils of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trees and soils of the savanna around them and explain why some trees lose their leaves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resources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baobab.</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at the trees of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bark of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laterite road.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grown on black soils.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“What happens if you let weeds grow in centre of road, Dakar, Senegal” by ambabheg, CC BY 2.0, via Flickr (https://www.flickr.com/photos/31518985@N04/5627872663)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“Female shea tree (Vitellaria paradoxa) in full flower” by Joel Abroad, CC BY-NC-SA 2.0, via Flickr (https://www.flickr.com/photos/40295335@N00/5603751456)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“Cracked Earth” by Aleatoric Consonance, CC BY 2.0, via Flickr (https://www.flickr.com/photos/93921318@N00/3772011444)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(Tall grass):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2026-09-29T03:12:29Z</dcterms:created>
  <dcterms:modified xsi:type="dcterms:W3CDTF">2026-09-29T03:12:29Z</dcterms:modified>
</cp:coreProperties>
</file>