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2): The Tropical Grassland Region: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savanna, deciduous, xerophyte, ferruginous soil, laterite, black cotton soil. At the end, you should be able to do this: learners are able to recognise the trees and soils of the savanna around them and explain why some trees lose their leaves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1): The Tropical Grassland Region: Location and Characteristics (Climate). The question was: Name two trees of the savanna.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baobab and the shea tree (also the acacia).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vegetation of the Tropical Grassland region. Number 2: explain how savanna plants are adapted to the dry season and to bush fires. Number 3: describe the main soils of the Tropical Grassland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Tropical Grassland lies between 5° and 15° north and south of the Equator. It has a wet season and a dry season, with 500 to 1,500 mm of rain. Garoua has a dry season from November to March.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January, Hawa travels from Garoua to Ngaoundéré. The grass is dry and yellow, and many trees have no leaves, but the shea tree still has leaves and its bark is not burnt. Hawa asks: "How do the plants of the savanna survive the long dry season and the bush fires?"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Hawa does not know how savanna plants survive the dry season and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colour is the grass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Yellow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tree still has leaves?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shea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bush fires, which destroy plants and the humus of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plants and soils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baobab.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the big trunk of the baobab help it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stores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trees without leaves.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many savanna trees lose their leaves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lose less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shea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the thick bark help the shea tree?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protects the tree from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red, hard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this red soil that becomes hard when it dries?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Laterite.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black soil that cracks.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farmers like black cotton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fertile and keep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Savanna and Laterite.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The savanna vegetation has the following characteristics. Copy the point on Tall grass on the left, then draw the diagram on the right: the savanna.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Scattered trees and Deciduous trees.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Water storage on the left, then draw the diagram on the right: a baobab.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Protection.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The savanna soils have the following characteristics. On this slide we have Ferruginous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Laterite on the left, then draw the diagram on the right: laterite.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Black cotton soils and Little humus.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ways savanna trees survive the dry season.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lose their leaves; the baobab keeps water in its trunk.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laterite used for?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 roads and bricks.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deciduous; number 2, baobab; number 3, laterite.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resources of the savanna.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3): The Tropical Grassland Region: Types of Resources and Methods of Exploitation.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2): THE TROPICAL GRASSLAND REGION: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2): The Tropical Grassland Region: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Savanna, deciduous, xerophyte, ferruginous soil, laterite, black cotton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soils and vegetation of the Tropical Grassland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trees and soils of the savanna around them and explain why some trees lose their leaves in the dry season.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1): The Tropical Grassland Region: Location and Characteristics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trees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baobab and the shea tree (also the acacia).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vegetation of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savanna plants are adapted to the dry season and to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soils of the Tropical Grassland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Tropical Grassland lies between 5° and 15°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has a wet season and a dry season, with 500 to 1,500 mm of rain.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has a dry season from November to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Hawa travels from Garoua to Ngaoundéré. The grass is dry and yellow, and many trees have no leaves, but the shea tree still has leaves and its bark is not burnt. Hawa asks: "How do the plants of the savanna survive the long dry season and the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Hawa does not know how savanna plants survive the dry season and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colour is the grass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Yellow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tree still has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shea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bush fires, which destroy plants and the humus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plants and soils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baoba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baobab.</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big trunk of the baobab help it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stores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ry_tre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Trees without leaves.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savanna trees lose their leaves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lose less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hea_t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shea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thick bark help the shea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protects the tree from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hard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red soil that becomes hard when it dries?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Laterite.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racked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black soil that cracks.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like black cotton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fertile and keep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 (Part 2): The Tropical Grassland Region: Characteristics (Soils and Vegetation)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Savanna: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vegetation of tall grass with scattered trees.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Laterite: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red soil that becomes very hard when it dries.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savanna vegetation has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Tall grass: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Elephant grass grows up to 3 m high.</a:t>
            </a:r>
            <a:endParaRPr lang="en-US" sz="3600" dirty="0"/>
          </a:p>
        </p:txBody>
      </p:sp>
      <p:pic>
        <p:nvPicPr>
          <p:cNvPr id="5" name="Image 0" descr="/home/claude/f4/img/v2/f2t_savanna.jpg">    </p:cNvPr>
          <p:cNvPicPr>
            <a:picLocks noChangeAspect="1"/>
          </p:cNvPicPr>
          <p:nvPr/>
        </p:nvPicPr>
        <p:blipFill>
          <a:blip r:embed="rId1"/>
          <a:stretch>
            <a:fillRect/>
          </a:stretch>
        </p:blipFill>
        <p:spPr>
          <a:xfrm>
            <a:off x="5349240" y="2695548"/>
            <a:ext cx="6659575" cy="244531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savanna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Scattered trees: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Baobab, acacia and shea trees.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Deciduous trees: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trees lose their leaves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Water storage: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 baobab stores water in its trunk.</a:t>
            </a:r>
            <a:endParaRPr lang="en-US" sz="3600" dirty="0"/>
          </a:p>
        </p:txBody>
      </p:sp>
      <p:pic>
        <p:nvPicPr>
          <p:cNvPr id="5" name="Image 0" descr="/home/claude/f4/img/v2/f2t_baobab.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baobab</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Protection: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Thick bark protects trees from fire.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soils have the following characteristics: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Ferruginous soils: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Red soils rich in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Laterite: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A hard red crust used for roads and bricks.</a:t>
            </a:r>
            <a:endParaRPr lang="en-US" sz="3600" dirty="0"/>
          </a:p>
        </p:txBody>
      </p:sp>
      <p:pic>
        <p:nvPicPr>
          <p:cNvPr id="5" name="Image 0" descr="/home/claude/f4/img/v2/f2t_laterite.jpg">    </p:cNvPr>
          <p:cNvPicPr>
            <a:picLocks noChangeAspect="1"/>
          </p:cNvPicPr>
          <p:nvPr/>
        </p:nvPicPr>
        <p:blipFill>
          <a:blip r:embed="rId1"/>
          <a:stretch>
            <a:fillRect/>
          </a:stretch>
        </p:blipFill>
        <p:spPr>
          <a:xfrm>
            <a:off x="5349240" y="2070172"/>
            <a:ext cx="6659575" cy="36960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laterite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Black cotton soils: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Fertile clay soils that crack when dry.</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Little humus: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Bush fires burn dead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savanna trees survive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lose their leaves; the baobab keeps water in its trunk.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laterite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roads and bricks.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Trees that lose their leaves are ______ trees.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tree that keeps water in its trunk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hard red layer in the soil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resources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3): The Tropical Grassland Region: Types of Resources and Methods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L'herbe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Deciduous 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L'arbre à feuilles caduques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Shea 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karité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Baobab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baobab</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Laterite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latérite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2): The Tropical Grassland Region: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the Tropical Grassland region. Explain how savanna plants are adapted to the dry season and to bush fires. Describe the main soils of the Tropical Grassland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trees and soils of the savanna around them and explain why some trees lose their leaves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resources of the savanna.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baobab.</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at the trees of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touch the bark of a tree.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a laterite road.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crops grown on black soils.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“What happens if you let weeds grow in centre of road, Dakar, Senegal” by ambabheg, CC BY 2.0, via Flickr (https://www.flickr.com/photos/31518985@N04/5627872663)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“'Pain de singe' (monkey's bread) in a baobab, Senegal” by Milamber's portfolio, CC BY-NC-ND 2.0, via Flickr (https://www.flickr.com/photos/90956808@N00/420120264)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“Female shea tree (Vitellaria paradoxa) in full flower” by Joel Abroad, CC BY-NC-SA 2.0, via Flickr (https://www.flickr.com/photos/40295335@N00/5603751456)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“Cracked Earth” by Aleatoric Consonance, CC BY 2.0, via Flickr (https://www.flickr.com/photos/93921318@N00/3772011444)</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(Tall grass):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2026-10-02T05:14:04Z</dcterms:created>
  <dcterms:modified xsi:type="dcterms:W3CDTF">2026-10-02T05:14:04Z</dcterms:modified>
</cp:coreProperties>
</file>