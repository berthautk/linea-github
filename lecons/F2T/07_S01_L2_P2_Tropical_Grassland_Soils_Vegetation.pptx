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2): The Tropical Grassland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savanna, deciduous, xerophyte, ferruginous soil, laterite, black cotton soil. At the end, you should be able to do this: learners are able to recognise the trees and soils of the savanna around them and explain why some trees lose their leaves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1): The Tropical Grassland Region: Location and Characteristics (Climate). The question was: Look at the trees and grass around your home. Which trees keep their leaves in the dry season, and which lose them? Is the grass green or dry now? Write your observations.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Trees like the mango and the neem keep their leaves, while many trees such as the shea tree and acacias lose them. In the dry season the grass is yellow and dry.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the Tropical Grassland region. Number 2: explain how savanna plants are adapted to the dry season and to bush fires. Number 3: describe the main soils of the Tropical Grassland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Tropical Grassland lies between 5° and 15° north and south of the Equator. It has a wet season and a dry season, with 500 to 1,500 mm of rain. Garoua has a dry season from November to March.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Hawa travels from Garoua to Ngaoundéré. The grass is dry and yellow, and many trees have no leaves, but the shea tree still has leaves and its bark is not burnt. Hawa asks: "How do the plants of the savanna survive the long dry season and the bush fires?"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Hawa does not know how savanna plants survive the dry season and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is the grass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Yellow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tree still has leaves?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shea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bush fires, which destroy plants and the humus of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plants and soils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baobab.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big trunk of the baobab help it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stores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trees without leaves.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many savanna trees lose their leaves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lose less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shea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the thick bark help the shea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protects the tree from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hard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this red soil that becomes hard when it dries?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Laterite.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black soil that cracks.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like black cotton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fertile and keep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Savanna and Laterite.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savanna vegetation has the following characteristics. Copy the point on Tall grass on the left, then draw the diagram on the right: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Scattered trees and Deciduous trees.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storage on the left, then draw the diagram on the right: a baobab.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Protection.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savanna soils have the following characteristics. On this slide we have Ferruginous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Laterite on the left, then draw the diagram on the right: laterite.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Black cotton soils and Little humus.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ways savanna trees survive the dry season.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lose their leaves; the baobab keeps water in its trunk.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laterite used for?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 roads and bricks.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deciduous; number 2, baobab; number 3, laterite.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things that people in your family get from the savanna around Garoua, for example food, wood or animals.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3): The Tropical Grassland Region: Types of Resources and Methods of Exploitation.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2): THE TROPICAL GRASSLAND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2): The Tropical Grassland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Savanna, deciduous, xerophyte, ferruginous soil, laterite, black cotton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the Tropical Grassland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trees and soils of the savanna around them and explain why some trees lose their leaves in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1): The Tropical Grassland Region: Location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trees and grass around your home. Which trees keep their leaves in the dry season, and which lose them? Is the grass green or dry now? Write your observations.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Trees like the mango and the neem keep their leaves, while many trees such as the shea tree and acacias lose them. In the dry season the grass is yellow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savanna plants are adapted to the dry season and to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soils of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Tropical Grassland lies between 5° and 15°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a wet season and a dry season, with 500 to 1,500 mm of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dry season from November to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Hawa travels from Garoua to Ngaoundéré. The grass is dry and yellow, and many trees have no leaves, but the shea tree still has leaves and its bark is not burnt. Hawa asks: "How do the plants of the savanna survive the long dry season and the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Hawa does not know how savanna plants survive the dry season and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is the grass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Yellow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tree still has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shea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bush fires, which destroy plants and the humus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plants and soils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aoba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baobab.</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big trunk of the baobab help it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stores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ry_tre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without leaves.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savanna trees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lose less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hea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shea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thick bark help the shea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protects the tree from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hard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red soil that becomes hard when it dries?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black soil that cracks.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like black cotton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fertile and keep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2): The Tropical Grassland Region: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vegetation of tall grass with scattered trees.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Laterite: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red soil that becomes very hard when it dries.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vegetation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Tall grass: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Elephant grass grows up to 3 m high.</a:t>
            </a:r>
            <a:endParaRPr lang="en-US" sz="3600" dirty="0"/>
          </a:p>
        </p:txBody>
      </p:sp>
      <p:pic>
        <p:nvPicPr>
          <p:cNvPr id="5"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Scattered trees: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Baobab, acacia and shea trees.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Deciduous trees: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trees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Water storage: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baobab stores water in its trunk.</a:t>
            </a:r>
            <a:endParaRPr lang="en-US" sz="3600" dirty="0"/>
          </a:p>
        </p:txBody>
      </p:sp>
      <p:pic>
        <p:nvPicPr>
          <p:cNvPr id="5" name="Image 0" descr="/home/claude/f4/img/v2/f2t_baobab.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baobab</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Protection: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Thick bark protects trees from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savanna soils have the following characteristics: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Ferruginous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Red soils rich in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Laterite: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hard red crust used for roads and bricks.</a:t>
            </a:r>
            <a:endParaRPr lang="en-US" sz="3600" dirty="0"/>
          </a:p>
        </p:txBody>
      </p:sp>
      <p:pic>
        <p:nvPicPr>
          <p:cNvPr id="5" name="Image 0" descr="/home/claude/f4/img/v2/f2t_laterite.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laterite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Black cotton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Fertile clay soils that crack when dry.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Little humus: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Bush fires burn dead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savanna trees survive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their leaves; the baobab keeps water in its trunk.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laterite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roads and bricks.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Trees that lose their leaves are ______ trees.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tree that keeps water in its trunk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hard red layer in the soil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things that people in your family get from the savanna around Garoua, for example food, wood or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3): The Tropical Grassland Region: Types of Resources and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Deciduous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 à feuilles caduques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Shea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karité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Baobab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baobab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latérite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2): The Tropical Grassland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the Tropical Grassland region. Explain how savanna plants are adapted to the dry season and to bush fires. Describe the main soils of the Tropical Grassland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trees and soils of the savanna around them and explain why some trees lose their leaves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things that people in your family get from the savanna around Garoua, for example food, wood or animals.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baobab.</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at the trees of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touch the bark of a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laterite road.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grown on black soils.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“What happens if you let weeds grow in centre of road, Dakar, Senegal” by ambabheg, CC BY 2.0, via Flickr (https://www.flickr.com/photos/31518985@N04/5627872663)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“'Pain de singe' (monkey's bread) in a baobab, Senegal” by Milamber's portfolio, CC BY-NC-ND 2.0, via Flickr (https://www.flickr.com/photos/90956808@N00/420120264)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“Female shea tree (Vitellaria paradoxa) in full flower” by Joel Abroad, CC BY-NC-SA 2.0, via Flickr (https://www.flickr.com/photos/40295335@N00/5603751456)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“Cracked Earth” by Aleatoric Consonance, CC BY 2.0, via Flickr (https://www.flickr.com/photos/93921318@N00/3772011444)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(Tall grass):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2026-09-28T21:14:24Z</dcterms:created>
  <dcterms:modified xsi:type="dcterms:W3CDTF">2026-09-28T21:14:24Z</dcterms:modified>
</cp:coreProperties>
</file>