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3): The Tropical Grassland Region: Types of Resources and Methods of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resource, exploitation, pasture, national park, hydro-electric power, irrigation. At the end, you should be able to do this: learners are able to name the resources of the savanna around them and explain how people use them to earn a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2): The Tropical Grassland Region: Characteristics (Soils and Vegetation). The question was: List three things that people in your family get from the savanna around Garoua, for example food, wood or animals.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food (maize, sorghum, groundnuts, shea butter); wood (firewood, charcoal, poles for building); animals (cattle, goats, meat and milk).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resource and exploitation. Number 2: identify the main resources of the Tropical Grassland region. Number 3: describe the methods used to exploit these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savanna has tall grasses and scattered trees. Its soils are ferruginous, with laterite and black cotton soils. Plants survive the dry season by losing leaves and storing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lives near the Lagdo lake. His uncle fishes in the lake, his father grows cotton, and his cousin guides tourists in the Bénoué National Park. A visitor says, "The savanna is a poor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visitor thinks the savanna is poor, but it has many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resources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 farmland for cotton, and wild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Ibrahim answer?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say that the savanna gives food, money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resources of the savanna carefully so that they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riches of the savanna and how people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cattle feed on the savanna grass.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these animals eat? Who rears them in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eat grass. The Fulani (Mbororo) rear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crop grows here? Why do farmers grow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Farmers sell it to earn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elephants in a savanna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can we see these animals in North Cameroon? Who comes to see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Bénoué, Bouba Ndjida and Waza parks. Tourists come to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lake made by a dam,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Lagdo dam made a big lake on the Benue. Give two ways people use its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fishing and for electricity. Also to water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bags of charcoal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people make from the trees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Firewood, charcoal, shea butter and fruits.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and Methods of Exploitation. The savanna has the following resources. On this slide we have Pasture and Farmland.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and Methods of Exploitation. On this slide we have Wildlife, Water and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resource?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anything in nature that people can use.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resources of the savanna and how they are used.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grass for cattle; water of Lagdo for fishing and electricity.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resource; number 2, cattle (animals); number 3,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or a herder in your area about his work: what he produces, which tools he uses and where he sells his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4): The Tropical Grassland Region: Human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3): THE TROPICAL GRASSLAND REGION: TYPES OF RESOURCES AND METHODS OF EXPLOITATION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Types of Resources and Methods of Exploitation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exploitation, pasture, national park, hydro-electric power, irrigation.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resources of the Tropical Grassland region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2): The Tropical Grassland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food (maize, sorghum, groundnuts, shea butter); wood (firewood, charcoal, poles for building); animals (cattle, goats, meat and milk).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exploitation.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used to exploit these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savanna has tall grasses and scattered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are ferruginous, with laterite and black cotton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survive the dry season by losing leaves and storing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lives near the Lagdo lake. His uncle fishes in the lake, his father grows cotton, and his cousin guides tourists in the Bénoué National Park. A visitor says, "The savanna is a poor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visitor thinks the savanna is poor, but it has many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resources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farmland for cotton, and wild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Ibrahim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say that the savanna gives food, money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resources of the savanna carefully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riches of the savanna and how people use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feed on the savanna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these animals eat? Who rears them in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eat grass. The Fulani (Mbororo) rear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grows here? Why do farmers grow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Farmers sell it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in a savanna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we see these animals in North Cameroon? Who comes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Bénoué, Bouba Ndjida and Waza parks. Tourists come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lake made by a dam,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dam made a big lake on the Benue. Give two ways people use its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fishing and for electricity. Also to water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Bags of charcoal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make from the trees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charcoal, shea butter and fruits.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a resource to meet our needs or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feeds cattle, sheep and goats kept by herders.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the land to grow cotton, maize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Wildlife: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in national parks such as the Benue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the Lagdo Dam give water, fish and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give firewood, charcoal and shea butter.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the savanna and how they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for cattle; water of Lagdo for fishing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Anything in nature that people can use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grass is used to feed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Lagdo dam produces fish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herder in your area about his work: what he produces, which tools he uses and where he sells his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exploitation. Identify the main resources of the Tropical Grassland region. Describe the methods used to exploit these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or a herder in your area about his work: what he produces, which tools he uses and where he sells his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The Lagdo dam on the Benue (1982) produces about 72 MW of electricity.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rears cattle in their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a piece of raw cotton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to name wild animals of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where the electricity of Garoua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their mother uses to cook.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Lagdo dam and national parks of North Cameroon: general reference sources (Wikipedia).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“Charcoal, made from tree branches” by World Bank Photo Collection, CC BY-NC-ND 2.0, via Flickr (https://www.flickr.com/photos/10816734@N03/25644159775)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