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(Part 5): The Sectors of the Economy: The Tertiary Sector (Definition and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Sectors of the Economy.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Economic Activities, and the sub-topic is Sectors of the Economy. The key notions we shall use today are: tertiary sector, services, trade, transport, communication, banking, tourism, administration. At the end, you should be able to do this: learners are able to identify the services they use every day and explain why services are necessary for other sectors.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(Part 4): The Sectors of the Economy: The Secondary Sector (Definition and Examples). The question was: List four services that your family uses every week, for example transport, school, hospital, market or mobile money.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transport (moto-taxi, bus); school; hospital or health centre; market; mobile money (MTN, Orange).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tertiary sector. Number 2: name the main tertiary activities. Number 3: give examples of tertiary activities in Cameroon and explain their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secondary sector transforms raw materials into finished goods. It includes agro-industries, heavy industries, construction, energy and crafts.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CICAM factory in Garoua has made a lot of cloth. But the road to Ngaoundéré is damaged, and lorries cannot pass. The cloth stays in the factory, and traders in the South have nothing to sell.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cloth cannot reach the traders because the road is damaged.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service is missing?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can the government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Repair the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services such as mobile money and banks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jobs that give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market in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These people buy and sell. What do we call this service?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train in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three means of transport used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Road (lorries, buses), train and plane (also boats).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mobile money shop.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mobile money help people?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People can send and keep money with a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teacher in a classroom.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two services given by the state.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Schools (education) and hospitals (health).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leopard in a national park.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 tourists visit North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see wild animals in the Waza and Bénoué parks.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Tertiary sector.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Examples of the Tertiary Sector. The tertiary sector in Cameroon includes the following services. On this slide we have Trade and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Examples of the Tertiary Sector. On this slide we have Banking, Social services and Tourism.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tertiary sector?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sector that gives services.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examples of services.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trade, transport and education (also banking, health, tourism).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tertiary; number 2, trade; number 3, tourism.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out what a research centre does. Ask an adult or read about IRAD (Institute of Agricultural Research for Development).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(Part 6): The Sectors of the Economy: The Quaternary Sector (Definition and Examples).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5 (PART 5): THE SECTORS OF THE ECONOMY: THE TERTIARY SECTOR (DEFINITION AND EXAMPLES)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 (Part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Sectors of the Economy: The Tertiary Sector (Definition and Examples)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Sectors of the Economy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Sectors of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(Part 5): The Sectors of the Economy: The Tertiary Sector (Definition and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Tertiary sector, services, trade, transport, communication, banking, tourism, administration.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and examples of the tertiary sector, with examples from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the services they use every day and explain why services are necessary for other sectors.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(Part 4): The Sectors of the Economy: The Secondary Sector (Definition and Examples)):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four services that your family uses every week, for example transport, school, hospital, market or mobile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transport (moto-taxi, bus); school; hospital or health centre; market; mobile money (MTN, Orange).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tertiary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main tertiary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tertiary activities in Cameroon and explain their importance.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secondary sector transforms raw materials into finished goods.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includes agro-industries, heavy industries, construction, energy and crafts.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CICAM factory in Garoua has made a lot of cloth. But the road to Ngaoundéré is damaged, and lorries cannot pass. The cloth stays in the factory, and traders in the South have nothing to sell.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cloth cannot reach the traders because the road is damaged.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service is missing?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the government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Repair the 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services such as mobile money and banks safely.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jobs that give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TRADE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market in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TRADE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people buy and sell. What do we call this service?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TRADE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TRANSPORT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tr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train in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means of transport used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 (lorries, buses), train and plane (also boats).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BANKING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mobile_mone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mobile money shop.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BANKING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mobile money help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BANKING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can send and keep money with a phone.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SOCIAL SERVICES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lassroo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teacher in a classroom.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SOCIAL SERVICES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services given by the state.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SOCIAL SERVICES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Schools (education) and hospitals (health).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TOURISM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afar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leopard in a national park.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TOURISM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tourists visit North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TOURISM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see wild animals in the Waza and Bénoué parks.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Economic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Sectors of the Economy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5): The Sectors of the Economy: The Tertiary Sector (Definition and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Tertiary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sector that gives services to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Examples of the Tertiary Sector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tertiary sector in Cameroon includes the following services: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Goods are bought and sold in markets, shops and supermarkets.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and goods move by road, train, plane and boat.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Examples of the Tertiary Sector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Banking: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Banks and mobile money keep and transfer money.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Social 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Schools and hospitals serve the population.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Tourists visit the Waza and Benue parks and the beaches of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tertiary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sector that gives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examples of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Trade, transport and education (also banking, health,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sector that gives services is the ______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Buying and selling goods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Visiting parks for pleasure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out what a research centre does. Ask an adult or read about IRAD (Institute of Agricultural Research for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6): The Sectors of the Economy: The Quaternary Sector (Definition and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Service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service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commerce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Bank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banque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Insurance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L'assurance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Tourism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tourisme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Health care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soins de santé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Market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marché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(Part 5): The Sectors of the Economy: The Tertiary Sector (Definition and Examples)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tertiary sector. Name the main tertiary activities. Give examples of tertiary activities in Cameroon and explain their importance.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the services they use every day and explain why services are necessary for other sectors.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Examples of the Tertiary Sector.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out what a research centre does. Ask an adult or read about IRAD (Institute of Agricultural Research for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to describe the Garoua central market.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how they travel to Ngaoundéré or Yaoundé.</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learners who uses mobile money in their family.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use the class itself as the example.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learners to name the national parks of the North.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“Train de nuit” by Huard, CC BY-NC-ND 2.0, via Flickr (https://www.flickr.com/photos/41569561@N07/5499545979)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“Scenes from Rwanda” by International Monetary Fund, CC BY-NC-ND 2.0, via Flickr (https://www.flickr.com/photos/38851430@N07/52660758172)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“Class” by WABC Certified Business Coach • Counselor, CC BY 2.0, via Flickr (https://www.flickr.com/photos/43919827@N00/3617014360)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“Sri Lankan Leopard” by Shanaka Kalubowila, CC BY-NC-ND 2.0, via Flickr (https://www.flickr.com/photos/50057113@N06/43689916724)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2026-09-27T10:07:32Z</dcterms:created>
  <dcterms:modified xsi:type="dcterms:W3CDTF">2026-09-27T10:07:32Z</dcterms:modified>
</cp:coreProperties>
</file>