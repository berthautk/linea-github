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4 (Part 4): The Temperate Region: Problems Faced and Adaptations.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2 Technical. It belongs to Economic Geography — Natural Regions: 4. The Temperate Region.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 in His Environment, and the sub-topic is Natural Regions. The key notions we shall use today are: frost, snow, short growing season, drought, forest fire, shelterbelt, greenhouse. At the end, you should be able to do this: learners are able to explain how people adapt their houses, clothes and farming to a difficult climate, and apply this idea to their own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4 (Part 3): The Temperate Region: Human Activities (Farming). The question was: Ask an adult who has lived or travelled in Europe what difficulties people face in winter. Write down two of them.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Examples: snow and ice block roads and cause accidents; it is very cold, so people must pay for heating; days are short and dark; water pipes can freeze.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identify the problems faced by people in the temperate region. Number 2: describe how people adapt their houses, clothes and transport. Number 3: describe how farmers adapt to the problems of the temperate climate.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Temperate farming includes mixed, dairy, grain, ranching and Mediterranean farming. It is very productive thanks to machines, science and cooperatives.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January, heavy snow falls on a village in Canada. The roads are blocked, the water pipes freeze and the farmer cannot take his cows out.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snow blocks the roads and freezes the water pipes.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Why can the cows not go out?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grass is under the snow.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can the farmer give them?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Hay that he stored in summer.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protect the soil from wind with lines of trees, as temperate farmers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problems of the temperate region and how people adapt.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machine clears the snow from a road.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problem does snow cause? How do people solve it?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blocks the roads. Machines clear the snow.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dust storm on a farm in the USA in the 1930s.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The wind blew away the dry soil of the farms. What was this disaster called?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Dust Bowl.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forest fire in Greece in summer.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are there forest fires around the Mediterranean in summer?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summer is hot and dry, so plants burn easily.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vegetables grow inside a glass house.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How can farmers grow vegetables when it is too cold outside?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grow them in greenhouses, where it is warm.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lines of trees around fields.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do farmers plant lines of trees around their fields?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trees stop the wind, so the soil is not blown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Greenhouse and Shelterbelt.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Problems Faced. People in the temperate region face the following problems. On this slide we have Cold winters and Short growing season.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Problems Faced. On this slide we have Soil erosion, Forest fires and Pollution.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Adaptations. People adapt in the following ways. On this slide we have Houses and clothes and Transport.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Adaptations. On this slide we have Farming and Soil protection.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two problems of the temperate region.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cold winters with snow; soil erosion by wind.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How can farmers grow vegetables in winter?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in greenhouses.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greenhouse; number 2, shelterbelt; number 3, Bowl.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List five jobs done by people in your family or neighbourhood (for example farmer, trader, teacher, mechanic, tailor).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5 (Part 1): The Sectors of the Economy: Introduction, Definitions and Key Concepts.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2 TECHNICAL</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4 (PART 4): THE TEMPERATE REGION: PROBLEMS FACED AND ADAPTATIONS</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2 TECHNICAL</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4 (Part 4)</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Temperate Region: Problems Faced and Adaptations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2 Technical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Economic Geography — Natural Regions: 4. The Temperate Region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 in His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Natural Regions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4 (Part 4): The Temperate Region: Problems Faced and Adaptations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Frost, snow, short growing season, drought, forest fire, shelterbelt, greenhouse.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Problems faced in the temperate region and the adaptations of people.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how people adapt their houses, clothes and farming to a difficult climate, and apply this idea to their own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4 (Part 3): The Temperate Region: Human Activities (Farming)):</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Ask an adult who has lived or travelled in Europe what difficulties people face in winter. Write down two of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Examples: snow and ice block roads and cause accidents; it is very cold, so people must pay for heating; days are short and dark; water pipes can freeze.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the problems faced by people in the temperate region.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how people adapt their houses, clothes and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how farmers adapt to the problems of the temperate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Temperate farming includes mixed, dairy, grain, ranching and Mediterranean farming.</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It is very productive thanks to machines, science and cooperatives.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January, heavy snow falls on a village in Canada. The roads are blocked, the water pipes freeze and the farmer cannot take his cows out.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snow blocks the roads and freezes the water pipes.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can the cows not go out?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grass is under the snow.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can the farmer give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Hay that he stored in summer.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Protect the soil from wind with lines of trees, as temperate farmers do.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problems of the temperate region and how people adapt.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PROBLEMS FACED</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snowplough.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machine clears the snow from a road.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PROBLEMS FACED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problem does snow cause? How do people solve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PROBLEMS FACED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blocks the roads. Machines clear the snow.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PROBLEMS FACED</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dust_bowl.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dust storm on a farm in the USA in the 1930s.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PROBLEMS FACED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wind blew away the dry soil of the farms. What was this disaster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PROBLEMS FACED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Dust Bowl.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PROBLEMS FACED</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forest_fire.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forest fire in Greece in summer.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PROBLEMS FACED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there forest fires around the Mediterranean in summer?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PROBLEMS FACED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summer is hot and dry, so plants burn easily.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ADAPTATIONS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greenhouse.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Vegetables grow inside a glass house.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ADAPTATIONS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farmers grow vegetables when it is too cold outside?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ADAPTATIONS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grow them in greenhouses, where it is warm.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ADAPTATIONS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shelterbel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Lines of trees around fields.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ADAPTATIONS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farmers plant lines of trees around their fields?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ADAPTATIONS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trees stop the wind, so the soil is not blown away.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Man in His Environment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Natural Regions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4 (Part 4): The Temperate Region: Problems Faced and Adaptations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Greenhouse: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glass house where plants grow in warmth.</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Shelterbelt: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line of trees that stops the wind.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Problems Faced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People in the temperate region face the following problems: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Cold winters: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Snow blocks roads and cold freezes water pipes.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Short growing season: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Crops can grow only in spring and summer.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Problems Faced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Soil erosion: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wind blows away dry soil, as in the Dust Bowl of the USA.</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Forest fires: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Fires burn the forests around the Mediterranean in the dry summer.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Pollution: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Fertilisers and factories pollute rivers and the air.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Adaptations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People adapt in the following ways: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Houses and clothes: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use heating, thick walls and warm coats in winter.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Transport: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Machines clear snow from roads and railways.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Adaptations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Farming: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Farmers use greenhouses and store hay to feed animals in winter.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Soil protection: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Shelterbelts of trees protect the soil from the wind.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problems of the temperate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Cold winters with snow; soil erosion by wind.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farmers grow vegetables in winter?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greenhouses.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glass house for plants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line of trees that stops the wind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1930s disaster in the USA was the Dust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five jobs done by people in your family or neighbourhood (for example farmer, trader, teacher, mechanic, tailor).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5 (Part 1): The Sectors of the Economy: Introduction, Definitions and Key Concepts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Frost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gel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Snow</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neige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Greenhouse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serre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Heating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chauffage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Forest fire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L'incendie de forêt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Flood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L'inondation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Shelterbelt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brise-vent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Pollution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pollution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 in His Environment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4 (Part 4): The Temperate Region: Problems Faced and Adaptations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Identify the problems faced by people in the temperate region. Describe how people adapt their houses, clothes and transport. Describe how farmers adapt to the problems of the temperate climate.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how people adapt their houses, clothes and farming to a difficult climate, and apply this idea to their own environment.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Problems Faced; Adaptations.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List five jobs done by people in your family or neighbourhood (for example farmer, trader, teacher, mechanic, tailor).</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describe a road covered with snow.</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compare with a very strong Harmattan.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compare with bush fires in the savanna.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explain: a house of glass that keeps the heat of the sun.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compare with trees planted against the Harmattan.</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Harmonised Progression Sheet, Economic Geography (5051), Form 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Class textbook: The major biomes of the world (temperate regions).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“First Snowplow of the Season” by JLS Photography - Alaska, CC BY-NC-ND 2.0, via Flickr (https://www.flickr.com/photos/50830796@N04/37613240186)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“Dust Bowl 1935” by MyEyeSees, CC BY-NC-ND 2.0, via Flickr (https://www.flickr.com/photos/57884042@N00/3182214903)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“Forest Fires in Greece” by Lotus R, CC BY-SA 2.0, via Flickr (https://www.flickr.com/photos/66012345@N00/964251167)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“Inside the Greenhouse” by USAID_IMAGES, CC BY-NC-ND 2.0, via Flickr (https://www.flickr.com/photos/46658241@N06/15000160655)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“20210723-NRCS-LSC-0128” by USDAgov, Public domain 1.0, via Flickr (https://www.flickr.com/photos/41284017@N08/51526578960)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2026-09-27T10:07:31Z</dcterms:created>
  <dcterms:modified xsi:type="dcterms:W3CDTF">2026-09-27T10:07:31Z</dcterms:modified>
</cp:coreProperties>
</file>