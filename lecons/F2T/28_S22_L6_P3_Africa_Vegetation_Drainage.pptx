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3): Africa: Vegetation and Drainage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vegetation zone, drainage, river basin, mouth, delta, waterfall, inland drainage. At the end, you should be able to do this: learners are able to name the main vegetation zones, rivers and lakes of Africa and explain how people use rivers and lakes.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(Part 2): Africa: Climate, Soils and Relief of Africa. The question was: Name three big rivers of Africa.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Nile, the Congo and the Niger (also the Zambezi).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vegetation zones of Africa. Number 2: name the main rivers and lakes of Africa and locate them. Number 3: explain the importance of African rivers and lakes.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climatic zones of Africa are repeated north and south of the Equator. Africa has plateaux, basins, mountains and the Great Rift Valley. Its soils include ferrallitic, ferruginous, desert, volcanic and alluvial soils.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Lake Chad, north of Cameroon, is much smaller today than sixty years ago, and many fishermen and farmers have lost their work. Mariam asks: "What are the vegetation, the rivers and the lakes of Africa, and why is Lake Chad shrinking?"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Mariam does not know the vegetation and drainage of Africa and why Lake Chad is shrinking.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happened to Lake Chad?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become much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lost their work?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Fishermen and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forests, rivers and lakes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vegetation, rivers and lakes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vegetation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vegetation covers most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thick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forest so thick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hot and wet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rivers and lakes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two big rivers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Nile and the Congo (also the Niger and the Zambezi).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Benue.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Benue flows through Garoua. Which big river does it join?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lake Chad.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reason why Lake Chad is shrinking.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Less rain (drought) and too much water taken for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Vegetation and Drainage.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Africa has the following vegetation zones. Copy the point on Equatorial forest on the left, then draw the diagram on the right: the vegetation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Savanna, Desert vegetation and Mediterranean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Mountain vegetation.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Drainage. The main rivers and lakes of Africa and their importance are the following. Copy the point on The Nile on the left, then draw the diagram on the right: the rivers and lakes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Drainage. On this slide we have The Congo, The Niger and The Zambezi.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Lakes on the left, then draw the diagram on the right: lake Chad.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Drainage.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vegetation covers most of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savanna.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The Benue is a tributary of which river?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Niger.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Nile; number 2, tributary; number 3,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three vegetation zones of Africa that we studied.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(PART 3): AFRICA: VEGETATION AND DRAINAGE OF AFRICA</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Vegetation and Drainage of Africa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3): Africa: Vegetation and Drainage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zone, drainage, river basin, mouth, delta, waterfall, inland drainage.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and drainage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name the main vegetation zones, rivers and lakes of Africa and explain how people use rivers and lakes.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(Part 2): Africa: Climate, Soils and Relief of Africa):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big rivers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the Congo and the Niger (also the Zambezi).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vegetation zones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rivers and lakes of Africa and locate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African rivers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climatic zones of Africa are repeated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has plateaux, basins, mountains and the Great Rift Valley.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soils include ferrallitic, ferruginous, desert, volcanic and alluvial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Chad, north of Cameroon, is much smaller today than sixty years ago, and many fishermen and farmers have lost their work. Mariam asks: "What are the vegetation, the rivers and the lakes of Africa, and why is Lake Chad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Mariam does not know the vegetation and drainage of Africa and why Lake Chad is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to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become much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lost their 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and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forests, rivers and lakes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vegetation, rivers and lakes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vegetation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thick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forest so thick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wet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drainag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rivers and lakes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big rivers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and the Congo (also the Niger and the Zambezi).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Benue.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flows through Garoua. Which big river does it join?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ake_ch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reason why Lake Chad is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rain (drought) and too much water taken for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3): Africa: Vegetation and Drainage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Vegetation: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plants that grow naturally in an area.</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Drainage: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rivers and lakes of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Africa has the following vegetation zones: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Equatorial forest: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Thick evergreen forest in the Congo Basin.</a:t>
            </a:r>
            <a:endParaRPr lang="en-US" sz="3600" dirty="0"/>
          </a:p>
        </p:txBody>
      </p:sp>
      <p:pic>
        <p:nvPicPr>
          <p:cNvPr id="5" name="Image 0" descr="/home/claude/f4/img/v2/africa_vegetation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vegetation of Africa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Savanna: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Grass and scattered trees, covering most of Africa.</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Desert vegetation: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Few scattered plants in the Sahara and the Kalahari.</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Mediterranean vegetation: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Olive trees and shrubs at the north and south tips.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Mountain vegetation: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Forests and grass on high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main rivers and lakes of Africa and their importance are the following:</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The Nile: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longest river, flowing into the Mediterranean Sea.</a:t>
            </a:r>
            <a:endParaRPr lang="en-US" sz="3600" dirty="0"/>
          </a:p>
        </p:txBody>
      </p:sp>
      <p:pic>
        <p:nvPicPr>
          <p:cNvPr id="5" name="Image 0" descr="/home/claude/f4/img/v2/africa_drainage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rivers and lakes of Africa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The Congo: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carries the most water, into the Atlantic Ocean.</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The Niger: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flows into the Gulf of Guinea, and the Benue joins it.</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The Zambezi: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flows into the Indian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Lakes: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Lake Victoria is the largest, and Lake Chad is shrinking.</a:t>
            </a:r>
            <a:endParaRPr lang="en-US" sz="3600" dirty="0"/>
          </a:p>
        </p:txBody>
      </p:sp>
      <p:pic>
        <p:nvPicPr>
          <p:cNvPr id="5" name="Image 0" descr="/home/claude/f4/img/v2/f2t_lake_cha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Chad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Importance: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fishing, transport, irrigation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is a tributary of which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river of Africa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river that joins a bigger river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lake north of Cameroon that is shrinking is Lake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vegetation zones of Africa that we studied.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L'affluent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L'embouchure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hydrographique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3): Africa: Vegetation and Drainage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vegetation zones of Africa. Name the main rivers and lakes of Africa and locate them. Explain the importance of African rivers and lakes.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name the main vegetation zones, rivers and lakes of Africa and explain how people use rivers and lakes.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Drainage.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three vegetation zones of Africa that we studied.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vegetation belts.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forest of the South.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rivers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Lake Chad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2026-09-29T03:12:34Z</dcterms:created>
  <dcterms:modified xsi:type="dcterms:W3CDTF">2026-09-29T03:12:34Z</dcterms:modified>
</cp:coreProperties>
</file>