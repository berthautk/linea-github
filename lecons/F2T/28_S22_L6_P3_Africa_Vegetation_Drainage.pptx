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3): Africa: Vegetation and Drainage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vegetation zone, drainage, river basin, mouth, delta, waterfall, inland drainage. At the end, you should be able to do this: learners are able to name the main vegetation zones, rivers and lakes of Africa and explain how people use rivers and lakes.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(Part 2): Africa: Climate, Soils and Relief of Africa. The question was: Name three big rivers of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Nile, the Congo and the Niger (also the Zambezi).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vegetation zones of Africa. Number 2: name the main rivers and lakes of Africa and locate them. Number 3: explain the importance of African rivers and lakes.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climatic zones of Africa are repeated north and south of the Equator. Africa has plateaux, basins, mountains and the Great Rift Valley. Its soils include ferrallitic, ferruginous, desert, volcanic and alluvial soils.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Lake Chad, north of Cameroon, is much smaller today than sixty years ago, and many fishermen and farmers have lost their work. Mariam asks: "What are the vegetation, the rivers and the lakes of Africa, and why is Lake Chad shrinking?"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the vegetation and drainage of Africa and why Lake Chad is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to Lake Chad?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become much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lost their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Fishermen and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forests, rivers and lakes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vegetation, rivers and lakes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thick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forest so thick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and wet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rivers and lakes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big rivers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Nile and the Congo (also the Niger and the Zambezi).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Benue flows through Garoua. Which big river does it join?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reason why Lake Chad is shrinking.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rain (drought) and too much water taken for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Vegetation and Drainage.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Africa has the following vegetation zones. Copy the point on Equatorial forest on the left, then draw the diagram on the right: the vegetation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Savanna, Desert vegetation and Mediterranean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Mountain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Rivers and Lakes. The main rivers and lakes of Africa are the following. Copy the point on The Nile on the left, then draw the diagram on the right: the rivers and lakes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Rivers and Lakes. On this slide we have The Congo and The Niger and the Zambezi.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Lakes on the left, then draw the diagram on the right: lake Chad.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Rivers and lakes are important for the following reasons. On this slide we have Water supply, Fishing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Irrigation and electricity.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vegetation covers most of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Benue is a tributary of which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Niger.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Nile; number 2, tributary;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vegetation zones of Africa that we studied.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(PART 3): AFRICA: VEGETATION AND DRAINAGE OF AFRICA</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Vegetation and Drainage of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3): Africa: Vegetation and Drainage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zone, drainage, river basin, mouth, delta, waterfall, inland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and drainage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main vegetation zones, rivers and lakes of Africa and explain how people use rivers and lakes.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(Part 2): Africa: Climate, Soils and Relief of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big rivers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the Congo and the Niger (also the Zambezi).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vegetation zones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rivers and lakes of Africa and locate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African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climatic zones of Africa are repeated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has plateaux, basins, mountains and the Great Rift Valley.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include ferrallitic, ferruginous, desert, volcanic and alluvial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north of Cameroon, is much smaller today than sixty years ago, and many fishermen and farmers have lost their work. Mariam asks: "What are the vegetation, the rivers and the lakes of Africa, and why is Lake Chad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the vegetation and drainage of Africa and why Lake Chad is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become much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lost their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and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forests, rivers and lakes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vegetation, rivers and lakes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thick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so thick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drainag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rivers and lakes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big rivers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and the Congo (also the Niger and the Zambezi).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flows through Garoua. Which big river does it join?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Lake Chad is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rain (drought) and too much water taken for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3): Africa: Vegetation and Drainage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plants that grow naturally in an area.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Drainage: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rivers and lakes of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vegetation zones: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Equatorial forest: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Thick evergreen forest in the Congo Basin.</a:t>
            </a:r>
            <a:endParaRPr lang="en-US" sz="3600" dirty="0"/>
          </a:p>
        </p:txBody>
      </p:sp>
      <p:pic>
        <p:nvPicPr>
          <p:cNvPr id="5" name="Image 0" descr="/home/claude/f4/img/v2/africa_vegetation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vegetation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Grass and scattered trees, covering most of Africa.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Few scattered plants in the Sahara and the Kalahari.</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trees and shrubs at the north and south tips.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Mountain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and grass on high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Main Rivers and Lakes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rivers and lakes of Africa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The Nile: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longest river, flowing into the Mediterranean Sea.</a:t>
            </a:r>
            <a:endParaRPr lang="en-US" sz="3600" dirty="0"/>
          </a:p>
        </p:txBody>
      </p:sp>
      <p:pic>
        <p:nvPicPr>
          <p:cNvPr id="6" name="Image 0" descr="/home/claude/f4/img/v2/africa_drainage_big.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rivers and lakes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Main Rivers and Lakes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Congo: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carries the most water, into the Atlantic Ocean.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Niger and the Zambezi: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Niger flows into the Gulf of Guinea, and the Zambezi into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Main Rivers and Lakes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Lakes: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Lake Victoria is the largest, and Lake Chad is shrinking.</a:t>
            </a:r>
            <a:endParaRPr lang="en-US" sz="3600" dirty="0"/>
          </a:p>
        </p:txBody>
      </p:sp>
      <p:pic>
        <p:nvPicPr>
          <p:cNvPr id="6"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Rivers and lakes are important for the following reasons: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supply: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drink and wash with river water.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lakes give fish.</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Boats carry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and electricity: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water crops and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a tributary of which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that joins a bigger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lake north of Cameroon that is shrinking is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vegetation zones of Africa that we studied.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hydrographique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3): Africa: Vegetation and Drainage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vegetation zones of Africa. Name the main rivers and lakes of Africa and locate them. Explain the importance of African rivers and lakes.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main vegetation zones, rivers and lakes of Africa and explain how people use rivers and lakes.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Main Rivers and Lakes;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vegetation zones of Africa that we studied.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vegetation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rivers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Lake Chad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2026-10-02T05:14:09Z</dcterms:created>
  <dcterms:modified xsi:type="dcterms:W3CDTF">2026-10-02T05:14:09Z</dcterms:modified>
</cp:coreProperties>
</file>