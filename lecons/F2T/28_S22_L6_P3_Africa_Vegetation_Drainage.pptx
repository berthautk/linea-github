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(Part 3): Africa: Vegetation and Drainage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Africa.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Regional Geography, and the sub-topic is Africa. The key notions we shall use today are: vegetation zone, drainage, river basin, mouth, delta, waterfall, inland drainage. At the end, you should be able to do this: learners are able to name the main vegetation zones, rivers and lakes of Africa and explain how people use rivers and lakes.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(Part 2): Africa: Climate, Soils and Relief of Africa. The question was: Look at a map of Africa and write the names of three big rivers. Say into which ocean or sea each one flows.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the Nile flows into the Mediterranean Sea; the Congo flows into the Atlantic Ocean; the Niger flows into the Atlantic Ocean (Gulf of Guinea); the Zambezi flows into the Indian Ocean.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vegetation zones of Africa. Number 2: name the main rivers and lakes of Africa and locate them. Number 3: explain the importance of African rivers and lakes.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climatic zones of Africa are repeated north and south of the Equator. Africa has plateaux, basins, mountains and the Great Rift Valley. Its soils include ferrallitic, ferruginous, desert, volcanic and alluvial soils.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Lake Chad, north of Cameroon, is much smaller today than sixty years ago, and many fishermen and farmers have lost their work. Mariam asks: "What are the vegetation, the rivers and the lakes of Africa, and why is Lake Chad shrinking?"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Mariam does not know the vegetation and drainage of Africa and why Lake Chad is shrinking.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happened to Lake Chad?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become much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lost their work?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Fishermen and farmers.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forests, rivers and lakes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vegetation, rivers and lakes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vegetation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vegetation covers most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thick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forest so thick near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hot and wet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rivers and lakes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two big rivers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Nile and the Congo (also the Niger and the Zambezi).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Benue.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The Benue flows through Garoua. Which big river does it join?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Niger.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lake Chad.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reason why Lake Chad is shrinking.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Less rain (drought) and too much water taken for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Vegetation and Drainage.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Africa has the following vegetation zones. Copy the point on Equatorial forest on the left, then draw the diagram on the right: the vegetation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Savanna, Desert vegetation and Mediterranean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Mountain vegetation.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Drainage. Africa has the following main rivers and lakes. Copy the point on The Nile on the left, then draw the diagram on the right: the rivers and lakes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Drainage. On this slide we have The Congo, The Niger and The Zambezi.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Lakes on the left, then draw the diagram on the right: lake Chad.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Drainage. On this slide we have Importance.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Which vegetation covers most of Africa?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savanna.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The Benue is a tributary of which river?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Niger.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Nile; number 2, tributary; number 3, Chad.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Revise Lesson 6 on Africa. Draw a simple map of Africa and mark the Equator, the Nile, the Congo, the Niger, Lake Victoria and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6 (PART 3): AFRICA: VEGETATION AND DRAINAGE OF AFRICA</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Africa: Vegetation and Drainage of Africa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Africa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Regional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(Part 3): Africa: Vegetation and Drainage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Vegetation zone, drainage, river basin, mouth, delta, waterfall, inland drainage.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Vegetation and drainage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name the main vegetation zones, rivers and lakes of Africa and explain how people use rivers and lakes.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(Part 2): Africa: Climate, Soils and Relief of Africa):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Africa and write the names of three big rivers. Say into which ocean or sea each one 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the Nile flows into the Mediterranean Sea; the Congo flows into the Atlantic Ocean; the Niger flows into the Atlantic Ocean (Gulf of Guinea); the Zambezi flows into the Indian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vegetation zones of Africa.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rivers and lakes of Africa and locate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African rivers and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climatic zones of Africa are repeated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Africa has plateaux, basins, mountains and the Great Rift Valley.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soils include ferrallitic, ferruginous, desert, volcanic and alluvial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Lake Chad, north of Cameroon, is much smaller today than sixty years ago, and many fishermen and farmers have lost their work. Mariam asks: "What are the vegetation, the rivers and the lakes of Africa, and why is Lake Chad shrinking?"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Mariam does not know the vegetation and drainage of Africa and why Lake Chad is shrinking.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to Lake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become much smaller.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lost their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Fishermen and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forests, rivers and lakes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vegetation, rivers and lakes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frica_veget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vegetation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vegetation covers most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thick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forest so thick near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and wet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frica_drainage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rivers and lakes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big rivers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Nile and the Congo (also the Niger and the Zambezi).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benu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Benue.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flows through Garoua. Which big river does it join?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lake_ch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Chad.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reason why Lake Chad is shrinking.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Less rain (drought) and too much water taken for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Regional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(Part 3): Africa: Vegetation and Drainage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Vegetation: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plants that grow naturally in an area.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Drainage: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rivers and lakes of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Africa has the following vegetation zones: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Equatorial forest: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Thick evergreen forest in the Congo Basin.</a:t>
            </a:r>
            <a:endParaRPr lang="en-US" sz="3600" dirty="0"/>
          </a:p>
        </p:txBody>
      </p:sp>
      <p:pic>
        <p:nvPicPr>
          <p:cNvPr id="5" name="Image 0" descr="/home/claude/f4/img/v2/africa_vegetation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vegetation of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Savanna: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Grass and scattered trees, covering most of Africa.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Desert vegetation: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Few scattered plants in the Sahara and the Kalahari.</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Mediterranean vegetation: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Olive trees and shrubs at the north and south tips.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Mountain vegetation: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Forests and grass on high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Africa has the following main rivers and lakes: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The Nile: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longest river, flowing into the Mediterranean Sea.</a:t>
            </a:r>
            <a:endParaRPr lang="en-US" sz="3600" dirty="0"/>
          </a:p>
        </p:txBody>
      </p:sp>
      <p:pic>
        <p:nvPicPr>
          <p:cNvPr id="5" name="Image 0" descr="/home/claude/f4/img/v2/africa_drainage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rivers and lakes of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The Congo: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carries the most water, into the Atlantic Ocean.</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The Niger: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flows into the Gulf of Guinea, and the Benue joins it.</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The Zambezi: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flows into the Indian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Lakes: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Lake Victoria is the largest, and Lake Chad is shrinking.</a:t>
            </a:r>
            <a:endParaRPr lang="en-US" sz="3600" dirty="0"/>
          </a:p>
        </p:txBody>
      </p:sp>
      <p:pic>
        <p:nvPicPr>
          <p:cNvPr id="5" name="Image 0" descr="/home/claude/f4/img/v2/f2t_lake_cha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Chad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Importance: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fishing, transport, irrigation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vegetation covers most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is a tributary of which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longest river of Africa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river that joins a bigger river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lake north of Cameroon that is shrinking is Lake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Revise Lesson 6 on Africa. Draw a simple map of Africa and mark the Equator, the Nile, the Congo, the Niger, Lake Victoria and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 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Tributary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L'affluent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L'embouchure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lac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chute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 hydrographique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Regional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(Part 3): Africa: Vegetation and Drainage of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vegetation zones of Africa. Name the main rivers and lakes of Africa and locate them. Explain the importance of African rivers and lakes.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name the main vegetation zones, rivers and lakes of Africa and explain how people use rivers and lakes.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Vegetation; Drainage.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Revise Lesson 6 on Africa. Draw a simple map of Africa and mark the Equator, the Nile, the Congo, the Niger, Lake Victoria and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vegetation belts.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forest of the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rivers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Benue.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Lake Chad on a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“Lake Chad: almost gone” by GRIDArendal, CC BY-NC-SA 2.0, via Flickr (https://www.flickr.com/photos/148768555@N05/32323646926)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2026-09-28T20:48:45Z</dcterms:created>
  <dcterms:modified xsi:type="dcterms:W3CDTF">2026-09-28T20:48:45Z</dcterms:modified>
</cp:coreProperties>
</file>