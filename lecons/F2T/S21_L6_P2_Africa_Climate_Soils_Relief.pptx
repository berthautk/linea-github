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2): Africa: Climate, Soils and Relief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climatic zone, relief, plateau, basin, Rift Valley, fold mountains, volcanic mountains, ferrallitic and ferruginous soils. At the end, you should be able to do this: learners are able to relate the climate and relief of a place in Africa to the activities that people practise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(Part 1): Africa: Introduction (Location and Physical Characteristics). The question was: Compare the climate of Douala, Garoua and Maroua. Which town is the wettest, and which is the driest? Ask an adult or use your textbook.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is the wettest (about 4,000 mm of rain a year); Maroua is the driest (about 800 mm); Garoua is in between (about 1,000 mm).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climatic zones of Africa. Number 2: describe the main relief features of Africa. Number 3: describe the main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Africa lies between 37°N and 35°S, and the Equator crosses its middle. It is a plateau continent, with Kilimanjaro as its highest point and the Nile as its longest river.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gets about 4,000 mm of rain per year, Garoua about 1,000 mm and Maroua about 800 mm. On the Adamawa plateau, the air is cooler than in Garoua. Nadia wonders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Nadia does not know why the climate changes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town is the wettest?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Adamawa cooler?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high: the higher we go, the cooler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fertile soils of Africa carefully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climate, relief and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climates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climate is found around the Equator? Which is near the tropics?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Equatorial near the Equator; desert near the tropics.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tea on the cool highlands of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Nairobi is near the Equator, but it is cool.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high. The higher the land, the cooler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Great Rift Valley in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land has sunk between two lines of cracks. What is this valley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Rift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Atlas Mountains in Morocco.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These mountains were formed by folding. Name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Atlas Mountains (also the Cape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banana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Near Mount Cameroon, farmers grow bananas and tea. Why are the soils there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volcanic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Climate. Africa has the following main types of climate. On this slide we have Equatorial climate and Tropical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Climate. On this slide we have Desert climate and Mountain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climates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The relief of Africa has the following features. On this slide we have Plateaux and Basins.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On this slide we have Mountains and Rift Valley.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Africa has the following main types of soils. On this slide we have Red soils and Desert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Volcanic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Nairobi cool though it is near the Equator?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it is high.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the soils of Mount Cameroon fertile?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come from volcanic rocks.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equatorial; number 2, Rift; number 3, volcanic.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Africa and write the names of three big rivers. Say into which ocean or sea each one flows.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3): Africa: Vegetation and Drainage of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(PART 2): AFRICA: CLIMATE, SOILS AND RELIEF OF AFRICA</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Climate, Soils and Relief of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2): Africa: Climate, Soils and Relief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zone, relief, plateau, basin, Rift Valley, fold mountains, volcanic mountains, ferrallitic and ferruginous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soils and relief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(Part 1): Africa: Introduction (Location and Physical Characteristics)):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Douala, Garoua and Maroua. Which town is the wettest, and which is the driest? Ask an adult or use your textbook.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the wettest (about 4,000 mm of rain a year); Maroua is the driest (about 800 mm); Garoua is in between (about 1,000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climatic zones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relief features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lies between 37°N and 35°S, and the Equator crosses its middle.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plateau continent, with Kilimanjaro as its highest point and the Nile as its longest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gets about 4,000 mm of rain per year, Garoua about 1,000 mm and Maroua about 800 mm. On the Adamawa plateau, the air is cooler than in Garoua. Nadia wonders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Nadia does not know why the climate changes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the wettest?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the higher we go, the cooler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fertile soils of Africa carefully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climate, relief and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climate is found around the Equator? Which is near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near the Equator; desert near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the cool highlands of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Nairobi is near the Equator, but it is cool.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The higher the land, the cooler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ift_vall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Great Rift Valley in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has sunk between two lines of cracks. What is this valley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atlas.jpg">    </p:cNvPr>
          <p:cNvPicPr>
            <a:picLocks noChangeAspect="1"/>
          </p:cNvPicPr>
          <p:nvPr/>
        </p:nvPicPr>
        <p:blipFill>
          <a:blip r:embed="rId1"/>
          <a:stretch>
            <a:fillRect/>
          </a:stretch>
        </p:blipFill>
        <p:spPr>
          <a:xfrm>
            <a:off x="2106127" y="1783080"/>
            <a:ext cx="797944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Atlas Mountains in Morocco.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mountains were formed by folding. Name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Mountains (also the Cape 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ount_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banana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Mount Cameroon, farmers grow bananas and tea. Why are the soils there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2): Africa: Climate, Soils and Relief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types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 as in the Congo Basin and southern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wet season and a dry season, as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very little rain, as in the Sahara.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cooler because of the high altitude, as in the East African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relief of Africa has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Plateaux: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plateaux cover the south and east of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basins include the Congo and Chad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are fold mountains and Kilimanjaro is a volcano.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Rift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 is a long valley in East Africa formed when land sank.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types of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 soils are found in the forest and savanna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 soils are sandy and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soils are very fertile, as around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Nairobi cool though it is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it is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Mount Cameroon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Around the Equator, the climate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 valley of East Africa is the Great ______ Valley.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made from volcano rocks are ______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Africa and write the names of three big rivers. Say into which ocean or sea each one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3): Africa: Vegetation and Drainage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cuvette (le bassin)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du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2): Africa: Climate, Soils and Relief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climatic zones of Africa. Describe the main relief features of Africa. Describe the main soils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 Relief;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Africa and write the names of three big rivers. Say into which ocean or sea each one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and bands of climate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two books pushed apart with a pencil falling between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fold a sheet of paper to show folding.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grows around Buea and Limbe.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“Great Rift Valley” by GSAPP_SIDL, CC BY-NC-ND 2.0, via Flickr (https://www.flickr.com/photos/77974798@N04/7341392488)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Hills Are Alive - Morocco - Atlas Mountains - Mar 2018” by Gareth1953 All Right Now, CC BY 2.0, via Flickr (https://www.flickr.com/photos/40837632@N05/46588301775)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“20131110-DSC_4372” by jbdodane, CC BY-NC 2.0, via Flickr (https://www.flickr.com/photos/27998473@N02/11288779044)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2026-09-27T10:07:32Z</dcterms:created>
  <dcterms:modified xsi:type="dcterms:W3CDTF">2026-09-27T10:07:32Z</dcterms:modified>
</cp:coreProperties>
</file>