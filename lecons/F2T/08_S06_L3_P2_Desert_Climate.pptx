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(Part 2): The Desert Regions: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3. Desert Regions.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aridity, diurnal temperature range, relative humidity, sandstorm, Harmattan, Sirocco, Khamsin. At the end, you should be able to do this: learners are able to protect themselves from extreme heat and dust, and to explain why desert nights are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1): The Desert Regions: Location, Types and Characteristics. The question was: Think about the hottest days of March in Garoua. Are the nights also very hot, or cooler? Write two sentences about the difference between day and night.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In March the days in Garoua are very hot, often above 40 °C. The nights are cooler, because the heat escapes at night when the sky is clear.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rainfall of hot deserts. Number 2: describe the temperatures of hot deserts and explain the large daily range. Number 3: describe the winds and humidity of hot deserts.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lie between 15° and 30° north and south of the Equator. They are caused by dry trade winds, cold ocean currents, distance from the sea and rain shadow. There are sandy (erg), stony (reg) and rocky (hamada) deserts.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Oumarou, a lorry driver from Garoua, crosses the Sahara. In the day, the metal of his lorry is too hot to touch. But at night, he is so cold that he needs a blanket.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Oumarou does not understand why the desert is hot by day and cold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is the desert in the day and at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Very hot in the day and cold at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should he take with him?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Water, light clothes for the day and a blanket for the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yourself from heat and sandstorms in dry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climate of the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rain per year in Douala, Garoua and Aswan (Egypt).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Compare the rain of Aswan with the rain of Garoua.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Aswan gets only 2 mm. Garoua gets 1,000 mm, 500 times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sudden flood in a dry desert valley.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In the desert, rain can stop for years, then a storm brings a flood. What does this show?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rain is rare and irregular.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aswan (Egypt): temperature in the day (red) and at night (blue).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temperature in July in the day and at night? What is the difference?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Day 42 °C, night 26 °C. The difference is 16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desert by day and at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desert become cold at night?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There are no clouds, so the heat escapes into the 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sandstorm arrives.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this? Give one danger.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sandstorm. People cannot see, and it hurts the eyes and lungs.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Daily temperature range and Sandstorm.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Rainfall. Rainfall in hot deserts has the following characteristics. On this slide we have Very little rain and Irregular rain.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Rainfall. On this slide we have Clear skies.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Temperatures. Temperatures in hot deserts, as at Aswan in Egypt, have the following characteristics. On this slide we have Hot days and Cold nights.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Temperatures. On this slide we have Large daily range.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temperatures at Aswan.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Winds. Winds in hot deserts have the following characteristics. On this slide we have Hot, dry winds and Sandstorms.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is the desert cold at night?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there are no clouds, so the heat escapes.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one hot, dry wind from the Sahara.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Harmattan (or the Sirocco).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250; number 2, range; number 3, sandstorm.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 cactus, an acacia or a date palm near your home or in a picture. Write down one way in which it is adapted to lack of water.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 (Part 3): The Desert Regions: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3 (PART 2): THE DESERT REGIONS: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 (Part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Desert Regions: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3. Desert Regions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(Part 2): The Desert Regions: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Aridity, diurnal temperature range, relative humidity, sandstorm, Harmattan, Sirocco, Khamsin.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the climate of hot deserts, with the example of Aswan (Egypt).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protect themselves from extreme heat and dust, and to explain why desert nights are cold.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1): The Desert Regions: Location, Types and Characteristics):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Think about the hottest days of March in Garoua. Are the nights also very hot, or cooler? Write two sentences about the difference between day and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March the days in Garoua are very hot, often above 40 °C. The nights are cooler, because the heat escapes at night when the sky is clear.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rainfall of hot deserts.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temperatures of hot deserts and explain the large daily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winds and humidity of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lie between 15° and 30°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They are caused by dry trade winds, cold ocean currents, distance from the sea and rain shadow.</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There are sandy (erg), stony (reg) and rocky (hamada)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a lorry driver from Garoua, crosses the Sahara. In the day, the metal of his lorry is too hot to touch. But at night, he is so cold that he needs a blanket.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Oumarou does not understand why the desert is hot by day and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desert in the day and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Very hot in the day and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should he take with him?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light clothes for the day and a blanket for the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yourself from heat and sandstorms in dry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climate of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rain_compare_big.png">    </p:cNvPr>
          <p:cNvPicPr>
            <a:picLocks noChangeAspect="1"/>
          </p:cNvPicPr>
          <p:nvPr/>
        </p:nvPicPr>
        <p:blipFill>
          <a:blip r:embed="rId1"/>
          <a:stretch>
            <a:fillRect/>
          </a:stretch>
        </p:blipFill>
        <p:spPr>
          <a:xfrm>
            <a:off x="1034813" y="1783080"/>
            <a:ext cx="10122069"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Rain per year in Douala, Garoua and Aswan (Egypt).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rain of Aswan with the rain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Aswan gets only 2 mm. Garoua gets 1,000 mm, 500 times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wadi_floo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sudden flood in a dry desert valley.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desert, rain can stop for years, then a storm brings a flood. What does this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RAINFALL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is rare and irregular.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swan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Aswan (Egypt): temperature in the day (red) and at night (blue).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temperature in July in the day and at night? What is the difference?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42 °C, night 26 °C. The difference is 16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desert_night.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desert by day and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desert become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TEMPERATURES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no clouds, so the heat escapes into the sky.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andstorm.jpg">    </p:cNvPr>
          <p:cNvPicPr>
            <a:picLocks noChangeAspect="1"/>
          </p:cNvPicPr>
          <p:nvPr/>
        </p:nvPicPr>
        <p:blipFill>
          <a:blip r:embed="rId1"/>
          <a:stretch>
            <a:fillRect/>
          </a:stretch>
        </p:blipFill>
        <p:spPr>
          <a:xfrm>
            <a:off x="1252761" y="1783080"/>
            <a:ext cx="968617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sandstorm arrives.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Give one danger.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WINDS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sandstorm. People cannot see, and it hurts the eyes and lungs.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Man in His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Natural Regions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2): The Desert Regions: Characteristics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Daily temperature 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difference between the day and the night temperatures.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Sandstorm: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strong wind that lifts sand into the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Rainfall</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Rainfall in hot deserts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Very little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deserts receive less than 250 mm of rain per year.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Irregular rain: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is unreliable and may not fall for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Rainfall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Clear skies: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almost no clouds in the sky.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Temperatures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Temperatures in hot deserts, as at Aswan in Egypt,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Hot days: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Day temperatures are often above 40 °C.</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Cold nights: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nights are cold because the heat escapes quickly under clear skies.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Temperatures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Large daily range: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difference between day and night can be 15 °C or more.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Temperatures</a:t>
            </a:r>
            <a:endParaRPr lang="en-US" sz="3600" dirty="0"/>
          </a:p>
        </p:txBody>
      </p:sp>
      <p:pic>
        <p:nvPicPr>
          <p:cNvPr id="4" name="Image 0" descr="/home/claude/f4/img/v2/aswan_temp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temperatures at Aswan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Winds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Winds in hot deserts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Hot, dry winds: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and dry winds such as the Harmattan and the Sirocco blow from the desert.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Sandstorms: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Sandstorms damage crops, roads and machines.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desert cold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There are no clouds, so the heat escapes.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hot, dry wind from the Sahara.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(or the Sirocco).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Hot deserts get less than ______ mm of rain per year.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difference between day and night temperature is the daily temperature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strong wind full of sand is a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cactus, an acacia or a date palm near your home or in a picture. Write down one way in which it is adapted to lack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(Part 3): The Desert Regions: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précipitations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Humidity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Temperature range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L'amplitude thermique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jour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Night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nuit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Sandstorm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tempête de sable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chaleur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(Part 2): The Desert Regions: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rainfall of hot deserts. Describe the temperatures of hot deserts and explain the large daily range. Describe the winds and humidity of hot deserts.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protect themselves from extreme heat and dust, and to explain why desert nights are cold.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Rainfall; Temperatures; Winds.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 cactus, an acacia or a date palm near your home or in a picture. Write down one way in which it is adapted to lack of water.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Aswan data (approximate normals): July day 42 °C, night 26 °C; January day 23 °C, night 9 °C; rainfall about 1–2 mm per year.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write the three numbers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a desert valley that is dry for years and suddenly full of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write 42 °C and 26 °C on the board and subtract.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compare a cloudy night and a clear night in December in Garoua.</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with a very dusty Harmattan day.</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(hot deserts).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Aswan climate normals: NOAA 1991–2020 (via Wikipedia, "Aswan").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“Flooding on the road to Delicate Arch Overlook” by ArchesNPS, Public domain 1.0, via Flickr (https://www.flickr.com/photos/72578886@N08/8083724580)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“Sandstorm at Camp Bastion, Afghanistan” by Defence Images, CC BY-NC 2.0, via Flickr (https://www.flickr.com/photos/48399297@N04/10343833885)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2026-09-27T10:32:06Z</dcterms:created>
  <dcterms:modified xsi:type="dcterms:W3CDTF">2026-09-27T10:32:06Z</dcterms:modified>
</cp:coreProperties>
</file>