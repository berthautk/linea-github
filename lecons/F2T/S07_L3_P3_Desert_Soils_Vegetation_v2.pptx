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The Desert Regions, part 3: Characteristics (Soils and Vegetation).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adaptations of a cactus, an acacia or a date palm.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to imagine the Sahara after the Sahel.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bring a cactus or an aloe plant to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small tree with very long roots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pot of salty water left in the sun.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the dry-season gardens along the Benue.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xerophyte 2. stem 3. salty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2 TECHNICAL  —  LESSON 3 (PART 3)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Desert Regions: Characteristics (Soils and Vegetation)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2 Technical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Geography — Natural Regions: 3. Desert Regions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in His Environment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Regions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The Desert Regions — Part 3: Characteristics (Soils and Vegetation)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Xerophyte, succulent, ephemeral plant, desert soil, salinity, humus.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Characteristics of the soils and vegetation of hot deserts.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plants survive with very little water, and to choose plants that resist drought for their homes.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vegetation of hot deserts.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desert plants are adapted to the lack of water.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soils of hot deserts.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deserts receive less than 250 mm of rain per year.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are very hot, nights are cold, and the air is very dry.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Hot, dusty winds and sandstorms are common.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Fanta planted a mango tree and a small cactus in front of her house in Garoua. She forgot to water them for three months. In March, the mango tree was dead, but the cactus was still green.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Fanta does not know why the cactus did not die.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plant survived?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cactus.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did it survive?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keeps water inside its thick stem.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how desert plants live with little water.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VEGETATION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desert_pla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in a desert.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VEGETATION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plants. Why are they far apart?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VEGETATION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small and far apart, because there is very little water.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VEGETATION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cact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cactus.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VEGETATION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cactus has a thick stem and spines. How do they help it?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VEGETATION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stem keeps water. The spines lose little water and protect it.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VEGETATION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desert_roo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acacia in the desert.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VEGETATION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 roots so long?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VEGETATION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reach water deep under the ground.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salt_cru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White salt on the soil of a desert.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 dries the soil and leaves white salt. Is this soil good for crops?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No. Salty soil is bad for crops.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nile_fiel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Green fields near the River Nile, in Egypt.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 fields green here, in the middle of the desert?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from the Nile makes the desert soil fertile.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Desert Regions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Man in His Environment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Natural Regions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3: The Desert Regions — Part 3: Characteristics (Soils and Vegetation)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Xerophyte: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plant that can live with very little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Humus: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black part of the soil made of dead plants.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Vegetation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Desert plants are few. They are adapted in these ways: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Water storage: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cactus keeps water in its stem.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Small leaves or spines: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lose little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Long roots: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reach water deep down.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Short life: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Some plants grow only after rain.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Soils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Sandy or stony: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keep little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Little humus: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are few plants.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Salty: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 leaves salt on top.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Fertile with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Crops grow along the Nile.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desert plants are adapted.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keep water in their stems; they have long roots.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desert soils have little humus?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Because there are few plants.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plant that lives with little water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cactus keeps water in its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Desert soils are often ______ because the sun leaves salt.</a:t>
            </a:r>
            <a:endParaRPr lang="en-US" sz="3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Imagine you must spend one week in the Sahara. Write down three problems you would face and one way to solve each.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Part 4: Problems Faced and Adaptations.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Cactus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cactus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Thorn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L'épine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racine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tige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feuille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graine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Salty 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 salé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palm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palmier dattier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in His Environment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The Desert Regions — Part 3: Characteristics (Soils and Vegetation)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vegetation of hot deserts. Explain how desert plants are adapted to the lack of water. Describe the soils of hot deserts.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plants survive with very little water, and to choose plants that resist drought for their homes.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Xerophyte, Humus; II. Vegetation: Water storage, Small leaves or spines, Long roots, Short life; III. Soils: Sandy or stony, Little humus, Salty, Fertile with water.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Imagine you must spend one week in the Sahara. Write down three problems you would face and one way to solve each.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25 min | Board summary (copying) 30 min | Evaluation, remediation 10 min | Homework 4 min | Logbook 10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Harmonised Progression Sheet, Economic Geography (5051), Form 2.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textbook: The major biomes of the world (hot deserts).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“Saguaro and teddy bear cholla with mountains in background” by Martin LaBar, CC BY-NC 2.0, via Flickr (https://www.flickr.com/photos/32454422@N00/443523984)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“Crested Saguaro” by CEBImagery.com, CC BY-NC 2.0, via Flickr (https://www.flickr.com/photos/53098051@N02/5626437842)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“Salt” by Phillie Casablanca, CC BY 2.0, via Flickr (https://www.flickr.com/photos/19451080@N00/2052715618)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“View from the train - Arriving to Luxor from Aswan by train” by Jorge Lascar, CC BY 2.0, via Flickr (https://www.flickr.com/photos/8721758@N06/14075081580)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2026-09-27T04:25:11Z</dcterms:created>
  <dcterms:modified xsi:type="dcterms:W3CDTF">2026-09-27T04:25:11Z</dcterms:modified>
</cp:coreProperties>
</file>