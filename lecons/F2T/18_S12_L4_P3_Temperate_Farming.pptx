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3): The Temperate Region: Human Activities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mixed farming, dairy farming, extensive grain farming, ranching, Mediterranean farming, mechanisation. At the end, you should be able to do this: learners are able to explain where the imported flour, milk and meat sold in Garoua come from, and how they are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2): The Temperate Region: Characteristics (Soils and Vegetation). The question was: Find the names of three food products imported into Cameroon from temperate countries (for example wheat flour, milk or apples).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wheat flour (from France or Canada), powdered milk (from Europe), apples (from France or South Africa), frozen chicken and onions (from Europe).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types of farming in the temperate region. Number 2: give examples of countries for each type of farming. Number 3: explain why temperate farming is very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temperate region has deciduous forests, coniferous forests, Mediterranean vegetation and grasslands. Its brown forest soils and chernozems are very fertile.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shop in Garoua, Blaise sees wheat flour from France, milk powder from the Netherlands and olive oil from Spain. Blaise asks: "How do these countries produce so much food?"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Blaise does not know the types of farming in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product from France.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Wheat flour.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product from the Netherlands.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Milk powder.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from modern farming methods to improve our own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farmers work in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crops and animals on one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this type of farming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Mixed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cows reared for milk.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rearing of cows for milk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Dairy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machine harvests wheat.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one farmer in Canada grow so much wheat?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 uses big machines on a huge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sheep on a huge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are huge animal farms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vineyard.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one crop of Mediterranean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Grapes (also olives and oranges).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Mixed farming and Mechanisation.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Farming in the Temperate Region. The main types of farming are the following. Copy the point on Mixed farming on the left, then draw the diagram on the right: mixed farming.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Dairy farming on the left, then draw the diagram on the right: dairy farming.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Wheat farming on the left, then draw the diagram on the right: harvesting wheat.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Farming in the Temperate Region. On this slide we have Ranching.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Mediterranean farming on the left, then draw the diagram on the right: a vineyard.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Farming in the Temperate Region. On this slide we have Why it is productive.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mixed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crops and rearing animals on the same farm.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temperate farmers produce a lot?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use machines, good seeds and fertilisers.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dairy; number 2, ranch; number 3, machine (combine harvester).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who has lived or travelled in Europe what difficulties people face in winter. Write down two of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4): The Temperate Region: Problems Faced and Adaptations.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3): THE TEMPERATE REGION: HUMAN ACTIVITIES (FARMING)</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Human Activities (Farming)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3): The Temperate Region: Human Activities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Mixed farming, dairy farming, extensive grain farming, ranching, Mediterranean farming, mechanisation.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Farming in the temperate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where the imported flour, milk and meat sold in Garoua come from, and how they are produced.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2): The Temperate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three food products imported into Cameroon from temperate countries (for example wheat flour, milk or apples).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wheat flour (from France or Canada), powdered milk (from Europe), apples (from France or South Africa), frozen chicken and onions (from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types of farming in the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countries for each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temperate farming is very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temperate region has deciduous forests, coniferous forests, Mediterranean vegetation and grasslands.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brown forest soils and chernozems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shop in Garoua, Blaise sees wheat flour from France, milk powder from the Netherlands and olive oil from Spain. Blaise asks: "How do these countries produce so much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Blaise does not know the types of farming in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product from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Wheat flour.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product from the Netherlands.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Milk powder.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from modern farming methods to improve our own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farmers work in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Crops and animals on one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type of farming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ai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Cows reared for milk.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rearing of cows for milk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Dairy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machine harvests wheat.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one farmer in Canada grow so much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uses big machines on a huge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an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Sheep on a huge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huge animal farms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vineyard.jpg">    </p:cNvPr>
          <p:cNvPicPr>
            <a:picLocks noChangeAspect="1"/>
          </p:cNvPicPr>
          <p:nvPr/>
        </p:nvPicPr>
        <p:blipFill>
          <a:blip r:embed="rId1"/>
          <a:stretch>
            <a:fillRect/>
          </a:stretch>
        </p:blipFill>
        <p:spPr>
          <a:xfrm>
            <a:off x="1587874" y="1783080"/>
            <a:ext cx="90159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vineyard.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crop of Mediterranean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Grapes (also olives and oranges).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3): The Temperate Region: Human Activities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Mixed farming: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growing crops and rearing animals on the same farm.</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Mechanisation: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use of machines on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Farming in the Temperate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types of farming are the following:</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Mixed farming: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Crops and animals in Western Europe.</a:t>
            </a:r>
            <a:endParaRPr lang="en-US" sz="3600" dirty="0"/>
          </a:p>
        </p:txBody>
      </p:sp>
      <p:pic>
        <p:nvPicPr>
          <p:cNvPr id="5" name="Image 0" descr="/home/claude/f4/img/v2/f2t_mixed_far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mixed farming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Farming in the Temperate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Dairy farming: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Milk, butter and cheese in the Netherlands and Denmark.</a:t>
            </a:r>
            <a:endParaRPr lang="en-US" sz="3600" dirty="0"/>
          </a:p>
        </p:txBody>
      </p:sp>
      <p:pic>
        <p:nvPicPr>
          <p:cNvPr id="5" name="Image 0" descr="/home/claude/f4/img/v2/f2t_dair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dairy farming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Farming in the Temperate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Wheat farming: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Huge wheat farms with machines in Canada and Ukraine.</a:t>
            </a:r>
            <a:endParaRPr lang="en-US" sz="3600" dirty="0"/>
          </a:p>
        </p:txBody>
      </p:sp>
      <p:pic>
        <p:nvPicPr>
          <p:cNvPr id="5" name="Image 0" descr="/home/claude/f4/img/v2/f2t_combin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harvesting wheat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Farming in the Temperate Region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Ranching: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Cattle and sheep on huge farms in Australia and Argentina.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Farming in the Temperate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Mediterranean farming: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Grapes, olives and oranges in Spain and Italy.</a:t>
            </a:r>
            <a:endParaRPr lang="en-US" sz="3600" dirty="0"/>
          </a:p>
        </p:txBody>
      </p:sp>
      <p:pic>
        <p:nvPicPr>
          <p:cNvPr id="5" name="Image 0" descr="/home/claude/f4/img/v2/f2t_vineyard.jpg">    </p:cNvPr>
          <p:cNvPicPr>
            <a:picLocks noChangeAspect="1"/>
          </p:cNvPicPr>
          <p:nvPr/>
        </p:nvPicPr>
        <p:blipFill>
          <a:blip r:embed="rId1"/>
          <a:stretch>
            <a:fillRect/>
          </a:stretch>
        </p:blipFill>
        <p:spPr>
          <a:xfrm>
            <a:off x="5349240" y="2341107"/>
            <a:ext cx="6659575" cy="315419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vineyard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Farming in the Temperate Region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Why it is productive: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Machines, fertilisers and good seeds give high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crops and rearing animals on the same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temperate farmers produce a 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machines, good seeds and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cows for milk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farm for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Wheat is harvested by a big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who has lived or travelled in Europe what difficulties people face in winter. Write down two of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4): The Temperate Region: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Mixed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polyculture-élevage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Dairy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 laitier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3): The Temperate Region: Human Activities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types of farming in the temperate region. Give examples of countries for each type of farming. Explain why temperate farming is very productive.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where the imported flour, milk and meat sold in Garoua come from, and how they are produced.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Farming in the Temperate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who has lived or travelled in Europe what difficulties people face in winter. Write down two of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farm with crops and animals.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milk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a hoe.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herding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fruits from Europe.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“Koe 9354” by ednl, CC BY 2.0, via Flickr (https://www.flickr.com/photos/31392863@N04/5640329871)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Flock” by seefit, CC BY 2.0, via Flickr (https://www.flickr.com/photos/76574551@N00/20928299362)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“Stefano Lubiana Wines Tasmania harvest panorama” by stefano lubiana wines, CC BY 2.0, via Flickr (https://www.flickr.com/photos/50979249@N06/4688372740)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2026-09-28T20:48:42Z</dcterms:created>
  <dcterms:modified xsi:type="dcterms:W3CDTF">2026-09-28T20:48:42Z</dcterms:modified>
</cp:coreProperties>
</file>