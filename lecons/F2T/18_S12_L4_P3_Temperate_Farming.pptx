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3): The Temperate Region: Human Activities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mixed farming, dairy farming, extensive grain farming, ranching, Mediterranean farming, mechanisation. At the end, you should be able to do this: learners are able to explain where the imported flour, milk and meat sold in Garoua come from, and how they are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2): The Temperate Region: Characteristics (Soils and Vegetation). The question was: Find the names of three food products imported into Cameroon from temperate countries (for example wheat flour, milk or apples).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wheat flour (from France or Canada), powdered milk (from Europe), apples (from France or South Africa), frozen chicken and onions (from Europe).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types of farming in the temperate region. Number 2: give examples of countries for each type of farming. Number 3: explain why temperate farming is very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has deciduous forests, coniferous forests, Mediterranean vegetation and grasslands. Its brown forest soils and chernozems are very fertile.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shop in Garoua, Blaise sees wheat flour from France, milk powder from the Netherlands and olive oil from Spain. Blaise asks: "How do these countries produce so much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Blaise does not know the types of farming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product from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Wheat flour.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product from the Netherlands.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Milk powder.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modern farming methods to improve our own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farmers work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and animals on one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type of farming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cows reared for milk.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rearing of cows for milk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Dairy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machine harvests wheat.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one farmer in Canada grow so much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 uses big machines on a huge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sheep on a huge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huge animal farms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crop of Mediterranean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Grapes (also olives and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Mixed farming and Mechanisation.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in the Temperate Region. The main types of farming and the reasons for their productivity are the following. Copy the point on Mixed farming on the left, then draw the diagram on the right: mixed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Dairy farming on the left, then draw the diagram on the right: dairy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Wheat farming on the left, then draw the diagram on the right: harvesting wheat.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Mediterranean farming on the left, then draw the diagram on the right: a vineyard.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Why it is productive.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mixed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on the same farm.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temperate farmers produce a lot?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use machines, good seeds and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dairy; number 2, ranch; number 3, machine (combine harvester).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adult who has lived or travelled in Europe what difficulties people face in winter. Write down two of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4): The Temperate Region: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3): THE TEMPERATE REGION: HUMAN ACTIVITIES (FARMING)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Human Activities (Farming)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Mixed farming, dairy farming, extensive grain farming, ranching, Mediterranean farming, mechanisation.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Farming in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2): The Temperate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three food products imported into Cameroon from temperate countries (for example wheat flour, milk or apples).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wheat flour (from France or Canada), powdered milk (from Europe), apples (from France or South Africa), frozen chicken and onions (from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farming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for each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temperate farming is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has deciduous forests, coniferous forests, Mediterranean vegetation and grasslands.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brown forest soils and chernozems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shop in Garoua, Blaise sees wheat flour from France, milk powder from the Netherlands and olive oil from Spain. Blaise asks: "How do these countries produce so much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Blaise does not know the types of farming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flour.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the Netherlands.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Milk powder.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modern farming methods to improve our own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farmers work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and animals on one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type of farming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Cows reared for milk.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rearing of cows for milk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harvests wheat.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one farmer in Canada grow so much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uses big machines on a huge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Sheep on a huge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huge animal farms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crop of Mediterranean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Grapes (also olives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Mechanisation: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machines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farming and the reasons for their productivity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Crops and animals in Western Europe.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mixed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Dairy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Milk, butter and cheese in the Netherlands and Denmark.</a:t>
            </a:r>
            <a:endParaRPr lang="en-US" sz="3600" dirty="0"/>
          </a:p>
        </p:txBody>
      </p:sp>
      <p:pic>
        <p:nvPicPr>
          <p:cNvPr id="5" name="Image 0" descr="/home/claude/f4/img/v2/f2t_dai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dairy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Wheat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Huge wheat farms with machines in Canada and Ukraine.</a:t>
            </a:r>
            <a:endParaRPr lang="en-US" sz="3600" dirty="0"/>
          </a:p>
        </p:txBody>
      </p:sp>
      <p:pic>
        <p:nvPicPr>
          <p:cNvPr id="5" name="Image 0" descr="/home/claude/f4/img/v2/f2t_comb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wheat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and sheep on huge farms in Australia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Grapes, olives and oranges in Spain and Italy.</a:t>
            </a:r>
            <a:endParaRPr lang="en-US" sz="3600" dirty="0"/>
          </a:p>
        </p:txBody>
      </p:sp>
      <p:pic>
        <p:nvPicPr>
          <p:cNvPr id="5" name="Image 0" descr="/home/claude/f4/img/v2/f2t_vineyard.jpg">    </p:cNvPr>
          <p:cNvPicPr>
            <a:picLocks noChangeAspect="1"/>
          </p:cNvPicPr>
          <p:nvPr/>
        </p:nvPicPr>
        <p:blipFill>
          <a:blip r:embed="rId1"/>
          <a:stretch>
            <a:fillRect/>
          </a:stretch>
        </p:blipFill>
        <p:spPr>
          <a:xfrm>
            <a:off x="5349240" y="2341107"/>
            <a:ext cx="6659575" cy="315419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vineyard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Why it is productive: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Machines, fertilisers and good seeds give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temperate farmers produce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machines, good seeds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cows for milk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Wheat is harvested by a big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who has lived or travelled in Europe what difficulties people face in winter. Write down two of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Mixed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polyculture-élevage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laitier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types of farming in the temperate region. Give examples of countries for each type of farming. Explain why temperate farming is very productive.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in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adult who has lived or travelled in Europe what difficulties people face in winter. Write down two of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farm with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hoe.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fruits from Europe.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2026-09-28T21:14:26Z</dcterms:created>
  <dcterms:modified xsi:type="dcterms:W3CDTF">2026-09-28T21:14:26Z</dcterms:modified>
</cp:coreProperties>
</file>