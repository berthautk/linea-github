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3): The Temperate Region: Human Activities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mixed farming, dairy farming, extensive grain farming, ranching, Mediterranean farming, mechanisation. At the end, you should be able to do this: learners are able to explain where the imported flour, milk and meat sold in Garoua come from, and how they are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2): The Temperate Region: Characteristics (Soils and Vegetation). The question was: Define mixed farming.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growing crops and rearing animals on the same farm.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types of farming in the temperate region. Number 2: give examples of countries for each type of farming. Number 3: explain why temperate farming is very productive.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temperate region has deciduous forests, coniferous forests, Mediterranean vegetation and grasslands. Its brown forest soils and chernozems are very fertile.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shop in Garoua, Blaise sees wheat flour from France, milk powder from the Netherlands and olive oil from Spain. Blaise asks: "How do these countries produce so much food?"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Blaise does not know the types of farming in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product from France.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Wheat flour.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product from the Netherlands.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Milk powder.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from modern farming methods to improve our own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farmers work in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crops and animals on one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this type of farming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Mixed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cows reared for milk.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rearing of cows for milk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Dairy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machine harvests wheat.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one farmer in Canada grow so much wheat?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 uses big machines on a huge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sheep on a huge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huge animal farms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vineyard.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crop of Mediterranean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Grapes (also olives and oranges).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Mixed farming and Mechanisation.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in the Temperate Region. The main types of farming and the reasons for their productivity are the following. Copy the point on Mixed farming on the left, then draw the diagram on the right: mixed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Dairy farming on the left, then draw the diagram on the right: dairy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Wheat farming on the left, then draw the diagram on the right: harvesting wheat.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in the Temperate Region. On this slide we have Ranching.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Mediterranean farming on the left, then draw the diagram on the right: a vineyard.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in the Temperate Region. On this slide we have Why it is productive.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mixed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crops and rearing animals on the same farm.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temperate farmers produce a lot?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use machines, good seeds and fertilisers.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dairy; number 2, ranch; number 3, machine (combine harvester).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problems of the temperate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4): The Temperate Region: Problems Faced and Adaptations.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3): THE TEMPERATE REGION: HUMAN ACTIVITIES (FARMING)</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Human Activities (Farming)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3): The Temperate Region: Human Activities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Mixed farming, dairy farming, extensive grain farming, ranching, Mediterranean farming, mechanisation.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Farming in the temperate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where the imported flour, milk and meat sold in Garoua come from, and how they are produced.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2): The Temperate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crops and rearing animals on the same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types of farming in the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countries for each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temperate farming is very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temperate region has deciduous forests, coniferous forests, Mediterranean vegetation and grasslands.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brown forest soils and chernozems are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shop in Garoua, Blaise sees wheat flour from France, milk powder from the Netherlands and olive oil from Spain. Blaise asks: "How do these countries produce so much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Blaise does not know the types of farming in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product from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Wheat flour.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product from the Netherlands.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Milk powder.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from modern farming methods to improve our own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farmers work in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Crops and animals on one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type of farming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ai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Cows reared for milk.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rearing of cows for milk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Dairy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machine harvests wheat.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one farmer in Canada grow so much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uses big machines on a huge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an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Sheep on a huge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huge animal farms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vineyard.jpg">    </p:cNvPr>
          <p:cNvPicPr>
            <a:picLocks noChangeAspect="1"/>
          </p:cNvPicPr>
          <p:nvPr/>
        </p:nvPicPr>
        <p:blipFill>
          <a:blip r:embed="rId1"/>
          <a:stretch>
            <a:fillRect/>
          </a:stretch>
        </p:blipFill>
        <p:spPr>
          <a:xfrm>
            <a:off x="1587874" y="1783080"/>
            <a:ext cx="90159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vineyard.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crop of Mediterranean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Grapes (also olives and oranges).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3): The Temperate Region: Human Activities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Mixed farming: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growing crops and rearing animals on the same farm.</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Mechanisation: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machines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farming and the reasons for their productivity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Mixed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Crops and animals in Western Europe.</a:t>
            </a:r>
            <a:endParaRPr lang="en-US" sz="3600" dirty="0"/>
          </a:p>
        </p:txBody>
      </p:sp>
      <p:pic>
        <p:nvPicPr>
          <p:cNvPr id="5" name="Image 0" descr="/home/claude/f4/img/v2/f2t_mixed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mixed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Dairy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Milk, butter and cheese in the Netherlands and Denmark.</a:t>
            </a:r>
            <a:endParaRPr lang="en-US" sz="3600" dirty="0"/>
          </a:p>
        </p:txBody>
      </p:sp>
      <p:pic>
        <p:nvPicPr>
          <p:cNvPr id="5" name="Image 0" descr="/home/claude/f4/img/v2/f2t_dair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dairy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Wheat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Huge wheat farms with machines in Canada and Ukraine.</a:t>
            </a:r>
            <a:endParaRPr lang="en-US" sz="3600" dirty="0"/>
          </a:p>
        </p:txBody>
      </p:sp>
      <p:pic>
        <p:nvPicPr>
          <p:cNvPr id="5" name="Image 0" descr="/home/claude/f4/img/v2/f2t_combi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harvesting wheat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Ranching: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Cattle and sheep on huge farms in Australia and Argentina.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Mediterranean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Grapes, olives and oranges in Spain and Italy.</a:t>
            </a:r>
            <a:endParaRPr lang="en-US" sz="3600" dirty="0"/>
          </a:p>
        </p:txBody>
      </p:sp>
      <p:pic>
        <p:nvPicPr>
          <p:cNvPr id="5" name="Image 0" descr="/home/claude/f4/img/v2/f2t_vineyard.jpg">    </p:cNvPr>
          <p:cNvPicPr>
            <a:picLocks noChangeAspect="1"/>
          </p:cNvPicPr>
          <p:nvPr/>
        </p:nvPicPr>
        <p:blipFill>
          <a:blip r:embed="rId1"/>
          <a:stretch>
            <a:fillRect/>
          </a:stretch>
        </p:blipFill>
        <p:spPr>
          <a:xfrm>
            <a:off x="5349240" y="2341107"/>
            <a:ext cx="6659575" cy="315419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vineyard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Why it is productive: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Machines, fertilisers and good seeds give high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crops and rearing animals on the same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temperate farmers produce a 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machines, good seeds and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cows for milk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farm for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Wheat is harvested by a big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4): The Temperate Region: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Mixed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polyculture-élevage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Dairy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 laitier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3): The Temperate Region: Human Activities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types of farming in the temperate region. Give examples of countries for each type of farming. Explain why temperate farming is very productive.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where the imported flour, milk and meat sold in Garoua come from, and how they are produced.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in the Temperate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problems of the temperate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farm with crops and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milk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a hoe.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herding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fruits from Europe.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“Koe 9354” by ednl, CC BY 2.0, via Flickr (https://www.flickr.com/photos/31392863@N04/5640329871)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Flock” by seefit, CC BY 2.0, via Flickr (https://www.flickr.com/photos/76574551@N00/20928299362)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“Stefano Lubiana Wines Tasmania harvest panorama” by stefano lubiana wines, CC BY 2.0, via Flickr (https://www.flickr.com/photos/50979249@N06/4688372740)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2026-10-02T05:14:07Z</dcterms:created>
  <dcterms:modified xsi:type="dcterms:W3CDTF">2026-10-02T05:14:07Z</dcterms:modified>
</cp:coreProperties>
</file>