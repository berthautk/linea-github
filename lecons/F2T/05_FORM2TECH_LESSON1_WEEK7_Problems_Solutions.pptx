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5): The Equatorial Region: Problems Faced, Problems Caused and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deforestation, soil erosion, loss of biodiversity, conservation, reforestation. At the end, you should be able to do this: learners are able to recognise the damage caused by cutting down trees around them and take simple actions to protect trees, soils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4): The Equatorial Region: Human Activities (Farming, Lumbering, Hunting and Others). The question was: Give two problems caused by man in the forest.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Deforestation and soil erosion (also loss of wildlife).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that the Equatorial environment creates for people. Number 2: identify the problems that human activities cause to the Equatorial environment. Number 3: describe the solutions that have been attempted to solve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with a thick evergreen forest and poor ferrallitic soils. Its resources are timber, water, minerals, wildlife and farmland. People exploit them through lumbering, plantation farming, hunting and mining.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visits his uncle in a village of the East Region. A logging company has cut many trees near the village, and after heavy rain muddy water runs into the stream, which now has fewer fish. His uncle also suffers from malaria. Paul asks: "What problems does the forest give to people, what problems do people give to the forest, and what can be done?"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wants to know the problems of the forest region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logging company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cut many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stream?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became muddy and has fewer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protect the forest and its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the forest region and how to solve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problem does heavy rain cause for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roads become muddy and hard to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mosquito net.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disease does this net prevent?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lorry with logs.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forest when too many trees are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disappears: this is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rain on bare soil and on plants.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On which side is the soil washed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side where the soil is bare.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planting trees help the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trees replace the trees that were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Soil erosion.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by Man. The equatorial environment causes the following problems. Copy the point on Diseases on the left, then draw the diagram on the right: a mosquito net.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Bad roads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by Man. On this slide we have Thick forest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Caused by Man. Human activities cause the following problems. Copy the point on Deforestation on the left, then draw the diagram on the right: logs from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Caused by Man. On this slide we have Soil erosion, Loss of wildlife and Water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Attempted Solutions. The following solutions have been attempted.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National parks, Health care and Better roads.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Attempted Solutions. On this slide we have Forest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faced by man in the forest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muddy roads and diseases like malaria.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deforestation.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planting new trees and creating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malaria; number 3,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seasons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1): The Tropical Grassland Region: Location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5): THE EQUATORIAL REGION: PROBLEMS FACED, PROBLEMS CAUSED AND ATTEMPTED SOLUTIONS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Problems Faced, Problems Caused and Attempted Solutions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soil erosion, loss of biodiversity, conservation,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man, problems caused by man and attempted solutions in the Equatorial region (progression sheet, week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4): The Equatorial Region: Human Activities (Farming, Lumbering, Hunting and Others)):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caused by man in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and soil erosion (also loss of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the Equatorial environment creates for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that human activities cause to the Equatorial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solutions that have been attempted to solve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 with a thick evergreen forest and poor ferrallitic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resources are timber, water, minerals, wildlife and farmland.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through lumbering, plantation farming, hunting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visits his uncle in a village of the East Region.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logging company has cut many trees near the village, and after heavy rain muddy water runs into the stream, which now has fewer fish.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also suffers from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asks: "What problems does the forest give to people, what problems do people give to the forest,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wants to know the problems of the forest region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logging company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cut many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became muddy and has fewer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protect the forest and its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the forest region and how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heavy rain cause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roads become muddy and hard to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squito_n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mosquito net.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disease does this net prevent?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with logs.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forest when too many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disappears: this is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rosion_rai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on bare soil and on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is the soil washed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 CAUSED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side where the soil is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planting trees help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ATTEMPTED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trees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5): The Equatorial Region: Problems Faced, Problems Caused and Attempted Solutions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cutting down of forests.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away of the top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environment causes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Diseases: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Malaria and sleeping sickness are common.</a:t>
            </a:r>
            <a:endParaRPr lang="en-US" sz="3600" dirty="0"/>
          </a:p>
        </p:txBody>
      </p:sp>
      <p:pic>
        <p:nvPicPr>
          <p:cNvPr id="5" name="Image 0" descr="/home/claude/f4/img/v2/f2t_mosquito_n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mosquito net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Bad roads: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Heavy rain makes the roads muddy.</a:t>
            </a:r>
            <a:endParaRPr lang="en-US" sz="3600" dirty="0"/>
          </a:p>
        </p:txBody>
      </p:sp>
      <p:pic>
        <p:nvPicPr>
          <p:cNvPr id="5"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Thick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Clearing land and building roads is difficult.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quickly lose their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Human activities cause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Logging and farming destroy the forest.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logs from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Caused by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Soil erosion: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washes away bare soil.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Loss of 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Hunting makes animals rare.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Mud and mining make rivers dirty.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solutions have been attempted:</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Reforestation: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Young trees are planted.</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Parks such as the Dja protect animals.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Health care: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Mosquito nets, drugs and vaccines fight diseases.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Better roads: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Tarred roads are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Attempted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Forest laws: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state controls logging and 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faced by man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Muddy roads and diseases like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Planting new trees and creating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cutting down of forests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Mosquitoes carry a disease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planting of new trees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des sols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braconnage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Protected 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L'aire protégée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Mosquito 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moustiquaire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5): The Equatorial Region: Problems Faced, Problems Caused and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that the Equatorial environment creates for people. Identify the problems that human activities cause to the Equatorial environment. Describe the solutions that have been attempted to solve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damage caused by cutting down trees around them and take simple actions to protect trees, soils and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by Man; Problems Caused by Man;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Dja Faunal Reserve: UNESCO World Heritage site since 1987. Forestry Law No. 94/01 of 20 January 1994 obliges logging companies to follow a management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roads in the rainy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mosquito net.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trees cut in the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water on bare soil and on grass.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Lesson 1 document: The Equatorial Region (teacher's file).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UNESCO: Dja Faunal Reserve (1987); Cameroon Forestry Law No. 94/01 of 20 January 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“On Vacation in Africa” by orkomedix, CC BY-NC-SA 2.0, via Flickr (https://www.flickr.com/photos/30717090@N06/6741038415)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2026-10-02T05:14:04Z</dcterms:created>
  <dcterms:modified xsi:type="dcterms:W3CDTF">2026-10-02T05:14:04Z</dcterms:modified>
</cp:coreProperties>
</file>