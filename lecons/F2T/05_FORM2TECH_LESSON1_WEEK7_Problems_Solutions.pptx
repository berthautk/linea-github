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5): The Equatorial Region: Problems Faced, Problems Caused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deforestation, soil erosion, loss of biodiversity, conservation, reforestation. At the end, you should be able to do this: learners are able to recognise the damage caused by cutting down trees around them and take simple actions to protect trees, soils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4): The Equatorial Region: Human Activities (Farming, Lumbering, Hunting and Others). The question was: Give two problems caused by man in the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Deforestation and soil erosion (also loss of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that the Equatorial environment creates for people. Number 2: identify the problems that human activities cause to the Equatorial environment. Number 3: describe the solutions that have been attempted to solve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with a thick evergreen forest and poor ferrallitic soils. Its resources are timber, water, minerals, wildlife and farmland. People exploit them through lumbering, plantation farming, hunting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visits his uncle in a village of the East Region. A logging company has cut many trees near the village, and after heavy rain muddy water runs into the stream, which now has fewer fish. His uncle also suffers from malaria. Paul asks: "What problems does the forest give to people, what problems do people give to the forest, and what can be done?"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wants to know the problems of the forest region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logging company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many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stream?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became muddy and has fewer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protect the 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forest region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heavy rain cause for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roads become muddy and hard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mosquito 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disease does this net prevent?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forest when too many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disappears: this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rain on bare soil and on plants.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which side is the soil washed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side where the soil is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trees replace the trees that were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by Man. The equatorial environment causes the following problems. Copy the point on Diseases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by Man. On this slide we have Thick forest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Caused by Man. Human activities cause the following problems. Copy the point on Deforestation on the left, then draw the diagram on the right: logs from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Caused by Man. On this slide we have Soil erosion, Loss of wildlife and Water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National parks, Health care and Better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Forest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faced by man in the forest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muddy roads and diseases like malaria.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deforestation.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planting new trees and creating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malaria;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seasons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1): The Tropical Grassland Region: Location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5): THE EQUATORIAL REGION: PROBLEMS FACED, PROBLEMS CAUSED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Problems Faced, Problems Caused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4): The Equatorial Region: Human Activities (Farming, Lumbering, Hunting and Others)):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erosion (also loss of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the Equatorial environment creates for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human activities cause to the Equatorial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that have been attempted to solve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 with a thick evergreen forest and poor ferrallitic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resources are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through lumbering, plantation farming, hunting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logging company has cut many trees near the village, and after heavy rain muddy water runs into the stream, which now has fewer fish.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also suffers from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wants to know the problems of the forest region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logging company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many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became muddy and has fewer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protect the 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heavy rain cause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roads become muddy and hard to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squito_n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mosquito 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 does this net prevent?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forest when too many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disappears: this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 where the soil is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trees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away of the top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environment causes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Diseases: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Malaria and sleeping sickness are common.</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Bad roads: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Heavy rain makes the roads muddy.</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Thick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land and building roads is difficult.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quickly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Human activities cause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Logging and farming destroy the forest.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 from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washes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Loss of 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Hunting makes animals rare.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Mud and mining make rivers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Young trees are planted.</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Parks such as the Dja protect animals.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Health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Mosquito nets, drugs and vaccines fight diseases.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Better roads: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Tarred roads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 laws: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controls logging and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protégée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Mosquito 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moustiquaire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by Man; Problems Caused by Man;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roads in the rainy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mosquito net.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trees cut in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bare soil and on grass.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2026-09-28T21:32:41Z</dcterms:created>
  <dcterms:modified xsi:type="dcterms:W3CDTF">2026-09-28T21:32:41Z</dcterms:modified>
</cp:coreProperties>
</file>