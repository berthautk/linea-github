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5): The Equatorial Region: Problems Faced, Problems Caused and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deforestation, soil erosion, loss of biodiversity, conservation, reforestation. At the end, you should be able to do this: learners are able to recognise the damage caused by cutting down trees around them and take simple actions to protect trees, soils and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4): The Equatorial Region: Human Activities (Farming, Lumbering, Hunting and Others). The question was: Give two problems caused by man in the forest.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Deforestation and soil erosion (also loss of wildlife).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that the Equatorial environment creates for people. Number 2: identify the problems that human activities cause to the Equatorial environment. Number 3: describe the solutions that have been attempted to solve these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is hot and wet all year, with a thick evergreen forest and poor ferrallitic soils. Its resources are timber, water, minerals, wildlife and farmland. People exploit them through lumbering, plantation farming, hunting and mining.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 visits his uncle in a village of the East Region. A logging company has cut many trees near the village, and after heavy rain muddy water runs into the stream, which now has fewer fish. His uncle also suffers from malaria. Paul asks: "What problems does the forest give to people, what problems do people give to the forest, and what can be done?"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wants to know the problems of the forest region and their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logging company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cut many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to the stream?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became muddy and has fewer fish.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protect the forest and its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the forest region and how to solve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muddy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problem does heavy rain cause for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roads become muddy and hard to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mosquito net.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disease does this net prevent?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lorry with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forest when too many trees are cut?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disappears: this is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rain on bare soil and on plants.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On which side is the soil washed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side where the soil is bare.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planting trees help the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trees replace the trees that were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Deforestation and Soil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by Man. The equatorial environment causes the following problems. Copy the point on Diseases on the left, then draw the diagram on the right: a mosquito net.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Bad roads on the left, then draw the diagram on the right: a muddy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by Man. On this slide we have Thick forest and Poor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Caused by Man. Human activities cause the following problems. Copy the point on Deforestation on the left, then draw the diagram on the right: logs from the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Caused by Man. On this slide we have Soil erosion, Loss of wildlife and Water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Attempted Solutions. The following solutions have been attempted. Copy the point on Reforestation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National parks, Health care and Better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Forest laws.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faced by man in the forest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muddy roads and diseases like malaria.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to deforestation.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planting new trees and creating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malaria; number 3,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seasons of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1): The Tropical Grassland Region: Location and Characteristics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5): THE EQUATORIAL REGION: PROBLEMS FACED, PROBLEMS CAUSED AND ATTEMPTED SOLUTIONS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Problems Faced, Problems Caused and Attempted Solutions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5): The Equatorial Region: Problems Faced, Problems Caused and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soil erosion, loss of biodiversity, conservation, reforestation.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by man, problems caused by man and attempted solutions in the Equatorial region (progression sheet, week 7).</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damage caused by cutting down trees around them and take simple actions to protect trees, soils and rivers.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4): The Equatorial Region: Human Activities (Farming, Lumbering, Hunting and Others)):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caused by man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soil erosion (also loss of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that the Equatorial environment creates for people.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that human activities cause to the Equatorial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solutions that have been attempted to solve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 all year, with a thick evergreen forest and poor ferrallitic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resources are timber, water, minerals, wildlife and farmland.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exploit them through lumbering, plantation farming, hunting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visits his uncle in a village of the East Region.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logging company has cut many trees near the village, and after heavy rain muddy water runs into the stream, which now has fewer fish.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uncle also suffers from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asks: "What problems does the forest give to people, what problems do people give to the forest, and 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wants to know the problems of the forest region and their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logging company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 many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became muddy and has fewer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protect the forest and its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the forest region and how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does heavy rain cause for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roads become muddy and hard to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osquito_n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mosquito net.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disease does this net prevent?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with 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forest when too many trees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disappears: this is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rosion_rai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on bare soil and on plants.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is the soil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side where the soil is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ATTEMPTED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planting trees help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trees replace the trees that were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5): The Equatorial Region: Problems Faced, Problems Caused and Attempted Solutions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Deforestation: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cutting down of forests.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washing away of the top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by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environment causes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Diseases: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Malaria and sleeping sickness are common.</a:t>
            </a:r>
            <a:endParaRPr lang="en-US" sz="3600" dirty="0"/>
          </a:p>
        </p:txBody>
      </p:sp>
      <p:pic>
        <p:nvPicPr>
          <p:cNvPr id="5" name="Image 0" descr="/home/claude/f4/img/v2/f2t_mosquito_n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mosquito net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by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Bad roads: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Heavy rain makes the roads muddy.</a:t>
            </a:r>
            <a:endParaRPr lang="en-US" sz="3600" dirty="0"/>
          </a:p>
        </p:txBody>
      </p:sp>
      <p:pic>
        <p:nvPicPr>
          <p:cNvPr id="5"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by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Thick forest: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Clearing land and building roads is difficult.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Poor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quickly lose their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Caused by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Human activities cause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Deforestation: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Logging and farming destroy the forest.</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logs from the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Caused by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washes away bare soil.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Loss of 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Hunting makes animals rare.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pollution: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Mud and mining make rivers dirty.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Attempted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have been attempted:</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Reforestation: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Young trees are planted.</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Attempted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National parks: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Parks such as the Dja protect animals.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Health care: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Mosquito nets, drugs and vaccines fight diseases.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Better roads: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Tarred roads are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Attempted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Forest laws: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state controls logging and hunting.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faced by man in the forest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Muddy roads and diseases like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Planting new trees and creating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cutting down of forests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Mosquitoes carry a disease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planting of new trees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1): The Tropical Grassland Region: Location and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des sols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Protected 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L'aire protégée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Mosquito 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moustiquaire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5): The Equatorial Region: Problems Faced, Problems Caused and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that the Equatorial environment creates for people. Identify the problems that human activities cause to the Equatorial environment. Describe the solutions that have been attempted to solve these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damage caused by cutting down trees around them and take simple actions to protect trees, soils and rivers.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by Man; Problems Caused by Man;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seasons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Dja Faunal Reserve: UNESCO World Heritage site since 1987. Forestry Law No. 94/01 of 20 January 1994 obliges logging companies to follow a management plan.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roads in the rainy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mosquito net.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count trees cut in the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water on bare soil and on grass.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Lesson 1 document: The Equatorial Region (teacher's file).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UNESCO: Dja Faunal Reserve (1987); Cameroon Forestry Law No. 94/01 of 20 January 1994.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“On Vacation in Africa” by orkomedix, CC BY-NC-SA 2.0, via Flickr (https://www.flickr.com/photos/30717090@N06/6741038415)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2026-09-29T03:12:29Z</dcterms:created>
  <dcterms:modified xsi:type="dcterms:W3CDTF">2026-09-29T03:12:29Z</dcterms:modified>
</cp:coreProperties>
</file>