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(Part 5): The Equatorial Region: Problems Faced, Problems Caused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deforestation, soil erosion, loss of biodiversity, conservation, reforestation. At the end, you should be able to do this: learners are able to recognise the damage caused by cutting down trees around them and take simple actions to protect trees, soils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(Part 4): The Equatorial Region: Human Activities (Farming, Lumbering, Hunting and Others). The question was: Write two problems that forestry, farming or hunting cause to the forest, its animals or its rivers.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lumbering and farming destroy the forest (deforestation); bare soil is washed away (soil erosion) and muddies the rivers; hunting makes animals such as gorillas and elephants rare.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that the Equatorial environment creates for people. Number 2: identify the problems that human activities cause to the Equatorial environment. Number 3: describe the solutions that have been attempted to solve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is hot and wet all year, with a thick evergreen forest and poor ferrallitic soils. Its resources are timber, water, minerals, wildlife and farmland. People exploit them through lumbering, plantation farming, hunting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 visits his uncle in a village of the East Region. A logging company has cut many trees near the village. After a heavy rain, muddy water runs into the village stream. Now the water is dirty and there are fewer fish.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village stream is muddy and has fewer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mud go into the stream?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trees were cut, so the rain washed the bare soil into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village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can plant trees and keep the trees along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protect the forest and its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forest region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road after heavy rain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road. What problem does heavy rain cause for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road becomes muddy. Cars and people move with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bed with a mosquito net.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people sleep under a net like this? Which disease does it prevent?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net stops mosquitoes. It prevents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lorry carries big logs in the East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 these logs come from? What happens to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the forest. The trees are cut: this is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rain on bare soil (left) and on soil covered with plants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On which side does the rain wash the soil away?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because the soil is bare. The plants protect the soil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girl holds a young tree to plant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she going to do? How does it help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She will plant the young tree. New trees bring the forest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by Man. People in the equatorial region face the following problems. On this slide we have Transport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by Man. On this slide we have The thick forest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Caused by Man. People cause the following problems in the equatorial region.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Caused by Man. On this slide we have Loss of animals and Water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On this slide we have Reforestation and Protected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Selective logging and Health care.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faced by man in the forest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muddy roads and diseases like malaria.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deforestation.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planting new trees and creating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malaria; number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vegetation around your home in Garoua. Are there tall trees growing close together, or grasses with scattered trees? Write two sentences to describe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1): The Tropical Grassland Region: Location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(PART 5): THE EQUATORIAL REGION: PROBLEMS FACED, PROBLEMS CAUSED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Problems Faced, Problems Caused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(Part 5): The Equatorial Region: Problems Faced, Problems Caused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soil erosion, loss of biodiversity, conservation, reforestation.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man, problems caused by man and attempted solutions in the Equatorial region (progression sheet, week 7).</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(Part 4): The Equatorial Region: Human Activities (Farming, Lumbering, Hunting and Others)):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two problems that forestry, farming or hunting cause to the forest, its animals or its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lumbering and farming destroy the forest (deforestation); bare soil is washed away (soil erosion) and muddies the rivers; hunting makes animals such as gorillas and elephants rare.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the Equatorial environment creates for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human activities cause to the Equatorial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that have been attempted to solve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 all year, with a thick evergreen forest and poor ferrallitic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resources are timber, water, minerals, wildlife and farmland.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through lumbering, plantation farming, hunting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visits his uncle in a village of the East Region. A logging company has cut many trees near the village. After a heavy rain, muddy water runs into the village stream. Now the water is dirty and there are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stream is muddy and has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mud go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were cut, so the rain washed the bare soil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plant trees and keep the trees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protect the forest and its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forest region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road after heavy rain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road. What problem does heavy rain cause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becomes muddy. Cars and people move with difficulty.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squito_n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bed with a mosquito net.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sleep under a net like this? Which disease does it prevent?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 stops mosquitoes. It prevents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carries big logs in the East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logs come from? What happens to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the forest. The trees are cut: this is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(left) and on soil covered with plants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does the rain wash the soil away?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because the soil is bare. The plants protect the soil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girl holds a young tree to plant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she going to do? How does it help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will plant the young tree. New trees bring the forest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5): The Equatorial Region: Problems Faced, Problems Caused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cutting down of forests.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away of soil by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protection of nature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equatorial region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the roads muddy and hard to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Mosquitoes carry malaria in the hot and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thick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dense forest is hard to clear for farms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the plant food out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cause the following problems in the equatorial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cut too many trees for timber and farms.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washes away the soil left bare after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such as gorillas and elephants become rare.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and waste make the rivers dirty.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plant new trees where forests were cut.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National parks such as the Dja protect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Selective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cut only some big trees and leave the young 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care: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gives mosquito nets to fight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faced by man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Muddy roads and diseases like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Planting new trees and creating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cutting down of forests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Mosquitoes carry a disease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planting of new trees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1):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Protected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protégée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Mosquito 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moustiquaire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(Part 5): The Equatorial Region: Problems Faced, Problems Caused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that the Equatorial environment creates for people. Identify the problems that human activities cause to the Equatorial environment. Describe the solutions that have been attempted to solve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by Man; Problems Caused by Man;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vegetation around your home in Garoua. Are there tall trees growing close together, or grasses with scattered trees? Write two sentences to describe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Dja Faunal Reserve: UNESCO World Heritage site since 1987. Forestry Law No. 94/01 of 20 January 1994 obliges logging companies to follow a management plan.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roads of their village in August.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real mosquito net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 wood of their school desks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water on bare soil and on soil with grass.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if they have ever planted a tree.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Lesson 1 document: The Equatorial Region (teacher's file).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UNESCO: Dja Faunal Reserve (1987); Cameroon Forestry Law No. 94/01 of 20 January 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“On Vacation in Africa” by orkomedix, CC BY-NC-SA 2.0, via Flickr (https://www.flickr.com/photos/30717090@N06/6741038415)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2026-09-27T11:12:29Z</dcterms:created>
  <dcterms:modified xsi:type="dcterms:W3CDTF">2026-09-27T11:12:29Z</dcterms:modified>
</cp:coreProperties>
</file>