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3): The Sectors of the Economy: The Primary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primary sector, agriculture, livestock rearing, fishing, forestry, mining. At the end, you should be able to do this: learners are able to identify primary activities around them and explain their importance for food and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2): The Sectors of the Economy: Formal and Informal Sectors of the Economy. The question was: List four products of farming, fishing, forestry or mining found in the Garoua market, and say where each comes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onions and maize (farming, from Garoua and the Far North); fish (fishing, from Lagdo); charcoal and wood (forestry, from the savanna); salt or cement from limestone (mining, from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primary sector. Number 2: name the main primary activities. Number 3: give examples of primary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formal sector is registered and pays taxes; the informal sector is not registered. Both sectors exist in primary, secondary and tertiary activities.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Garoua market, Rahila sees maize from Pitoa, fish from the Lagdo lake, beef from the Adamawa and firewood from the bush. Her mother says: "All these come from nature." Rahila asks: "What do we call the work of taking things from nature?"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know the name of the sector that takes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fish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Lagdo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beef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farmers, herders and fishermen, who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take products from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maize farmer.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farmer takes food from nature.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of Cameroon rears many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(also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place where people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Lagdo lake (also the sea at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primary product comes from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people digging.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taking minerals from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Primary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Primary Activities. The primary sector includes the following activities. Copy the point on Farming on the left, then draw the diagram on the right: a maize farmer.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rearing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Fishing and Forestry.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Mining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Primary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primary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takes products from nature.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primary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fishing and mining (also rearing, forestry).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mining; number 3, forestry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names of two factories in Cameroon, and write what each one produces.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4): The Sectors of the Economy: The Secondary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3): THE SECTORS OF THE ECONOMY: THE PRIMARY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Primary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sector, agriculture, livestock rearing, fishing, forestry,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primary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2): The Sectors of the Economy: Formal and Informal Sectors of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products of farming, fishing, forestry or mining found in the Garoua market, and say where each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onions and maize (farming, from Garoua and the Far North); fish (fishing, from Lagdo); charcoal and wood (forestry, from the savanna); salt or cement from limestone (mining, from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primary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primary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primary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formal sector is registered and pays taxes; the informal sector is not registered.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Both sectors exist in primary, secondary and tertiary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Garoua market, Rahila sees maize from Pitoa, fish from the Lagdo lake, beef from the Adamawa and firewood from the bush. Her mother says: "All these come from nature." Rahila asks: "What do we call the work of taking things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know the name of 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fish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beef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farmers, herders and fishermen, who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take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maize farmer.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takes food from nature.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of Cameroon rears many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(also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place where people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(also the sea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primary product comes from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taking minerals from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take resources directly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primary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Maize, cotton and onions in the North.</a:t>
            </a:r>
            <a:endParaRPr lang="en-US" sz="3600" dirty="0"/>
          </a:p>
        </p:txBody>
      </p:sp>
      <p:pic>
        <p:nvPicPr>
          <p:cNvPr id="5" name="Image 0" descr="/home/claude/f4/img/v2/f2t_maiz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maize farmer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Livestock rearing: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Cattle in the North and the Adamawa.</a:t>
            </a:r>
            <a:endParaRPr lang="en-US" sz="3600" dirty="0"/>
          </a:p>
        </p:txBody>
      </p:sp>
      <p:pic>
        <p:nvPicPr>
          <p:cNvPr id="5"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Lagdo lake and at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from the forests of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near Kribi, gold in the East and limestone at Figuil.</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Primary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Game, honey and shea 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takes products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primary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fishing and mining (also rearing,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products from nature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Taking minerals from the ground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for timber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two factories in Cameroon, and write what each one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 rearing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Crude 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 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3): The Sectors of the Economy: The Primary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primary sector. Name the main primary activities. Give examples of primary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primary activities around them and explain their importance for food and exports.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Primary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names of two factories in Cameroon, and write what each one produces.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farmers in the family.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fish sold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wooden objects.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minerals.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2026-09-28T21:14:27Z</dcterms:created>
  <dcterms:modified xsi:type="dcterms:W3CDTF">2026-09-28T21:14:27Z</dcterms:modified>
</cp:coreProperties>
</file>