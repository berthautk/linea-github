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5 (Part 3): The Sectors of the Economy: The Primary Sector (Definition and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Sectors of the Economy.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Economic Activities, and the sub-topic is Sectors of the Economy. The key notions we shall use today are: primary sector, agriculture, livestock rearing, fishing, forestry, mining. At the end, you should be able to do this: learners are able to identify primary activities around them and explain their importance for food and exports.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5 (Part 2): The Sectors of the Economy: Formal and Informal Sectors of the Economy. The question was: Give three primary activities.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Farming, fishing and mining.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the primary sector. Number 2: name the main primary activities. Number 3: give examples of primary activities in Cameroon and explain their importance.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formal sector is registered and pays taxes; the informal sector is not registered. Both sectors exist in primary, secondary and tertiary activities.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Garoua market, Rahila sees maize from Pitoa, fish from the Lagdo lake, beef from the Adamawa and firewood from the bush. Her mother says: "All these come from nature." Rahila asks: "What do we call the work of taking things from nature?"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Rahila does not know the name of the sector that takes products from 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does the fish come from?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From the Lagdo lake.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Where does the beef come from?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From the Adamawa.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respect farmers, herders and fishermen, who feed the 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jobs that take products from 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maize farmer.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The farmer takes food from nature. Which sector is this?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primary sector.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cattle market.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region of Cameroon rears many cattle?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Adamawa (also the North).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fish market.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Name one place where people fish in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Lagdo lake (also the sea at Kribi).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logs.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Which primary product comes from the forest?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Timber (wood).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people digging.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do we call taking minerals from the ground?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Primary sector.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Examples of Primary Activities. The primary sector includes the following activities. Copy the point on Farming on the left, then draw the diagram on the right: a maize farmer.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Livestock rearing on the left, then draw the diagram on the right: a cattle market.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Examples of Primary Activities. On this slide we have Fishing and Forestry.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Mining on the left, then draw the diagram on the right: gold mining.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Examples of Primary Activities. On this slide we have Hunting and gathering.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the primary sector?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sector that takes products from nature.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three primary activities.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farming, fishing and mining (also rearing, forestry).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primary; number 2, mining; number 3, forestry (lumbering).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one factory of Garoua and its product.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5 (Part 4): The Sectors of the Economy: The Secondary Sector (Definition and Examples).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5 (PART 3): THE SECTORS OF THE ECONOMY: THE PRIMARY SECTOR (DEFINITION AND EXAMPLES)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5 (Part 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Sectors of the Economy: The Primary Sector (Definition and Examples)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Sectors of the Economy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Sectors of the Economy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5 (Part 3): The Sectors of the Economy: The Primary Sector (Definition and Examples)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Primary sector, agriculture, livestock rearing, fishing, forestry, mining.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and examples of the primary sector, with examples from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identify primary activities around them and explain their importance for food and exports.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5 (Part 2): The Sectors of the Economy: Formal and Informal Sectors of the Economy):</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primary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Farming, fishing and mining.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the primary sector.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the main primary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examples of primary activities in Cameroon and explain their importance.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formal sector is registered and pays taxes; the informal sector is not registered.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Both sectors exist in primary, secondary and tertiary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Garoua market, Rahila sees maize from Pitoa, fish from the Lagdo lake, beef from the Adamawa and firewood from the bush. Her mother says: "All these come from nature." Rahila asks: "What do we call the work of taking things from nature?"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Rahila does not know the name of the sector that takes products from nature.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fish come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the Lagdo lake.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beef come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the Adamawa.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Respect farmers, herders and fishermen, who feed the nation.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jobs that take products from nature.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DEFINITION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maize.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maize farmer.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DEFINITION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farmer takes food from nature. Which sector is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DEFINITION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primary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EXAMPLES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cattle_marke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cattle market.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region of Cameroon rears many cattle?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Adamawa (also the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EXAMPLES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fish_marke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fish market.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place where people fish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Lagdo lake (also the sea at Kribi).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EXAMPLES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logging_truck.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Logs.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primary product comes from the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Timber (wood).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EXAMPLES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gold_minin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People digging.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call taking minerals from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Economic Activities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Sectors of the Economy</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5 (Part 3): The Sectors of the Economy: The Primary Sector (Definition and Examples)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Primary sector: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is made of activities that take resources directly from nature.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Examples of Primary Activities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primary sector includes the following activities:</a:t>
            </a:r>
            <a:endParaRPr lang="en-US" sz="3600" dirty="0"/>
          </a:p>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Farming: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Maize, cotton and onions in the North.</a:t>
            </a:r>
            <a:endParaRPr lang="en-US" sz="3600" dirty="0"/>
          </a:p>
        </p:txBody>
      </p:sp>
      <p:pic>
        <p:nvPicPr>
          <p:cNvPr id="5" name="Image 0" descr="/home/claude/f4/img/v2/f2t_maize.jpg">    </p:cNvPr>
          <p:cNvPicPr>
            <a:picLocks noChangeAspect="1"/>
          </p:cNvPicPr>
          <p:nvPr/>
        </p:nvPicPr>
        <p:blipFill>
          <a:blip r:embed="rId1"/>
          <a:stretch>
            <a:fillRect/>
          </a:stretch>
        </p:blipFill>
        <p:spPr>
          <a:xfrm>
            <a:off x="5349240" y="2069407"/>
            <a:ext cx="6659575" cy="369759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maize farmer</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Examples of Primary Activities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Livestock rearing: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Cattle in the North and the Adamawa.</a:t>
            </a:r>
            <a:endParaRPr lang="en-US" sz="3600" dirty="0"/>
          </a:p>
        </p:txBody>
      </p:sp>
      <p:pic>
        <p:nvPicPr>
          <p:cNvPr id="5" name="Image 0" descr="/home/claude/f4/img/v2/f2t_cattle_market.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cattle market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Examples of Primary Activities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Fishing: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In the Lagdo lake and at sea.</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Forestry: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Timber from the forests of the South and 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Examples of Primary Activities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Mining: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Oil near Kribi, gold in the East and limestone at Figuil.</a:t>
            </a:r>
            <a:endParaRPr lang="en-US" sz="3600" dirty="0"/>
          </a:p>
        </p:txBody>
      </p:sp>
      <p:pic>
        <p:nvPicPr>
          <p:cNvPr id="5" name="Image 0" descr="/home/claude/f4/img/v2/f2t_gold_mining.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gold mining</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Examples of Primary Activities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Hunting and gathering: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Game, honey and shea nuts.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primary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sector that takes products from nature.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primary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Farming, fishing and mining (also rearing, forestry).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Taking products from nature is the ______ sector.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Taking minerals from the ground is called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Cutting trees for timber is called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factory of Garoua and its product.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(Part 4): The Sectors of the Economy: The Secondary Sector (Definition and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Agriculture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L'agriculture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Fishing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pêche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Livestock rearing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L'élevage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Forestry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L'exploitation forestière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L'exploitation minière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Crude oil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pétrole brut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Timber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bois d'œuvre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Export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L'exportation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5 (Part 3): The Sectors of the Economy: The Primary Sector (Definition and Examples)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the primary sector. Name the main primary activities. Give examples of primary activities in Cameroon and explain their importance.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identify primary activities around them and explain their importance for food and exports.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Examples of Primary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one factory of Garoua and its product.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name farmers in the family.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a cattle market.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name fish sold in Garoua.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name wooden objects.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name minerals.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“Ghana 15” by CIAT International Center for Tropical Agriculture, CC BY-NC-SA 2.0, via Flickr (https://www.flickr.com/photos/38476503@N08/5207540264)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“Discussing the price” by 10b travelling / Carsten ten Brink, CC BY-NC-ND 2.0, via Flickr (https://www.flickr.com/photos/77334245@N00/7313656038)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“Kenyan food, farming and landscapes” by CGIAR Climate, CC BY-NC-SA 2.0, via Flickr (https://www.flickr.com/photos/55227776@N04/14310899853)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“Logging truck, Cameroon” by World Resources, CC BY-NC-SA 2.0, via Flickr (https://www.flickr.com/photos/26107309@N05/4764354366)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“Mining in Kailo” by Julien Harneis, CC BY-SA 2.0, via Flickr (https://www.flickr.com/photos/16935515@N00/1872000955)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2026-09-28T21:32:44Z</dcterms:created>
  <dcterms:modified xsi:type="dcterms:W3CDTF">2026-09-28T21:32:44Z</dcterms:modified>
</cp:coreProperties>
</file>