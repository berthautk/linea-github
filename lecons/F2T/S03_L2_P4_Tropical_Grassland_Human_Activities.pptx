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4): The Tropical Grassland Region: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crop farming, cash crop, food crop, livestock rearing, nomadic pastoralism, transhumance, hunting. At the end, you should be able to do this: learners are able to describe the work of farmers and herders around them and explain why herders move with their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3): The Tropical Grassland Region: Types of Resources and Methods of Exploitation. The question was: Ask a farmer or a herder in your area about his work: what he produces, which tools he uses and where he sells his products.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 farmer produces cotton and maize with a hoe and oxen, and sells cotton to SODECOTON; a herder rears cattle, uses a stick and moves with them, and sells them at the cattle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crop farming in the Tropical Grassland region. Number 2: describe livestock rearing, including nomadic pastoralism and transhumance. Number 3: describe hunting, fishing and wood cutting in the Tropical Grassland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resources of the savanna are pasture, farmland, wildlife, water and trees. People exploit them by farming, livestock rearing, tourism, fishing and cutting trees.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in November, Adamou, a Fulani herder, leaves his village near Garoua with his cattle. He walks south for weeks and comes back when the rains return. His classmate Paul thinks Adamou is lost.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Paul does not understand why Adamou moves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does Adamou leave, and when does he come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leaves in November and comes back when the rains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he move?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find grass and water for his cattle.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the work of farmers and herders and help them live in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work of the people of the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farmers harvest cotton.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Do farmers grow cotton to eat it or to sell it? What do we call this type of crop?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sell it. It is a cash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rice field with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Rice needs a lot of water. How do farmers get water in the dry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bring water from rivers and dams to the fields: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herder moves with his cattle.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does the herder go in the dry season? And in the rainy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South in the dry season; back north in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maasai herders with their cattle in East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cattle important for these herders?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Cattle give milk, meat and money. They show that a man is rich.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fishermen in a canoe on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activities of the people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Fishing and tourism. Also hunting and cutting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Cash crop and Food crop.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Transhumance.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Crop Farming. Crop farming in the savanna takes the following forms. On this slide we have Food crops and Cash crops.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Crop Farming. On this slide we have Irrigated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Livestock Rearing. Herders rear animals in three ways. On this slide we have Nomadic herding and Transhumance.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Livestock Rearing. On this slide we have Ranching.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Activities. People also carry out the following activities. On this slide we have Fishing and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Activities. On this slide we have Hunting.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a food crop and a cash crop?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food crop feeds the family; a cash crop is sold.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transhumance?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herders with their animals between seasons.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cash; number 2, transhumance; number 3,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down two problems that farmers or herders around Garoua face, for example with rain, fires or pests.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5): The Tropical Grassland Region: Problems Faced and Attempted Solutions.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4): THE TROPICAL GRASSLAND REGION: HUMAN ACTIVITIES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Human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4): The Tropical Grassland Region: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Crop farming, cash crop, food crop, livestock rearing, nomadic pastoralism, transhumance, hunting.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activities of the Tropical Grassland region: farming, livestock rearing, hunting, lumbering and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work of farmers and herders around them and explain why herders move with their animals.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3): The Tropical Grassland Region: Types of Resources and Methods of Exploitation):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herder in your area about his work: what he produces, which tools he uses and where he sells his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 farmer produces cotton and maize with a hoe and oxen, and sells cotton to SODECOTON; a herder rears cattle, uses a stick and moves with them, and sells them at the cattle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crop farming in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livestock rearing, including nomadic pastoralism and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hunting, fishing and wood cutting in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resources of the savanna are pasture, farmland, wildlife, water and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exploit them by farming, livestock rearing, tourism, fishing and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in November, Adamou, a Fulani herder, leaves his village near Garoua with his cattle. He walks south for weeks and comes back when the rains return. His classmate Paul thinks Adamou is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does not understand why Adamou moves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Adamou leave, and when does he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leaves in November and comes back when the rains return.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he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grass and water for his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the work of farmers and herders and help them live in peace.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work of the people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Farmers harvest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 farmers grow cotton to eat it or to sell it? What do we call this type of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sell it. It is a cash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rice field with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Rice needs a lot of water. How do farmers get water in the dry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water from rivers and dams to the fields: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anshumanc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herder moves with his 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herder go in the dry season? And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in the dry season; back north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as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Maasai herders with their cattle in East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cattle important for these herders?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give milk, meat and money. They show that a man is rich.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a canoe on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activities of the people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and tourism. Also hunting and cutting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4): The Tropical Grassland Region: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Cash crop: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crop grown to be sold.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crop: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crop grown to feed the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Transhumance: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seasonal movement of herders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Crop Farming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Crop farming in the savanna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sorghum, millet and maize to feed their families.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Cash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cotton and sell it to SODECOTON.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Crop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Irrigated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Rice is grown with irrigation at Lagdo and Yagoua.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Herders rear animals in three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Nomadic herding: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move from place to place with their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Transhumance: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move south in the dry season and come back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are kept on large farms, as 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also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fish in the Lagdo lake and the Benue.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visit national parks such as the Benue and Waza.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hunt in authorised hunting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food crop and a cash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food crop feeds the family; a cash crop is sold.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herders with their animals between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Cotton is a ______ crop.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herders between seasons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Bringing water to the fields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down two problems that farmers or herders around Garoua face, for example with rain, fires or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5): The Tropical Grassland Region: Problems Faced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vivrière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Cattle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bovins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4): The Tropical Grassland Region: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crop farming in the Tropical Grassland region. Describe livestock rearing, including nomadic pastoralism and transhumance. Describe hunting, fishing and wood cutting in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work of farmers and herders around them and explain why herders move with their animals.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Crop Farming; Livestock Rearing; Other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down two problems that farmers or herders around Garoua face, for example with rain, fires or pests.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SODECOTON buys the cotton of North Cameroon; SEMRY manages the irrigated rice fields of Yagoua.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which crops their family sells.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the rice fields of Lagdo and Yagoua (SEMRY).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an arrow going south and an arrow going north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the Fulani of North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work their parents do.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Maasai herder, Kenya, 1979” by gbaku, CC BY-SA 2.0, via Flickr (https://www.flickr.com/photos/72105154@N00/482990998)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2026-09-27T10:07:29Z</dcterms:created>
  <dcterms:modified xsi:type="dcterms:W3CDTF">2026-09-27T10:07:29Z</dcterms:modified>
</cp:coreProperties>
</file>