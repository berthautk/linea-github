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Desert Regions, part 5: Human Activities (Farming around Oases).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name of an oasis and its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an oasis: palm trees and water in the middle of the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hills, the water under the ground and the oasis.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palm tree, a small fruit tree and vegetables.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shaduf: a pole, a weight and a 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that a pump brings water from deep under the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oasis 2. palm 3. shaduf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3 (PART 5)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Regions: Human Activities (Farming around Oases)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3. Desert Regions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5: Human Activities (Farming around Oases)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Oasis, water table, irrigation, shaduf, foggara, borehole, date palm.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 of oases and farming around oases; irrigation in hot deserts.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water can be brought to crops in the dry season and use water carefully in farming.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oasis is formed.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crops grown in oases.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methods of irrigation used in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 of oasis farming.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people face lack of water, extreme temperatures, sandstorms and poor soils.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adapt through nomadism, camels, clothing, housing and wells.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middle of the Sahara, travellers see a green place with tall palm trees and gardens. All around, there is only sand. Musa wonders how crops can grow there.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Musa does not know how crops grow in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did the travellers see?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Palm trees and gardens in the middle of the sand.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crops need to grow in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people farm in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oas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oasis in the Sahara.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this green place in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oasis.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oasi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an oasis gets its water.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water of the oasis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OASIS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rain on far hills. It moves under the ground and comes up.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oasis_layer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three layers of crops in an oasis.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layers of crops. Why do farmers grow crops under the palms?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palms, fruit trees, vegetables. The palms give shade and keep the soil wet.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shadu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shaduf in Egypt.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this farmer use to lift water from the river?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shaduf: a long pole with a bucket.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piv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Round fields watered by machines, seen from the sky.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modern farmers get water in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OASIS FARMING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pump water from deep wells (boreholes).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Regions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 Desert Regions — Part 5: Human Activities (Farming around Oases)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Oasis: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green place in the desert where there is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Shaduf: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pole with a bucket used to lift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Borehole: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deep well dug with machines.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Oasis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Formation: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from far hills comes up in the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Examples: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Siwa in Egypt and Tafilalt in Morocco.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Oasis (2/2)</a:t>
            </a:r>
            <a:endParaRPr lang="en-US" sz="3600" dirty="0"/>
          </a:p>
        </p:txBody>
      </p:sp>
      <p:pic>
        <p:nvPicPr>
          <p:cNvPr id="13" name="Image 0" descr="/home/claude/f4/img/v2/oasi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this simple drawing of an oasis.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Farming around Oases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Three layers: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 palms, fruit trees and vegetables.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Irrigation: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Wells, the shaduf and pumps.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Nile: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Aswan Dam gives water all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 dry up and sand covers the fields.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an oasis?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green place in the desert where there is water.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ways to get water in an oasis.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Wells and the shaduf (or pumps).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green place with water in the desert is 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top layer of an oasis garden is the date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pole with a bucket for lifting water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 at a world map in your atlas. Find two countries located between 30° and 60° north of the Equator, and write their names.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The Temperate Region.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L'oasis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datte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Borehole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nappe phréatique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pompe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barrage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5: Human Activities (Farming around Oases)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how an oasis is formed. Describe the crops grown in oases. Describe the methods of irrigation used in deserts. Identify the problems of oasis farming.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water can be brought to crops in the dry season and use water carefully in farming.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Oasis, Shaduf, Borehole; II. The Oasis: Formation, Examples; III. Farming around Oases: Three layers, Irrigation, The Nile, Problems.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 at a world map in your atlas. Find two countries located between 30° and 60° north of the Equator, and write their names.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(hot deserts).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“49 Palms Oasis; Twentynine Palms, CA” by Joshua Tree National Park, Public domain 1.0, via Flickr (https://www.flickr.com/photos/115357548@N08/12525367563)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“A Shadoof” by 10b travelling / Carsten ten Brink, CC BY-NC-ND 2.0, via Flickr (https://www.flickr.com/photos/77334245@N00/5908489998)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“Mid-West Agriculture” by Djof, CC BY-NC-SA 2.0, via Flickr (https://www.flickr.com/photos/10787942@N00/147222315)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