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1): The Sectors of the Economy: Introduction, Definitions and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economy, economic activity, goods, services, raw material, production, sector of the economy. At the end, you should be able to do this: learners are able to classify the jobs of people around them into the four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4): The Temperate Region: Problems Faced and Adaptations. The question was: Name the four sectors of the economy.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Primary, secondary, tertiary and quaternary.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economy, economic activity, goods and services. Number 2: define a sector of the economy. Number 3: name the four sectors of the economy and give an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Lessons 1 to 4, we studied the natural regions of the world. In each region, people carry out activities such as farming, rearing, mining and tourism. These activities help them to earn a living.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Ahmadou's father grows cotton near Garoua. His uncle works in the CICAM factory, where cotton becomes cloth, his aunt sells cloth in the market, and his cousin looks for better cotton seeds in a research centre. Ahmadou asks: "How can we group all these different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Ahmadou does not know how economic activities are grouped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father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grows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uncle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works in a factory that makes cloth.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every job, because each sector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groups of jobs in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tailor makes a dress.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 can touch the dress. Is it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doctor treats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the work of the doctor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raw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Cotton is used to make cloth. What do we call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journey of cotton.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sector comes first in the journey of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sector does a researcher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Economy and Economic activity.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Goods, Services and Sector of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Key Concepts: The Four Sectors. Economic activities are grouped into four sectors. Copy the point on Primary sector on the left, then draw the diagram on the right: the journey of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Key Concepts: The Four Sectors. On this slide we have Secondary sector and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Quaternary sector on the left, then draw the diagram on the right: a researcher.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good and a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good can be touched; a service is work done for others.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goods; number 2, raw;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sectors of work: registered and not registered.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2): The Sectors of the Economy: Formal and Informal Sectors of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1): THE SECTORS OF THE ECONOMY: INTRODUCTION, DEFINITIONS AND KEY CONCEPTS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Introduction, Definitions and Key Concepts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Economy, economic activity, goods, services, raw material, production, sector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the sectors of the economy; definitions of terms; key concepts (activities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4): The Temperate Region: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economy, economic activity, goods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sector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 and give an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Lessons 1 to 4, we studied the natural regions of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each region, people carry out activities such as farming, rearing, mining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These activities help them to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father grows cotton near Garoua. His uncle works in the CICAM factory, where cotton becomes cloth, his aunt sells cloth in the market, and his cousin looks for better cotton seeds in a research centre. Ahmadou asks: "How can we group all these different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 does not know how economic activities are grouped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father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grows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uncle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works in a factory that makes cloth.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every job, because each sector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groups of jobs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makes a dress.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can touch the dress. Is it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treats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work of the doctor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is used to make cloth. What do we call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comes first in the journey of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 (growing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esearch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researcher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production, exchange and use of goods and services.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work done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things we can touch, like cloth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Services: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work done for other people, like teaching and transport.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Sector of the 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group of similar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Economic activities are grouped into four sectors: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Taking resources from nature, like farming (cotton).</a:t>
            </a:r>
            <a:endParaRPr lang="en-US" sz="3600" dirty="0"/>
          </a:p>
        </p:txBody>
      </p:sp>
      <p:pic>
        <p:nvPicPr>
          <p:cNvPr id="5" name="Image 0" descr="/home/claude/f4/img/v2/cotton_journey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journey of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Transforming raw materials, like making cloth at CICAM.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Giving services, like selling cloth in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and knowledge, like finding better seeds.</a:t>
            </a:r>
            <a:endParaRPr lang="en-US" sz="3600" dirty="0"/>
          </a:p>
        </p:txBody>
      </p:sp>
      <p:pic>
        <p:nvPicPr>
          <p:cNvPr id="5" name="Image 0" descr="/home/claude/f4/img/v2/f2t_research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good and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can be touched; a service is work done for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Things that we can touch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natural product used to make goods is a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makes goods in factories is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sectors of work: registered and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Secondary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Tertiary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tertiaire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Quaternary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quaternaire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economy, economic activity, goods and services. Define a sector of the economy. Name the four sectors of the economy and give an example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Key Concepts: The Four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sectors of work: registered and not registered.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CICAM (Cotonnière Industrielle du Cameroun) spins and weaves cotton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services in the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raw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IRAD.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“USAMRUK Malaria Diagnostics and Control Center of Excellence microscop” by US Army Africa, CC BY 2.0, via Flickr (https://www.flickr.com/photos/36281822@N08/4077018383)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2026-09-29T03:12:32Z</dcterms:created>
  <dcterms:modified xsi:type="dcterms:W3CDTF">2026-09-29T03:12:32Z</dcterms:modified>
</cp:coreProperties>
</file>