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1): The Sectors of the Economy: Introduction, Definitions and Key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economy, economic activity, goods, services, raw material, production, sector of the economy. At the end, you should be able to do this: learners are able to classify the jobs of people around them into the four sectors of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(Part 4): The Temperate Region: Problems Faced and Adaptations. The question was: List five jobs done by people in your family or neighbourhood (for example farmer, trader, teacher, mechanic, tailor).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farmer, trader, teacher, mechanic, tailor, moto-taxi driver, nurse, carpenter.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economy, economic activity, goods and services. Number 2: define a sector of the economy. Number 3: name the four sectors of the economy and give an example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 Lessons 1 to 4, we studied the natural regions of the world. In each region, people carry out activities such as farming, rearing, mining and tourism. These activities help them to earn a living.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Ahmadou's father grows cotton near Garoua. His uncle works in the CICAM factory, where cotton becomes cloth, his aunt sells cloth in the market, and his cousin looks for better cotton seeds in a research centre. Ahmadou asks: "How can we group all these different jobs?"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Ahmadou does not know how economic activities are grouped into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father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grows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the uncle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works in a factory that makes cloth.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every job, because each sector depends on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main groups of jobs in a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tailor makes a dress.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We can touch the dress. Is it a good or a service?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doctor treats a patient.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Is the work of the doctor a good or a service?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raw cotton.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Cotton is used to make cloth. What do we call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raw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journey of cotton.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sector comes first in the journey of cotton?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primary sector (growing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researcher.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 which sector does a researcher 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quaternary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Economy and Economic activity.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Goods, Services and Sector of the economy.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Key Concepts: The Four Sectors. Economic activities are grouped into four sectors. Copy the point on Primary sector on the left, then draw the diagram on the right: the journey of cotton.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Key Concepts: The Four Sectors. On this slide we have Secondary sector and Tertiary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Quaternary sector on the left, then draw the diagram on the right: a researcher.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difference between a good and a service?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good can be touched; a service is work done for others.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sectors of the economy.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secondary, tertiary and quaternary.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goods; number 2, raw; number 3, secondary.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two workers in your area: one who works for a registered company and one who works alone in the street (for example a moto-taxi driver). Write one difference between them.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2): The Sectors of the Economy: Formal and Informal Sectors of the Economy.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1): THE SECTORS OF THE ECONOMY: INTRODUCTION, DEFINITIONS AND KEY CONCEPTS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Introduction, Definitions and Key Concepts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1): The Sectors of the Economy: Introduction, Definitions and Key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Economy, economic activity, goods, services, raw material, production, sector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to the sectors of the economy; definitions of terms; key concepts (activities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the jobs of people around them into the four 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(Part 4): The Temperate Region: Problems Faced and Adaptations):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jobs done by people in your family or neighbourhood (for example farmer, trader, teacher, mechanic, tailor).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farmer, trader, teacher, mechanic, tailor, moto-taxi driver, nurse, carpenter.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economy, economic activity, goods and services.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sector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four sectors of the economy and give an example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Lessons 1 to 4, we studied the natural regions of the world.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each region, people carry out activities such as farming, rearing, mining and tourism.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These activities help them to earn a living.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Ahmadou's father grows cotton near Garoua. His uncle works in the CICAM factory, where cotton becomes cloth, his aunt sells cloth in the market, and his cousin looks for better cotton seeds in a research centre. Ahmadou asks: "How can we group all these different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Ahmadou does not know how economic activities are grouped into sectors.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father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grows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uncle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works in a factory that makes cloth.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every job, because each sector depends on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main groups of jobs in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ail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tailor makes a dress.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can touch the dress. Is it a good or 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oc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doctor treats a patient.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work of the doctor a good or 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otton_harvest2.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Raw cotton.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is used to make cloth. What do we call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raw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tton_journe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journey of cotton.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sector comes first in the journey of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primary sector (growing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esearch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researcher.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sector does a researcher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quaternary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1): The Sectors of the Economy: Introduction, Definitions and Key Concepts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Economy: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production, exchange and use of goods and services.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Economic activity: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work done to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Goods: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are things we can touch, like cloth and maize.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Services: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are work done for other people, like teaching and transport.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Sector of the economy: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group of similar economic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Key Concepts: The Four Sectors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Economic activities are grouped into four sectors: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Primary sector: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Taking resources from nature, like farming (cotton).</a:t>
            </a:r>
            <a:endParaRPr lang="en-US" sz="3600" dirty="0"/>
          </a:p>
        </p:txBody>
      </p:sp>
      <p:pic>
        <p:nvPicPr>
          <p:cNvPr id="5" name="Image 0" descr="/home/claude/f4/img/v2/cotton_journey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journey of cotton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Key Concepts: The Four Sectors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Secondary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Transforming raw materials, like making cloth at CICAM.</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Tertiary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Giving services, like selling cloth in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Key Concepts: The Four Sectors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Quaternary sector: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Research and knowledge, like finding better seeds.</a:t>
            </a:r>
            <a:endParaRPr lang="en-US" sz="3600" dirty="0"/>
          </a:p>
        </p:txBody>
      </p:sp>
      <p:pic>
        <p:nvPicPr>
          <p:cNvPr id="5" name="Image 0" descr="/home/claude/f4/img/v2/f2t_research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researcher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good and 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can be touched; a service is work done for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sectors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secondary, tertiary and quaternary.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Things that we can touch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natural product used to make goods is a ______ material.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sector that makes goods in factories is the ______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two workers in your area: one who works for a registered company and one who works alone in the street (for example a moto-taxi driver). Write one difference between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2): The Sectors of the Economy: Formal and Informal Sectors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L'économie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Goods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biens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services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Raw material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matière première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Primary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primaire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Secondary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secondaire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Tertiary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tertiaire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Quaternary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quaternaire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1): The Sectors of the Economy: Introduction, Definitions and Key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economy, economic activity, goods and services. Define a sector of the economy. Name the four sectors of the economy and give an example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the jobs of people around them into the four sectors of the economy.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Key Concepts: The Four Sectors.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two workers in your area: one who works for a registered company and one who works alone in the street (for example a moto-taxi driver). Write one difference between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CICAM (Cotonnière Industrielle du Cameroun) spins and weaves cotton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piece of cloth.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services in the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raw cotton.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four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IRAD.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 tailor of Wa” by 10b travelling / Carsten ten Brink, CC BY-NC-ND 2.0, via Flickr (https://www.flickr.com/photos/77334245@N00/8154947468)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“Medical Readiness and Training Exercise 15-3” by US Army Africa, CC BY 2.0, via Flickr (https://www.flickr.com/photos/36281822@N08/16958932197)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“Women carrying cotton” by CIFOR, CC BY-NC-ND 2.0, via Flickr (https://www.flickr.com/photos/45423546@N07/35706852432)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“USAMRUK Malaria Diagnostics and Control Center of Excellence microscop” by US Army Africa, CC BY 2.0, via Flickr (https://www.flickr.com/photos/36281822@N08/4077018383)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2026-09-28T20:48:43Z</dcterms:created>
  <dcterms:modified xsi:type="dcterms:W3CDTF">2026-09-28T20:48:43Z</dcterms:modified>
</cp:coreProperties>
</file>