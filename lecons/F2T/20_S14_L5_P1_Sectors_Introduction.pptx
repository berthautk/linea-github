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1): The Sectors of the Economy: Introduction, Definitions and Key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economy, economic activity, goods, services, raw material, production, sector of the economy. At the end, you should be able to do this: learners are able to classify the jobs of people around them into the four sectors of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(Part 4): The Temperate Region: Problems Faced and Adaptations. The question was: List five jobs done by people in your family or neighbourhood (for example farmer, trader, teacher, mechanic, tailor).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farmer, trader, teacher, mechanic, tailor, moto-taxi driver, nurse, carpenter.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economy, economic activity, goods and services. Number 2: define a sector of the economy. Number 3: name the four sectors of the economy and give an example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 Lessons 1 to 4, we studied the natural regions of the world. In each region, people carry out activities such as farming, rearing, mining and tourism. These activities help them to earn a living.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Ahmadou's father grows cotton near Garoua. His uncle works in the CICAM factory, where cotton becomes cloth. His aunt sells cloth in the market. His cousin looks for better cotton seeds in a research centre.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Ahmadou does not know how to group the jobs of his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works with cotton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His father, who grows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links all these jobs?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all work with cotton, one after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every job, because each sector depends on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main groups of jobs in a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tailor at 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tailor makes a dress. Can we touch it? Is it a good or a service?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Yes, we can touch it. It is a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health worker with a patient.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The doctor treats a patient. Is this a good or a service?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service: work done for other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raw cotton after the harvest.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Cotton is used to make cloth. What do we call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raw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the journey of cotton.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four sectors in the order of the journey of cotton.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Primary, secondary, tertiary and quaternary.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scientist in a laboratory.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Ahmadou's cousin looks for better seeds. In which sector does she work?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quaternary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Economy and Goods.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Services, Raw material and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Four Sectors of the Economy. The economy is divided into four sectors. On this slide we have Primary sector and Secondary sector.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Four Sectors of the Economy. On this slide we have Tertiary sector and Quaternary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journey of cotton through the sectors.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difference between a good and a service?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good can be touched; a service is work done for others.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four sectors of the economy.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secondary, tertiary and quaternary.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goods; number 2, raw; number 3, secondary.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two workers in your area: one who works for a registered company and one who works alone in the street (for example a moto-taxi driver). Write one difference between them.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2): The Sectors of the Economy: Formal and Informal Sectors of the Economy.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1): THE SECTORS OF THE ECONOMY: INTRODUCTION, DEFINITIONS AND KEY CONCEPTS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Introduction, Definitions and Key Concepts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1): The Sectors of the Economy: Introduction, Definitions and Key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Economy, economic activity, goods, services, raw material, production, sector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Introduction to the sectors of the economy; definitions of terms; key concepts (activities and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the jobs of people around them into the four 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(Part 4): The Temperate Region: Problems Faced and Adaptations):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jobs done by people in your family or neighbourhood (for example farmer, trader, teacher, mechanic, tailor).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farmer, trader, teacher, mechanic, tailor, moto-taxi driver, nurse, carpenter.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economy, economic activity, goods and services.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sector of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four sectors of the economy and give an example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Lessons 1 to 4, we studied the natural regions of the world.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each region, people carry out activities such as farming, rearing, mining and tourism.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These activities help them to earn a living.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Ahmadou's father grows cotton near Garoua. His uncle works in the CICAM factory, where cotton becomes cloth. His aunt sells cloth in the market. His cousin looks for better cotton seeds in a research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Ahmadou does not know how to group the jobs of his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works with cotton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father, who grows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links all these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all work with cotton, one after the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every job, because each sector depends on the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main groups of jobs in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tail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tailor at 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tailor makes a dress. Can we touch it? Is it a good or a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we can touch it. It is a good.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oct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health worker with a patient.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doctor treats a patient. Is this a good or a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service: work done for other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otton_harvest2.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Raw cotton after the harvest.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is used to make cloth. What do we call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raw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FOUR SECTORS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tton_journey.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journey of cotton.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FOUR SECTORS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sectors in the order of the journey of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FOUR SECTORS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secondary, tertiary and quaternary.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FOUR SECTORS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esearch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scientist in a laboratory.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FOUR SECTORS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Ahmadou's cousin looks for better seeds. In which sector does she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FOUR SECTORS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quaternary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1): The Sectors of the Economy: Introduction, Definitions and Key Concepts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work people do to produce, sell and buy goods and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things we can touch, such as food and clothes.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work done for other people, such as teaching and transport.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 material: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natural product used to make goods, such as cotton.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group of jobs of the same kind.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Four Sectors of the Economy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economy is divided into four sectors: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Primary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takes products from nature, such as cotton from the farm.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Secondary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turns raw materials into goods, such as cloth made from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Four Sectors of the Economy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Tertiary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services, such as selling and transporting the cloth.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Quaternary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creates knowledge, such as research on better cotton seeds.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Four Sectors of the Economy</a:t>
            </a:r>
            <a:endParaRPr lang="en-US" sz="3600" dirty="0"/>
          </a:p>
        </p:txBody>
      </p:sp>
      <p:pic>
        <p:nvPicPr>
          <p:cNvPr id="4" name="Image 0" descr="/home/claude/f4/img/v2/cotton_journey_las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journey of cotton through the sectors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good and a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can be touched; a service is work done for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sectors of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secondary, tertiary and quaternary.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Things that we can touch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natural product used to make goods is a ______ material.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sector that makes goods in factories is the ______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two workers in your area: one who works for a registered company and one who works alone in the street (for example a moto-taxi driver). Write one difference between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2): The Sectors of the Economy: Formal and Informal Sectors of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L'économie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Goods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biens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Services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services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Raw material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matière première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Primary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primaire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Secondary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secondaire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Tertiary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tertiaire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Quaternary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quaternaire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1): The Sectors of the Economy: Introduction, Definitions and Key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economy, economic activity, goods and services. Define a sector of the economy. Name the four sectors of the economy and give an example of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the jobs of people around them into the four sectors of the economy.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Four Sectors of the Economy.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two workers in your area: one who works for a registered company and one who works alone in the street (for example a moto-taxi driver). Write one difference between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CICAM (Cotonnière Industrielle du Cameroun) spins and weaves cotton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piece of cloth or a pen: things we can touch are goods.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to name people who give services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bring raw cotton and a piece of cloth.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four boxes on the board: farmer, factory, trader, researcher.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learners what a researcher does.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 tailor of Wa” by 10b travelling / Carsten ten Brink, CC BY-NC-ND 2.0, via Flickr (https://www.flickr.com/photos/77334245@N00/8154947468)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“Medical Readiness and Training Exercise 15-3” by US Army Africa, CC BY 2.0, via Flickr (https://www.flickr.com/photos/36281822@N08/16958932197)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“Women carrying cotton” by CIFOR, CC BY-NC-ND 2.0, via Flickr (https://www.flickr.com/photos/45423546@N07/35706852432)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“USAMRUK Malaria Diagnostics and Control Center of Excellence microscop” by US Army Africa, CC BY 2.0, via Flickr (https://www.flickr.com/photos/36281822@N08/4077018383)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2026-09-27T11:12:32Z</dcterms:created>
  <dcterms:modified xsi:type="dcterms:W3CDTF">2026-09-27T11:12:32Z</dcterms:modified>
</cp:coreProperties>
</file>