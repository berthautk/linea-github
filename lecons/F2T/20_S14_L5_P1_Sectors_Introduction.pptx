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 (Part 1): The Sectors of the Economy: Introduction, Definitions and Key Concepts.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Sectors of the Economy.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Economic Activities, and the sub-topic is Sectors of the Economy. The key notions we shall use today are: economy, economic activity, goods, services, raw material, production, sector of the economy. At the end, you should be able to do this: learners are able to classify the jobs of people around them into the four sectors of the economy.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 (Part 4): The Temperate Region: Problems Faced and Adaptations. The question was: Name the four sectors of the economy.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Primary, secondary, tertiary and quaternary.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economy, economic activity, goods and services. Number 2: define a sector of the economy. Number 3: name the four sectors of the economy and give an example of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In Lessons 1 to 4, we studied the natural regions of the world. In each region, people carry out activities such as farming, rearing, mining and tourism. These activities help them to earn a living.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Ahmadou's father grows cotton near Garoua. His uncle works in the CICAM factory, where cotton becomes cloth, his aunt sells cloth in the market, and his cousin looks for better cotton seeds in a research centre. Ahmadou asks: "How can we group all these different jobs?"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Ahmadou does not know how economic activities are grouped into sectors.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does the father do?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He grows cotton.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does the uncle do?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He works in a factory that makes cloth.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value every job, because each sector depends on the others.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main groups of jobs in a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tailor makes a dress.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We can touch the dress. Is it a good or a service?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good.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doctor treats a patient.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Is the work of the doctor a good or a service?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raw cotton.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Cotton is used to make cloth. What do we call 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raw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animation: animation: the journey of cotton.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sector comes first in the journey of cotton?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primary sector (growing cotton).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researcher.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In which sector does a researcher work?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quaternary sector.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Economy and Economic activity.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Goods, Services and Sector of the economy.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Key Concepts: The Four Sectors. Economic activities are grouped into four sectors. Copy the point on Primary sector on the left, then draw the diagram on the right: the journey of cotton.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Key Concepts: The Four Sectors. On this slide we have Secondary sector and Tertiary sector.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Quaternary sector on the left, then draw the diagram on the right: a researcher.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difference between a good and a service?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good can be touched; a service is work done for others.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the four sectors of the economy.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primary, secondary, tertiary and quaternary.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goods; number 2, raw; number 3, secondary.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two sectors of work: registered and not registered.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 (Part 2): The Sectors of the Economy: Formal and Informal Sectors of the Economy.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5 (PART 1): THE SECTORS OF THE ECONOMY: INTRODUCTION, DEFINITIONS AND KEY CONCEPTS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gif"/><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 (Part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Sectors of the Economy: Introduction, Definitions and Key Concepts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Sectors of the Economy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Sectors of the Economy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 (Part 1): The Sectors of the Economy: Introduction, Definitions and Key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Economy, economic activity, goods, services, raw material, production, sector of the economy.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Introduction to the sectors of the economy; definitions of terms; key concepts (activities and examples).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classify the jobs of people around them into the four sectors of the economy.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 (Part 4): The Temperate Region: Problems Faced and Adaptations):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sectors of the economy.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Primary, secondary, tertiary and quaternary.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economy, economic activity, goods and services.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sector of the economy.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four sectors of the economy and give an example of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 Lessons 1 to 4, we studied the natural regions of the world.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 each region, people carry out activities such as farming, rearing, mining and tourism.</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These activities help them to earn a living.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Ahmadou's father grows cotton near Garoua. His uncle works in the CICAM factory, where cotton becomes cloth, his aunt sells cloth in the market, and his cousin looks for better cotton seeds in a research centre. Ahmadou asks: "How can we group all these different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Ahmadou does not know how economic activities are grouped into sectors.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father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grows cotton.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uncle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works in a factory that makes cloth.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Value every job, because each sector depends on the others.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main groups of jobs in a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tailo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tailor makes a dress.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can touch the dress. Is it a good or a service?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docto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doctor treats a patient.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the work of the doctor a good or a service?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service.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cotton_harvest2.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Raw cotton.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Cotton is used to make cloth. What do we call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raw material.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KEY CONCEPTS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otton_journey.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journey of cotton.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KEY CONCEPTS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sector comes first in the journey of cotton?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KEY CONCEPTS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primary sector (growing cotton).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KEY CONCEPTS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research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researcher.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KEY CONCEPTS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sector does a researcher 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KEY CONCEPTS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quaternary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Economic Activities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Sectors of the Economy</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5 (Part 1): The Sectors of the Economy: Introduction, Definitions and Key Concepts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Economy: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the production, exchange and use of goods and services.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Economic activity: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work done to earn money.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Goods: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They are things we can touch, like cloth and maize.</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Services: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They are work done for other people, like teaching and transport.</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Sector of the economy: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a group of similar economic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Key Concepts: The Four Sectors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Economic activities are grouped into four sectors: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Primary sector: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Taking resources from nature, like farming (cotton).</a:t>
            </a:r>
            <a:endParaRPr lang="en-US" sz="3600" dirty="0"/>
          </a:p>
        </p:txBody>
      </p:sp>
      <p:pic>
        <p:nvPicPr>
          <p:cNvPr id="5" name="Image 0" descr="/home/claude/f4/img/v2/cotton_journey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journey of cotton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Key Concepts: The Four Sectors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Secondary sector: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Transforming raw materials, like making cloth at CICAM.</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Tertiary sector: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Giving services, like selling cloth in the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Key Concepts: The Four Sectors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Quaternary sector: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Research and knowledge, like finding better seeds.</a:t>
            </a:r>
            <a:endParaRPr lang="en-US" sz="3600" dirty="0"/>
          </a:p>
        </p:txBody>
      </p:sp>
      <p:pic>
        <p:nvPicPr>
          <p:cNvPr id="5" name="Image 0" descr="/home/claude/f4/img/v2/f2t_researche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researcher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difference between a good and a service?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good can be touched; a service is work done for others.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sectors of the economy.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Primary, secondary, tertiary and quaternary.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Things that we can touch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natural product used to make goods is a ______ material.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sector that makes goods in factories is the ______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sectors of work: registered and not registered.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(Part 2): The Sectors of the Economy: Formal and Informal Sectors of the Economy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Economy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L'économie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Goods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biens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Services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services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Raw material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matière première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Primary sector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secteur primaire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Secondary sector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secteur secondaire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Tertiary sector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secteur tertiaire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Quaternary sector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secteur quaternaire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 (Part 1): The Sectors of the Economy: Introduction, Definitions and Key Concepts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economy, economic activity, goods and services. Define a sector of the economy. Name the four sectors of the economy and give an example of each.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classify the jobs of people around them into the four sectors of the economy.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Key Concepts: The Four Sectors.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two sectors of work: registered and not registered.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CICAM (Cotonnière Industrielle du Cameroun) spins and weaves cotton in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4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show a piece of cloth.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name services in the town.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show raw cotton.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four boxes.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name IRAD.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“A tailor of Wa” by 10b travelling / Carsten ten Brink, CC BY-NC-ND 2.0, via Flickr (https://www.flickr.com/photos/77334245@N00/8154947468)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“Medical Readiness and Training Exercise 15-3” by US Army Africa, CC BY 2.0, via Flickr (https://www.flickr.com/photos/36281822@N08/16958932197)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“Women carrying cotton” by CIFOR, CC BY-NC-ND 2.0, via Flickr (https://www.flickr.com/photos/45423546@N07/35706852432)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“USAMRUK Malaria Diagnostics and Control Center of Excellence microscop” by US Army Africa, CC BY 2.0, via Flickr (https://www.flickr.com/photos/36281822@N08/4077018383)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2026-10-02T05:14:07Z</dcterms:created>
  <dcterms:modified xsi:type="dcterms:W3CDTF">2026-10-02T05:14:07Z</dcterms:modified>
</cp:coreProperties>
</file>