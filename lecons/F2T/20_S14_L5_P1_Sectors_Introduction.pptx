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(Part 1): The Sectors of the Economy: Introduction, Definitions and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Sectors of the Economy.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Economic Activities, and the sub-topic is Sectors of the Economy. The key notions we shall use today are: economy, economic activity, goods, services, raw material, production, sector of the economy. At the end, you should be able to do this: learners are able to classify the jobs of people around them into the four sectors of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4): The Temperate Region: Problems Faced and Adaptations. The question was: Name the four sectors of the economy.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Primary, secondary, tertiary and quaternary.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economy, economic activity, goods and services. Number 2: define a sector of the economy. Number 3: name the four sectors of the economy and give an example of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In Lessons 1 to 4, we studied the natural regions of the world. In each region, people carry out activities such as farming, rearing, mining and tourism. These activities help them to earn a living.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Ahmadou's father grows cotton near Garoua. His uncle works in the CICAM factory, where cotton becomes cloth, his aunt sells cloth in the market, and his cousin looks for better cotton seeds in a research centre. Ahmadou asks: "How can we group all these different jobs?"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Ahmadou does not know how economic activities are grouped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the father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grows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uncle do?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works in a factory that makes cloth.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every job, because each sector depends on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main groups of jobs in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tailor makes a dress.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We can touch the dress. Is it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doctor treats a patient.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Is the work of the doctor a good or a service?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raw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Cotton is used to make cloth. What do we call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raw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journey of cotton.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sector comes first in the journey of cotton?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primary sector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researcher.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In which sector does a researcher work?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quaternary sector.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Economy and Economic activity.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Goods, Services and Sector of the economy.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Key Concepts: The Four Sectors. Economic activities are grouped into four sectors. Copy the point on Primary sector on the left, then draw the diagram on the right: the journey of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Key Concepts: The Four Sectors. On this slide we have Secondary sector and Tertiary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Quaternary sector on the left, then draw the diagram on the right: a researcher.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good and a service?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good can be touched; a service is work done for others.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goods; number 2, raw; number 3, secondary.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sectors of work: registered and not registered.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(Part 2): The Sectors of the Economy: Formal and Informal Sectors of the Economy.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5 (PART 1): THE SECTORS OF THE ECONOMY: INTRODUCTION, DEFINITIONS AND KEY CONCEPTS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 (Part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Sectors of the Economy: Introduction, Definitions and Key Concepts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Sectors of the 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Economy, economic activity, goods, services, raw material, production, sector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the sectors of the economy; definitions of terms; key concepts (activities and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4): The Temperate Region: Problems Faced and Adaptations):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economy, economic activity, goods and services.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sector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 and give an example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Lessons 1 to 4, we studied the natural regions of the world.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each region, people carry out activities such as farming, rearing, mining and tourism.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These activities help them to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Ahmadou's father grows cotton near Garoua. His uncle works in the CICAM factory, where cotton becomes cloth, his aunt sells cloth in the market, and his cousin looks for better cotton seeds in a research centre. Ahmadou asks: "How can we group all these different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Ahmadou does not know how economic activities are grouped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father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grows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uncle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works in a factory that makes cloth.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every job, because each sector depends on the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main groups of jobs in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tail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tailor makes a dress.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can touch the dress. Is it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doc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doctor treats a patient.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work of the doctor a good or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otton_harvest2.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Raw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is used to make cloth. What do we call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raw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sector comes first in the journey of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primary sector (growing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esearch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researcher.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sector does a researcher 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KEY CONCEPTS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Sectors of the Economy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5 (Part 1): The Sectors of the Economy: Introduction, Definitions and Key Concepts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production, exchange and use of goods and services.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work done to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Goods: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things we can touch, like cloth and maize.</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Services: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work done for other people, like teaching and transport.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Sector of the economy: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group of similar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Economic activities are grouped into four sectors: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Primary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Taking resources from nature, like farming (cotton).</a:t>
            </a:r>
            <a:endParaRPr lang="en-US" sz="3600" dirty="0"/>
          </a:p>
        </p:txBody>
      </p:sp>
      <p:pic>
        <p:nvPicPr>
          <p:cNvPr id="5" name="Image 0" descr="/home/claude/f4/img/v2/cotton_journey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journey of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Transforming raw materials, like making cloth at CICAM.</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Giving services, like selling cloth in the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Key Concepts: The Four Sectors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Quaternary sector: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Research and knowledge, like finding better seeds.</a:t>
            </a:r>
            <a:endParaRPr lang="en-US" sz="3600" dirty="0"/>
          </a:p>
        </p:txBody>
      </p:sp>
      <p:pic>
        <p:nvPicPr>
          <p:cNvPr id="5" name="Image 0" descr="/home/claude/f4/img/v2/f2t_researche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researcher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good and a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can be touched; a service is work done for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Things that we can touch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natural product used to make goods is a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sector that makes goods in factories is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sectors of work: registered and not registered.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(Part 2): The Sectors of the Economy: Formal and Informal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Economy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L'économie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services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Raw material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matière première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Secondary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Tertiary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tertiaire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Quaternary 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 quaternaire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(Part 1): The Sectors of the Economy: Introduction, Definitions and Key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economy, economic activity, goods and services. Define a sector of the economy. Name the four sectors of the economy and give an example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the jobs of people around them into the four sectors of the economy.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Key Concepts: The Four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sectors of work: registered and not registered.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CICAM (Cotonnière Industrielle du Cameroun) spins and weaves cotton in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a piece of cloth.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services in the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raw cotton.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four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IRAD.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tailor of Wa” by 10b travelling / Carsten ten Brink, CC BY-NC-ND 2.0, via Flickr (https://www.flickr.com/photos/77334245@N00/8154947468)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“Medical Readiness and Training Exercise 15-3” by US Army Africa, CC BY 2.0, via Flickr (https://www.flickr.com/photos/36281822@N08/16958932197)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“Women carrying cotton” by CIFOR, CC BY-NC-ND 2.0, via Flickr (https://www.flickr.com/photos/45423546@N07/35706852432)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“USAMRUK Malaria Diagnostics and Control Center of Excellence microscop” by US Army Africa, CC BY 2.0, via Flickr (https://www.flickr.com/photos/36281822@N08/4077018383)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2026-09-28T21:32:44Z</dcterms:created>
  <dcterms:modified xsi:type="dcterms:W3CDTF">2026-09-28T21:32:44Z</dcterms:modified>
</cp:coreProperties>
</file>