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(Part 3): The Equatorial Region: Types of Resources and Methods of Exploitation.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1. Equatorial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resource, exploitation, timber, hydro-electricity, petroleum, cash crop, wildlife. At the end, you should be able to do this: learners are able to name the resources of the Equatorial region and describe how they are exploited.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(Part 2): The Equatorial Region: Characteristics (Soils and Vegetation). The question was: List three products from the forest of southern Cameroon that are sold in the market of Garoua (for example timber, plantains or cocoa products).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timber (planks and furniture), plantains, cocoa (chocolate and cocoa drinks), palm oil, bush mango (ndo'o) and eru.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name the main resources of the Equatorial region. Number 2: describe the methods used to exploit each resource. Number 3: give examples from southern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has a thick forest with hardwood trees. It has many large rivers. Its soils are poor, but its climate is good for many crops.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port of Kribi, Amina sees logs, bags of cocoa and tanks of oil waiting to be loaded on ships. Her father tells her that all these products come from the forest region of Cameroon.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 wants to know the resources of the forest region and how they are exploited.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three products Amina sees.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Logs (timber), cocoa and 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these products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exported to other countries by 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resources of the forest region wisely so that they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riches of the Equatorial region and how people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lorry carries logs in the East Region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resource is shown? How is it exploited?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Timber. Trees are cut with chainsaws and the logs are carried by lorries to sawmills and 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dam and its lake.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are the big rivers of the forest region, like the Sanaga, used?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Dams produce hydro-electricity, as at Edéa and Song Loulou, and people fish in the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artisanal gold mining.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two minerals of the forest region of Cameroon and how they are exploited.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Oil is drilled under the sea near Kribi and Limbe; gold is dug and washed by hand in the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farmer dries cocoa beans in the sun.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crop is this? Why does it grow well in the forest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Cocoa. It needs heat and rain all year, like the equatorial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elephants in a national park.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is the wildlife of the forest exploited?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tourism in national parks like the Dja and Lobéké, and by hunting, which must be controlled.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Resource and Exploitation.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Resources. The Equatorial region has the following resources. On this slide we have Forest and Water.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Resources. On this slide we have Minerals, Farmland and Wildlife.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Exploitation. These resources are exploited in the following ways. On this slide we have Timber.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Exploitation. On this slide we have Water and Minerals.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Methods of Exploitation. On this slide we have Farmland and Wildlife.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resources of the Equatorial region.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timber, water, minerals (oil, gold), farmland and wildlife.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is timber exploited?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trees are cut with chainsaws, carried by lorries and sawn in sawmills or exported.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timber; number 2, Sanaga; number 3, Kribi.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 farmer or a trader what crops come from the forest region of Cameroon. Write three food crops and two cash crops.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(Part 4): The Equatorial Region: Human Activities (Farming, Lumbering, Hunting and Others).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(PART 3): THE EQUATORIAL REGION: TYPES OF RESOURCES AND METHODS OF EXPLOITATION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(Part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Equatorial Region: Types of Resources and Methods of Exploitation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1. Equatorial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(Part 3): The Equatorial Region: Types of Resources and Methods of Exploitation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 exploitation, timber, hydro-electricity, petroleum, cash crop, wildlife.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resources of the Equatorial region and methods of exploitation (progression sheet, week 4).</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name the resources of the Equatorial region and describe how they are exploited.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(Part 2): The Equatorial Region: Characteristics (Soils and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products from the forest of southern Cameroon that are sold in the market of Garoua (for example timber, plantains or cocoa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timber (planks and furniture), plantains, cocoa (chocolate and cocoa drinks), palm oil, bush mango (ndo'o) and eru.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resources of the Equatorial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used to exploit each resource.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from southern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has a thick forest with hardwood trees.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has many large rivers.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soils are poor, but its climate is good for many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port of Kribi, Amina sees logs, bags of cocoa and tanks of oil waiting to be loaded on ships. Her father tells her that all these products come from the forest region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 wants to know the resources of the forest region and how they are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products Amina sees.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Logs (timber), cocoa and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these products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exported to other countries by 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resources of the forest region wisely so that they last.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riches of the Equatorial region and how people use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lorry carries logs in the East Region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resource is shown? How is it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Trees are cut with chainsaws and the logs are carried by lorries to sawmills and 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WATER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lagd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 and its lake.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WATER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the big rivers of the forest region, like the Sanaga,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WATER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produce hydro-electricity, as at Edéa and Song Loulou, and people fish in the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MINERAL RESOURCES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gold_min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Artisanal gold mining.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MINERAL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minerals of the forest region of Cameroon and how they are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MINERAL RESOURCES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is drilled under the sea near Kribi and Limbe; gold is dug and washed by hand in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FARMLAND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oco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dries cocoa beans in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FARMLAND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crop is this? Why does it grow well in the forest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FARMLAND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 It needs heat and rain all year, like the equatorial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WILDLIFE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Elephants in a national park.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WILDLIFE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wildlife of the forest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WILDLIFE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tourism in national parks like the Dja and Lobéké, and by hunting, which must be controlled.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(Part 3): The Equatorial Region: Types of Resources and Methods of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in nature that people can 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use of a resource to meet our needs or to earn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Equatorial region has the following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 gives timber, firewood, fruits and medicines.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rivers such as the Sanaga and the Congo give water, fish and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Resources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region has oil, gas, gold, iron ore and bauxite.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hot and wet climate is good for cocoa, coffee, oil palm, rubber and food crops.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Wildlife: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 has many animals such as gorillas, elephants and birds.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resources are exploited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Timber: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are cut with chainsaws, carried by lorries and sawn in sawmills or exported.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at Edéa and Song Loulou produce electricity, and people fish with canoes and nets.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is drilled under the sea near Kribi and Limbe, and gold is dug by hand in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crops on small farms and companies grow them on large plantations.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Wildlife: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National parks such as the Dja and Lobéké attract tourists, and hunting is controlled by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resources of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water, minerals (oil, gold), farmland and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timber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are cut with chainsaws, carried by lorries and sawn in sawmills or exported.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Wood used for building and furniture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dams at Edéa and Song Loulou are on the River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Oil is drilled under the sea near ______ and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or a trader what crops come from the forest region of Cameroon. Write three food crops and two cash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(Part 4): The Equatorial Region: Human Activities (Farming, Lumbering, Hunting and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pétrole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Wildlife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(Part 3): The Equatorial Region: Types of Resources and Methods of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main resources of the Equatorial region. Describe the methods used to exploit each resource. Give examples from southern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name the resources of the Equatorial region and describe how they are exploited.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Resources; Methods of Exploitation.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 farmer or a trader what crops come from the forest region of Cameroon. Write three food crops and two cash crops.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The photo shows a dam and its lake (in the USA); in the forest region of Cameroon the main dams are Edéa, Song Loulou, Lom Pangar, Memve'ele and Nachtigal.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objects in the classroom made of wood.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where the electricity of Garoua comes from.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the minerals learners know.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chocolate wrapper.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animals of the forest.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data for Yaoundé: long-term averages (approximate).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“South Holston Lake, (Virginia-Tennessee border, USA)” by James St. John, CC BY 2.0, via Flickr (https://www.flickr.com/photos/47445767@N05/39221734762)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“Mining in Kailo” by Julien Harneis, CC BY-SA 2.0, via Flickr (https://www.flickr.com/photos/16935515@N00/1872000955)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“Farmer sun drying cocoa beans” by IITA Image Library, CC BY-NC 2.0, via Flickr (https://www.flickr.com/photos/45796762@N03/4598613756)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2026-09-27T11:13:56Z</dcterms:created>
  <dcterms:modified xsi:type="dcterms:W3CDTF">2026-09-27T11:13:56Z</dcterms:modified>
</cp:coreProperties>
</file>