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(Part 3): The Equatorial Region: Types of Resources and Methods of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1. Equatorial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resource, exploitation, timber, hydro-electricity, petroleum, cash crop, wildlife. At the end, you should be able to do this: learners are able to name the resources of the Equatorial region and describe how they are exploited.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(Part 2): The Equatorial Region: Characteristics (Soils and Vegetation). The question was: List three products from the forest of southern Cameroon that are sold in the market of Garoua (for example timber, plantains or cocoa products).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timber (planks and furniture), plantains, cocoa (chocolate and cocoa drinks), palm oil, bush mango (ndo'o) and eru.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name the main resources of the Equatorial region. Number 2: describe the methods used to exploit each resource. Number 3: give examples from southern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has a thick forest with hardwood trees. It has many large rivers. Its soils are poor, but its climate is good for many crops.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port of Kribi, Amina sees logs, bags of cocoa and tanks of oil waiting for ships. Her father says that they all come from the forest region of Cameroon. Amina asks: "What riches does the forest region have, and how do people get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Amina does not know the resources of the forest region and how they are exploited.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products seen in the port.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Logs, cocoa and 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 they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forest (Equatorial) region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resources of the forest region wisely so that they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riches of the Equatorial region and how people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lorry with logs.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resource of the forest is shown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Timber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crop of the forest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crop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Cocoa.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is the water of big rivers like the Sanaga used to make electricity?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Dams are built, as at Edéa and Song Loulou.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people digging for a mineral.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is gold exploited in the East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dug and washed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elephants.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wild animals bring money without killing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Through tourism in national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Resource and Exploitation.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Resources. The Equatorial region has the following resources. Copy the point on Forest on the left, then draw the diagram on the right: timber.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Resources. On this slide we have Water and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Fertile land on the left, then draw the diagram on the right: cocoa.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Resources. On this slide we have Wildlife.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Exploitation. These resources are exploited as follows. On this slide we have Timber and Water.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Minerals on the left, then draw the diagram on the right: gold mining.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Exploitation. On this slide we have Farmland and Wildlife.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resources of the Equatorial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timber, water, minerals (oil, gold), farmland and wildlife.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is timber exploited?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trees are cut with chainsaws, carried by lorries and sawn in sawmills or exported.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timber; number 2, Sanaga; number 3,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or a trader what crops come from the forest region of Cameroon. Write three food crops and two cash crops.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(Part 4): The Equatorial Region: Human Activities (Farming, Lumbering, Hunting and Others).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 (PART 3): THE EQUATORIAL REGION: TYPES OF RESOURCES AND METHODS OF EXPLOITATION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Equatorial Region: Types of Resources and Methods of Exploitation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1. Equatorial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(Part 3): The Equatorial Region: Types of Resources and Methods of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exploitation, timber, hydro-electricity, petroleum, cash crop, wildlife.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resources of the Equatorial region and methods of exploitation (progression sheet, week 4).</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name the resources of the Equatorial region and describe how they are exploited.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(Part 2): The Equatorial Region: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products from the forest of southern Cameroon that are sold in the market of Garoua (for example timber, plantains or cocoa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timber (planks and furniture), plantains, cocoa (chocolate and cocoa drinks), palm oil, bush mango (ndo'o) and eru.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resources of the Equatorial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used to exploit each resource.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from southern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has a thick forest with hardwood trees.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has many large rivers.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soils are poor, but its climate is good for many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port of Kribi, Amina sees logs, bags of cocoa and tanks of oil waiting for ships. Her father says that they all come from the forest region of Cameroon. Amina asks: "What riches does the forest region have, and how do people get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Amina does not know the resources of the forest region and how they are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products seen in the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Logs, cocoa and 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they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forest (Equatorial) region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resources of the forest region wisely so that they last.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riches of the Equatorial region and how people use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lorry with logs.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resource of the forest is shown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co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crop of the forest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crop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agd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water of big rivers like the Sanaga used to make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are built, as at Edéa and Song Loulou.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gold_min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digging for a mineral.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gold exploited in the East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dug and washed by hand.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Elephants.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wild animals bring money without killing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OF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tourism in national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 (Part 3): The Equatorial Region: Types of Resources and Methods of Exploitation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Resource: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Exploitation: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use of a resource to meet our needs or to earn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Equatorial region has the following resources: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Forest: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Timber, firewood, fruits and medicines.</a:t>
            </a:r>
            <a:endParaRPr lang="en-US" sz="3600" dirty="0"/>
          </a:p>
        </p:txBody>
      </p:sp>
      <p:pic>
        <p:nvPicPr>
          <p:cNvPr id="5" name="Image 0" descr="/home/claude/f4/img/v2/f2t_logging_truck.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timber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Water: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Big rivers such as the Sanaga and the Congo.</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Minerals: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Oil, gas, gold, iron ore and bauxite.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Resources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Fertile land: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Good for cocoa, coffee, oil palm and rubber.</a:t>
            </a:r>
            <a:endParaRPr lang="en-US" sz="3600" dirty="0"/>
          </a:p>
        </p:txBody>
      </p:sp>
      <p:pic>
        <p:nvPicPr>
          <p:cNvPr id="5" name="Image 0" descr="/home/claude/f4/img/v2/usa_cocoa.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cocoa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Resources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Wildlife: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Gorillas, elephants and many birds.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resources are exploited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Timber: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Trees are cut with chainsaws and sawn in sawmills.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Water: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Dams at Edéa and Song Loulou produce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Minerals: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Oil is drilled near Kribi and Limbe, and gold is dug by hand in the East.</a:t>
            </a:r>
            <a:endParaRPr lang="en-US" sz="3600" dirty="0"/>
          </a:p>
        </p:txBody>
      </p:sp>
      <p:pic>
        <p:nvPicPr>
          <p:cNvPr id="5" name="Image 0" descr="/home/claude/f4/img/v2/f2t_gold_min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gold mining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Methods of Exploitation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Farmland: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Crops are grown on small farms and on large plantations.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Wildlife: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National parks such as the Dja attract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resources of the Equatorial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water, minerals (oil, gold), farmland and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timber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are cut with chainsaws, carried by lorries and sawn in sawmills or exported.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Wood used for building and furniture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dams at Edéa and Song Loulou are on the River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Oil is drilled under the sea near ______ and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or a trader what crops come from the forest region of Cameroon. Write three food crops and two cash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(Part 4): The Equatorial Region: Human Activities (Farming, Lumbering, Hunting and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pétrole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Wildlife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(Part 3): The Equatorial Region: Types of Resources and Methods of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main resources of the Equatorial region. Describe the methods used to exploit each resource. Give examples from southern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name the resources of the Equatorial region and describe how they are exploited.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Resources; Methods of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or a trader what crops come from the forest region of Cameroon. Write three food crops and two cash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The photo shows a dam and its lake (in the USA); in the forest region of Cameroon the main dams are Edéa, Song Loulou, Lom Pangar, Memve'ele and Nachtigal.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furniture made of wood.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products made with cocoa.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dam.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what gold is used for.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national parks.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data for Yaoundé: long-term averages (approximate).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“Farmer sun drying cocoa beans” by IITA Image Library, CC BY-NC 2.0, via Flickr (https://www.flickr.com/photos/45796762@N03/4598613756)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“Mining in Kailo” by Julien Harneis, CC BY-SA 2.0, via Flickr (https://www.flickr.com/photos/16935515@N00/1872000955)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2026-09-28T20:48:39Z</dcterms:created>
  <dcterms:modified xsi:type="dcterms:W3CDTF">2026-09-28T20:48:39Z</dcterms:modified>
</cp:coreProperties>
</file>