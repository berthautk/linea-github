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3): The Equatorial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timber, hydro-electricity, petroleum, cash crop, wildlife. At the end, you should be able to do this: learners are able to name the resources of the Equatorial region and describe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2): The Equatorial Region: Characteristics (Soils and Vegetation). The question was: Name three resources of the equatorial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Timber, minerals and water (also farmland and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main resources of the Equatorial region. Number 2: describe the methods used to exploit each resource. Number 3: give examples from southern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a thick forest with hardwood trees. It has many large rivers. Its soils are poor, but its climate is good for many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port of Kribi, Amina sees logs, bags of cocoa and tanks of oil waiting for ships. Her father says that they all come from the forest region of Cameroon. Amina asks: "What riches does the forest region have, and how do people get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know the resources of the forest region and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seen in the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Logs,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forest (Equatorial)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forest region wisely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Equatorial region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resource of the forest is shown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crop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the water of big rivers like the Sanaga used to make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Dams are built, as at Edéa and Song Loulou.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digging for a mineral.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gold exploited in the East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dug and washed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wild animals bring money without killing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tourism in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Equatorial region has the following resources. Copy the point on Forest on the left, then draw the diagram on the right: timber.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Fertile land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Timber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resources of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water, minerals (oil, gold), farmland and wildlife.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timber exploited?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trees are cut with chainsaws, carried by lorries and sawn in sawmills or exported.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Sanaga;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shifting cultivation.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4): The Equatorial Region: Human Activities (Farming, Lumbering, Hunting and Others).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3): THE EQUATORIAL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timber, hydro-electricity, petroleum, cash crop, wildlife.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Equatorial region and methods of exploitation (progression sheet, week 4).</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2): The Equatorial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minerals and water (also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resources of the Equatorial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each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a thick forest with hardwood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many large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poor, but its climate is good for many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port of Kribi, Amina sees logs, bags of cocoa and tanks of oil waiting for ships. Her father says that they all come from the forest region of Cameroon. Amina asks: "What riches does the forest region have, and how do people get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know the resources of the forest region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seen in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forest (Equatorial)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forest region wisely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Equatorial region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is shown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crop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water of big rivers like the Sanaga used to make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are built, as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 for a mineral.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exploited in the East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dug and washed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wild animals bring money without killing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tourism in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Timber, firewood, fruits and medicines.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rivers such as the Sanaga and the Congo.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gas, gold,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Fertile 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Good for cocoa, coffee, oil palm and rubber.</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Gorillas, elephants and many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Timber: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 and sawn in sawmills.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at Edéa and Song Loulou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is drilled near Kribi and Limbe, and gold is dug by hand in the East.</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are grown on small farms and on large plantations.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such as the Dja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water, minerals (oil, gold),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timber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and furniture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dams at Edéa and Song Loulou are on the River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drilled under the sea near ______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resources of the Equatorial region. Describe the methods used to exploit each resource. Give examples from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shifting cultivation.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photo shows a dam and its lake (in the USA); in the forest region of Cameroon the main dams are Edéa, Song Loulou, Lom Pangar, Memve'ele and Nachtigal.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furniture made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with cocoa.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dam.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what gold is used for.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national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2026-09-28T21:32:41Z</dcterms:created>
  <dcterms:modified xsi:type="dcterms:W3CDTF">2026-09-28T21:32:41Z</dcterms:modified>
</cp:coreProperties>
</file>