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3): The Equatorial Region: Types of Resources and Methods of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resource, exploitation, timber, hydro-electricity, petroleum, cash crop, wildlife. At the end, you should be able to do this: learners are able to name the resources of the Equatorial region and describe how they are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2): The Equatorial Region: Characteristics (Soils and Vegetation). The question was: Name three resources of the equatorial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Timber, minerals and water (also farmland and wildlife).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main resources of the Equatorial region. Number 2: describe the methods used to exploit each resource. Number 3: give examples from southern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has a thick forest with hardwood trees. It has many large rivers. Its soils are poor, but its climate is good for many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port of Kribi, Amina sees logs, bags of cocoa and tanks of oil waiting for ships. Her father says that they all come from the forest region of Cameroon. Amina asks: "What riches does the forest region have, and how do people get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 does not know the resources of the forest region and how they are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seen in the 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Logs, cocoa and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they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forest (Equatorial) region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resources of the forest region wisely so that they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 of the Equatorial region and how people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lorry with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resource of the forest is shown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crop of the forest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crop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the water of big rivers like the Sanaga used to make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Dams are built, as at Edéa and Song Loulou.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digging for a mineral.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gold exploited in the East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dug and washed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wild animals bring money without killing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tourism in national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Resources. The Equatorial region has the following resources. Copy the point on Forest on the left, then draw the diagram on the right: timber.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Water and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Fertile land on the left, then draw the diagram on the right: cocoa.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These resources are exploited as follows. On this slide we have Timber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Minerals on the left, then draw the diagram on the right: gold mining.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Farmland and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resources of the Equatorial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water, minerals (oil, gold), farmland and wildlife.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is timber exploited?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trees are cut with chainsaws, carried by lorries and sawn in sawmills or exported.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timber; number 2, Sanaga;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shifting cultivation.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4): The Equatorial Region: Human Activities (Farming, Lumbering, Hunting and Others).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3): THE EQUATORIAL REGION: TYPES OF RESOURCES AND METHODS OF EXPLOITATION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Types of Resources and Methods of Exploitation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3): The Equatorial Region: Types of Resources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exploitation, timber, hydro-electricity, petroleum, cash crop, wildlife.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resources of the Equatorial region and methods of exploitation (progression sheet, week 4).</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resources of the Equatorial region and describe how they are exploited.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2): The Equatorial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minerals and water (also farmland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resources of the Equatorial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used to exploit each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has a thick forest with hardwood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many large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are poor, but its climate is good for many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port of Kribi, Amina sees logs, bags of cocoa and tanks of oil waiting for ships. Her father says that they all come from the forest region of Cameroon. Amina asks: "What riches does the forest region have, and how do people get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does not know the resources of the forest region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seen in the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Logs, cocoa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forest (Equatorial)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resources of the forest region wisely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 of the Equatorial region and how people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with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forest is shown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crop of the forest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water of big rivers like the Sanaga used to make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are built, as at Edéa and Song Loulou.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gold_min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digging for a mineral.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gold exploited in the East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dug and washed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wild animals bring money without killing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tourism in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3): The Equatorial Region: Types of Resources and Methods of Exploitation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Resource: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Exploitation: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a resource to meet our needs or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region has the following resources: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Forest: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Timber, firewood, fruits and medicines.</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timber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rivers such as the Sanaga and the Congo.</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Minerals: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gas, gold, iron ore and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Fertile land: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Good for cocoa, coffee, oil palm and rubber.</a:t>
            </a:r>
            <a:endParaRPr lang="en-US" sz="3600" dirty="0"/>
          </a:p>
        </p:txBody>
      </p:sp>
      <p:pic>
        <p:nvPicPr>
          <p:cNvPr id="5" name="Image 0" descr="/home/claude/f4/img/v2/usa_coco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cocoa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Gorillas, elephants and many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Timber: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with chainsaws and sawn in sawmills.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at Edéa and Song Loulou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Minerals: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is drilled near Kribi and Limbe, and gold is dug by hand in the East.</a:t>
            </a:r>
            <a:endParaRPr lang="en-US" sz="3600" dirty="0"/>
          </a:p>
        </p:txBody>
      </p:sp>
      <p:pic>
        <p:nvPicPr>
          <p:cNvPr id="5" name="Image 0" descr="/home/claude/f4/img/v2/f2t_gold_min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gold mining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are grown on small farms and on large plantations.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such as the Dja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water, minerals (oil, gold), farmland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timber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cut with chainsaws, carried by lorries and sawn in sawmills or exported.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used for building and furniture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dams at Edéa and Song Loulou are on the River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drilled under the sea near ______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4): The Equatorial Region: Human Activities (Farming, Lumbering, Hunting and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3): The Equatorial Region: Types of Resources and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main resources of the Equatorial region. Describe the methods used to exploit each resource. Give examples from southern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resources of the Equatorial region and describe how they are exploited.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Resources;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shifting cultivation.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photo shows a dam and its lake (in the USA); in the forest region of Cameroon the main dams are Edéa, Song Loulou, Lom Pangar, Memve'ele and Nachtigal.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furniture made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products made with cocoa.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dam.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what gold is used for.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national parks.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“Mining in Kailo” by Julien Harneis, CC BY-SA 2.0, via Flickr (https://www.flickr.com/photos/16935515@N00/1872000955)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2026-09-29T03:12:28Z</dcterms:created>
  <dcterms:modified xsi:type="dcterms:W3CDTF">2026-09-29T03:12:28Z</dcterms:modified>
</cp:coreProperties>
</file>