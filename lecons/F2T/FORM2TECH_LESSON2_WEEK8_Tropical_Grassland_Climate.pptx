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The Tropical Grassland Region: Location and Characteristics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tropical grassland (savanna), wet season, dry season, annual temperature range, Harmattan. At the end, you should be able to do this: learners are able to read the climate of their town and choose the right time of the year to plant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The Equatorial Region: Problems Faced, Problems Caused and Attempted Solutions. The question was: Observe the vegetation around your home in Garoua. Are there tall trees growing close together, or grasses with scattered trees? Write two sentences to describe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Around Garoua there are grasses with trees far apart (savanna), not tall trees growing close together. In the dry season the grass is dry and many trees lose their leaves.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Tropical Grassland region. Number 2: locate the Tropical Grassland regions of the world on a map. Number 3: describe the characteristics of the climate of the Tropical Grassland region, using Garoua as an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Equatorial region lies between 0° and 5° north and south of the Equator. Its climate is hot and wet all year, with about 2,000 mm of rain and a temperature range below 3°C. Today, we move away from the Equator to the next natural region: the Tropical Grassland.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March, Moussa's father plants maize near Garoua. After a few weeks, the young plants dry up and die. His neighbour plants in June, and his maize grows well.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maize of Moussa's father died.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did it die?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planted in March, in the dry season. There was no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When should he plant?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should plant when the rains start, in May or June.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prepare for the dry season and protect yourself from Harmattan dust.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the savanna is and to understand its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savanna: tall grass and trees far apart.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plants in the picture. What do we call this region?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Tall grass and trees far apart. It is the savanna, or Tropical Grassland.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savanna regions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Between which latitudes do we find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5° and 15° north and south of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climate of Garoua: rain (blue bars) and temperature (red line).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months are wet in Garoua? Which months are dry?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Wet: May to October. Dry: November to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dusty sky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dry, dusty wind makes the sky grey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Harmattan. It comes from the Sahara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big storm cloud in the rainy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the rain fall in the savanna in the wet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falls as heavy storms with thunder, usually in the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The tropical grassland is defined as follows. On this slide we have Savanna.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The savanna lies between about 5° and 15° north and south of the Equator. On this slide we have Africa.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South America and Australia.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savanna in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the Climate. The climate of the savanna has the following characteristics. On this slide we have Temperature and Seasons.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the Climate. On this slide we have Rainfall and Winds.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Between which latitudes is the savanna found?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between 5° and 15° north and south of the Equator.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two seasons of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wet season (May–October) and the dry season (November–April).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savanna; number 2, Harmattan; number 3,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the trees and grass around your home. Which trees keep their leaves in the dry season, and which lose them? Is the grass green or dry now? Write your observations.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2): The Tropical Grassland Region: Characteristics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THE TROPICAL GRASSLAND REGION: LOCATION AND CHARACTERISTICS (CLIMATE)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Location and Characteristics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The Tropical Grassland Region: Location and Characteristics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Tropical grassland (savanna), wet season, dry season, annual temperature range, Harmattan.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the Tropical Grassland region; characteristics of its climate (progression sheet, week 8).</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the climate of their town and choose the right time of the year to plant crops.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The Equatorial Region: Problems Faced, Problems Caused and Attempted Solutions):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vegetation around your home in Garoua. Are there tall trees growing close together, or grasses with scattered trees? Write two sentences to describe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Garoua there are grasses with trees far apart (savanna), not tall trees growing close together. In the dry season the grass is dry and many trees lose their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Tropical Grassland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Tropical Grassland regions of the world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the climate of the Tropical Grassland region, using Garoua as an example.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Equatorial region lies between 0° and 5°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climate is hot and wet all year, with about 2,000 mm of rain and a temperature range below 3°C.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Today, we move away from the Equator to the next natural region: the Tropical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Moussa's father plants maize near Garoua. After a few weeks, the young plants dry up and die. His neighbour plants in June, and his maize grows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maize of Moussa's father died.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it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planted in March, in the dry season. There was no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should he plant?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should plant when the rains start, in May or June.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for the dry season and protect yourself from Harmattan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the savanna is and to understand its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 tall grass and trees far apart.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plants in the picture. What do we call this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grass and trees far apart. It is the savanna, or Tropical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avanna_africa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 regions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do we find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5° and 15° north and south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Garoua: rain (blue bars) and temperature (red line).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months are wet in Garoua? Which months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May to October. Dry: November to 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dusty sky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dry, dusty wind makes the sky grey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It comes from the Sahara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to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storm cloud in the rainy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rain fall in the savanna in the wet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falls as heavy storms with thunder, usually in the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The Tropical Grassland Region: Location and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tropical grassland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Savanna: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region of tall grass with trees far apart, found between the forest and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savanna lies between about 5° and 15° north and south of the Equator: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West Africa including North Cameroon, East Africa and Southern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South America: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in the Llanos of Venezuela and the Campos of Brazil.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Australia: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in the north of Australia.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pic>
        <p:nvPicPr>
          <p:cNvPr id="4" name="Image 0" descr="/home/claude/f4/img/v2/savanna_africa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savanna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the Climate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climate of the savanna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all year, between about 20 °C and 33 °C.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a wet season in summer and a dry season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of the Climate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total rainfall is between 500 mm and 1,500 mm per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dry and dusty Harmattan blows from the Sahara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is the savanna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5° and 15° north and south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seasons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wet season (May–October) and the dry season (November–April).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Tall grass and trees far apart form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dusty wind from the Sahara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Garoua, the rains fall from May to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trees and grass around your home. Which trees keep their leaves in the dry season, and which lose them? Is the grass green or dry now? Write your observations.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2): The Tropical Grassland Region: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Tropical grassland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Wet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pluies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 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L'amplitude 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L'harmattan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The Tropical Grassland Region: Location and Characteristics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Tropical Grassland region. Locate the Tropical Grassland regions of the world on a map. Describe the characteristics of the climate of the Tropical Grassland region, using Garoua as an example.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the climate of their town and choose the right time of the year to plant crops.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Location; Characteristics of the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the trees and grass around your home. Which trees keep their leaves in the dry season, and which lose them? Is the grass green or dry now? Write your observations.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Garoua climate data: NOAA climate normals 1961–1990 (about 1,000 mm per year; hottest month April, 33 °C).</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describe the land between Garoua and Ngaoundéré.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Equator and the lines 5° and 15°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rainfall of Garoua month by month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how the sky looks in December in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ask learners to describe a storm in July.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 — week 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Garoua climate normals: NOAA 1961–1990 (via Wikipedia, "Garoua").</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“When it rains in Africa!” by Martin_Heigan, CC BY-NC-ND 2.0, via Flickr (https://www.flickr.com/photos/97303475@N00/31286250004)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2026-09-27T10:07:28Z</dcterms:created>
  <dcterms:modified xsi:type="dcterms:W3CDTF">2026-09-27T10:07:28Z</dcterms:modified>
</cp:coreProperties>
</file>