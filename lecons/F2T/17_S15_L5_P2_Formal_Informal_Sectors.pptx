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(Part 2): The Sectors of the Economy: Formal and Informal Sectors of the Economy.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Sectors of the Economy.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Economic Activities, and the sub-topic is Sectors of the Economy. The key notions we shall use today are: formal sector, informal sector, taxes, social security (CNPS), registration. At the end, you should be able to do this: learners are able to tell whether a job around them belongs to the formal or informal sector and explain the advantages of registering a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(Part 1): The Sectors of the Economy: Introduction, Definitions and Key Concepts. The question was: Observe two workers in your area: one who works for a registered company and one who works alone in the street (for example a moto-taxi driver). Write one difference between them.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a SODECOTON worker has a contract, a monthly salary and CNPS insurance, while a moto-taxi driver works alone, earns money daily and has no contract or pension.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formal and informal sectors. Number 2: give the characteristics of each sector with examples from Cameroon. Number 3: give the advantages and problems of the informal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economy has four sectors: primary, secondary, tertiary and quaternary. The primary sector extracts, the secondary transforms, the tertiary serves and the quaternary researches.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Mr Bello works in a bank in Garoua. He has a contract, a salary every month and a pension later. His neighbour Moussa is a moto-taxi driver. He has no contract, and his money changes every day.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Moussa has no contract and no regular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does Mr Bello have that Moussa does not have?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contract, a monthly salary and a pension.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can Moussa do?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Register his work and join the CNPS.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encourage small workers to register their work and join the CNPS.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difference between the formal and the informal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bank in an African city.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The bank is registered and pays taxes. Which sector does it belong to?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formal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workers in a food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These workers have contracts and a salary. Give one advantage.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are paid every month and get a pension.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moto-taxis in a Cameroonian town.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Is the moto-taxi driver registered? Which sector is this?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Usually not. It is the informal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woman sells roasted maize in the street.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many young people work in the informal sector?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easy to start and needs little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formal and informal sectors.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problems of working in the informal sector.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No contract and no pension. The money is not regular.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Formal sector and Informal sector.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Pension.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Formal Sector. The formal sector has the following characteristics. On this slide we have Registration and Contracts.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Formal Sector. On this slide we have Protection and Examples.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Informal Sector. The informal sector is described as follows. On this slide we have Examples and Importance.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Informal Sector. On this slide we have Problems and Solutions.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formal and informal sectors compared.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informal sector?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small work that is not registered with the state.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problem of informal workers.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have no pension (or no contract).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formal; number 2, informal; number 3, pension.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four products of farming, fishing, forestry or mining found in the Garoua market, and say where each comes from.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(Part 3): The Sectors of the Economy: The Primary Sector (Definition and Examples).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5 (PART 2): THE SECTORS OF THE ECONOMY: FORMAL AND INFORMAL SECTORS OF THE ECONOMY</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 (Part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Sectors of the Economy: Formal and Informal Sectors of the Economy</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Sectors of the Economy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Sectors of the Economy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(Part 2): The Sectors of the Economy: Formal and Informal Sectors of the Economy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Formal sector, informal sector, taxes, social security (CNPS), registration.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formal and informal sectors of the economy: definitions, characteristics, advantages and problems.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tell whether a job around them belongs to the formal or informal sector and explain the advantages of registering a business.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(Part 1): The Sectors of the Economy: Introduction, Definitions and Key Concepts):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two workers in your area: one who works for a registered company and one who works alone in the street (for example a moto-taxi driver). Write one difference between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a SODECOTON worker has a contract, a monthly salary and CNPS insurance, while a moto-taxi driver works alone, earns money daily and has no contract or pension.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formal and informal sectors.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characteristics of each sector with examples from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advantages and problems of the informal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economy has four sectors: primary, secondary, tertiary and quaternary.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primary sector extracts, the secondary transforms, the tertiary serves and the quaternary researches.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Mr Bello works in a bank in Garoua. He has a contract, a salary every month and a pension later. His neighbour Moussa is a moto-taxi driver. He has no contract, and his money changes every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Moussa has no contract and no regular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Mr Bello have that Moussa does not have?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contract, a monthly salary and a pension.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Moussa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Register his work and join the CNPS.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Encourage small workers to register their work and join the CNPS.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difference between the formal and the informal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FORMAL SECTOR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ban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bank in an African city.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FORMAL SECTOR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bank is registered and pays taxes. Which sector does it belong to?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FORMAL SECTOR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formal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FORMAL SECTOR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factory_workers.jpg">    </p:cNvPr>
          <p:cNvPicPr>
            <a:picLocks noChangeAspect="1"/>
          </p:cNvPicPr>
          <p:nvPr/>
        </p:nvPicPr>
        <p:blipFill>
          <a:blip r:embed="rId1"/>
          <a:stretch>
            <a:fillRect/>
          </a:stretch>
        </p:blipFill>
        <p:spPr>
          <a:xfrm>
            <a:off x="2251442" y="1783080"/>
            <a:ext cx="76888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Workers in a food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FORMAL SECTOR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workers have contracts and a salary. Give one advantage.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FORMAL SECTOR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paid every month and get a pension.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INFORMAL SECTOR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moto_tax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Moto-taxis in a Cameroonian town.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INFORMAL SECTOR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the moto-taxi driver registered? Which sector is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INFORMAL SECTOR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Usually not. It is the informal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INFORMAL SECTOR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street_vendo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woman sells roasted maize in the street.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INFORMAL SECTOR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many young people work in the informal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INFORMAL SECTOR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easy to start and needs little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ormal_informa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Formal and informal sectors.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working in the informal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contract and no pension. The money is not regular.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Economic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Sectors of the Economy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(Part 2): The Sectors of the Economy: Formal and Informal Sectors of the Economy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Formal sector: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work that is registered with the state and pays taxes.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Informal sector: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small work that is not registered with the state.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Pension: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money paid to a worker after retirement.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Formal Sector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formal sector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Registration: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Companies are registered and pay taxes.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Contracts: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Workers have contracts and receive a monthly salary.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Formal Sector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Protection: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Workers are insured by the CNPS and receive a pension.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SODECOTON, banks, schools and hospitals are in the formal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Informal Sector</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informal sector is described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Moto-taxi drivers, street sellers and roadside mechanics work in the informal sector.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Importance: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gives work and income to most people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Informal Sector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Workers have no contract, no insurance and no pension.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Solutions: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Workers can register their activity and join the CNPS.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Informal Sector</a:t>
            </a:r>
            <a:endParaRPr lang="en-US" sz="3600" dirty="0"/>
          </a:p>
        </p:txBody>
      </p:sp>
      <p:pic>
        <p:nvPicPr>
          <p:cNvPr id="4" name="Image 0" descr="/home/claude/f4/img/v2/formal_informa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formal and informal sectors compared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informal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Small work that is not registered with the state.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problem of informal workers.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have no pension (or no contract).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Work that is registered and pays taxes is the ______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moto-taxi driver usually works in the ______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Money paid after a worker stops working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four products of farming, fishing, forestry or mining found in the Garoua market, and say where each comes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(Part 3): The Sectors of the Economy: The Primary Sector (Definition and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Formal sector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secteur formel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Informal sector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secteur informel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Tax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L'impôt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Salary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salaire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Contract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contrat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Pension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retraite (pension)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Street seller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vendeur ambulant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Registration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L'immatriculation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(Part 2): The Sectors of the Economy: Formal and Informal Sectors of the Economy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formal and informal sectors. Give the characteristics of each sector with examples from Cameroon. Give the advantages and problems of the informal sector.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tell whether a job around them belongs to the formal or informal sector and explain the advantages of registering a business.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Formal Sector; The Informal Sector.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four products of farming, fishing, forestry or mining found in the Garoua market, and say where each comes from.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CNPS: Caisse Nationale de Prévoyance Sociale (national social insurance fund). About 9 workers out of 10 in Cameroon work in the informal sector.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to name a bank or company in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learners who works for SODECOTON, a school or a hospital.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use the situation of Moussa.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ask learners about small traders in their area.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the two columns on the board.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Institut National de la Statistique (INS), Enquêtes sur l'Emploi et le Secteur Informel (EESI).</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“Thibault Square, Cape Town” by World Bank Photo Collection, CC BY-NC-ND 2.0, via Flickr (https://www.flickr.com/photos/10816734@N03/7825576852)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“Photo by USAID East Africa” by U.S. Agency for International Development, CC0 1.0, via rawpixel (https://www.rawpixel.com/image/4051097/image-public-domain-person-building)</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“Cameroon - UN Women's Gender Road Project” by UN Women Gallery, CC BY-NC-ND 2.0, via Flickr (https://www.flickr.com/photos/51431730@N04/47586053052)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“Roadside vendor roasts maize cobs for sale in Timau” by CIMMYT, CC BY-NC 2.0, via Flickr (https://www.flickr.com/photos/44760652@N05/25375356457)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2026-09-27T10:32:07Z</dcterms:created>
  <dcterms:modified xsi:type="dcterms:W3CDTF">2026-09-27T10:32:07Z</dcterms:modified>
</cp:coreProperties>
</file>