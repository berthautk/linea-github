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(Part 2): The Temperate Region: Characteristics (Soils and Vegetation).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4. The Temperate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deciduous forest, coniferous forest, Mediterranean vegetation, temperate grassland, brown forest soil, podzol, chernozem. At the end, you should be able to do this: learners are able to recognise pine and eucalyptus trees planted in Cameroon as temperate trees, and explain why temperate grasslands feed the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 (Part 1): The Temperate Region: Location, Types and Characteristics (Climate). The question was: Find a picture of a European forest in autumn in your textbook or on television. Describe the colour of the leaves and say what happens to them in winter.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In autumn the leaves turn yellow, orange, red and brown; in winter they fall and the trees stand bare until spring.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vegetation of the three types of temperate region. Number 2: explain how temperate plants are adapted to their climate. Number 3: describe the main temperate soils.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temperate region lies between 30° and 60° north and south of the Equator. It has four seasons: spring, summer, autumn and winter. Its three types of climate are oceanic, Mediterranean and continental.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a trip to Europe in November, Samuel sees a forest with yellow and red leaves. Many leaves fall to the ground. In January, the trees have no leaves at all.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Samuel does not know why the trees lose their leaves.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he see in November and in January?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Yellow and red leaves in November; no leaves in January.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fallen leaves?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rot and make the soil rich.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temperate forests and soils in our markets.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plants and soils of the temperate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forest in autumn.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these trees lose their leaves in autumn?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survive the cold winter.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of pine trees in winter.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These trees keep their thin, needle leaves in winter. How do the leaves help them?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Needle leaves lose little water and the snow slides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olive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The olive tree has small, hard leaves. How does this help it in the dry summer?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Small, hard leaves lose little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grassland in North America.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There are almost no trees here, only grass. Why?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There is too little rain for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dark, rich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This black soil is found under grasslands. Why is it good for wheat?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is full of humus, so it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Deciduous forest and Coniferous forest.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Vegetation. The temperate region has the following types of vegetation. On this slide we have Deciduous forest and Coniferous forest.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Vegetation. On this slide we have Mediterranean vegetation and Temperate grasslands.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Soils. The temperate region has the following types of soils. On this slide we have Brown forest soils and Podzols.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Soils. On this slide we have Chernozems and Red Mediterranean soils.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 deciduous trees lose their leaves in autumn?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to survive the cold winter.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chernozem good for wheat?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black and full of humus, so it is very fertile.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deciduous; number 2, needle; number 3, chernozem.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Find the names of three food products imported into Cameroon from temperate countries (for example wheat flour, milk or apples).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(Part 3): The Temperate Region: Human Activities (Farming).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4 (PART 2): THE TEMPERATE REGION: CHARACTERISTICS (SOILS AND VEGETATION)</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 (Part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Temperate Region: Characteristics (Soils and Vegetation)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4. The Temperate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Deciduous forest, coniferous forest, Mediterranean vegetation, temperate grassland, brown forest soil, podzol, chernozem.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Characteristics of the soils and vegetation of the temperate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 (Part 1): The Temperate Region: Location, Types and Characteristics (Climate)):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a picture of a European forest in autumn in your textbook or on television. Describe the colour of the leaves and say what happens to them in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autumn the leaves turn yellow, orange, red and brown; in winter they fall and the trees stand bare until spring.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vegetation of the three types of temperate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how temperate plants are adapted to their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temperate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temperate region lies between 30° and 60° north and south of the Equator.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has four seasons: spring, summer, autumn and winter.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Its three types of climate are oceanic, Mediterranean and continental.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a trip to Europe in November, Samuel sees a forest with yellow and red leaves. Many leaves fall to the ground. In January, the trees have no leaves at 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Samuel does not know why the trees lose their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he see in November and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Yellow and red leaves in November; no leaves in January.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fallen leaves?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rot and make the soil rich.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temperate forests and soils in our markets.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plants and soils of the temperate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autumn_fores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in autumn.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these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if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of pine trees in winter.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These trees keep their thin, needle leaves in winter. How do the leaves help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Needle leaves lose little water and the snow slides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olive_tr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olive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olive tree has small, hard leaves. How does this help it in the dry summer?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hard leaves lose little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prairi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grassland in North America.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are almost no trees here, only grass.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VEGETATION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There is too little rain for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black_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dark, rich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black soil is found under grasslands. Why is it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2): The Temperate Region: Characteristics (Soils and Vegetation)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Deciduous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whose trees lose their leaves in autumn.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Coniferous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forest of trees with needle-shaped leaves and cones.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types of vegetation: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Deciduous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such as oak and beech lose their leaves in autumn to survive winter.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Coniferous forest: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Trees such as pine keep their needles all year in cold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Vegetation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Mediterranean vegetation: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such as the olive tree have small, hard leaves to resist the dry summer.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Temperate grasslands: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Prairies and the Steppes have short grass and few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temperate region has the following types of soils: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Brown forest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rich in humus from fallen leaves.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Podzols: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grey, acid and poor soils under coniferous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Chernozems: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black and very rich soils of the grasslands.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Red Mediterranean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found around the Mediterranean Sea.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deciduous trees lose their leaves in autumn?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survive the cold winter.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chernozem good for wheat?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black and full of humus, so it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Trees that lose their leaves in autumn form a ______ forest.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Pine trees have ______ leaves.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black, rich soil of grasslands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Find the names of three food products imported into Cameroon from temperate countries (for example wheat flour, milk or apples).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(Part 3): The Temperate Region: Human Activities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Forest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Deciduous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À feuilles caduques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Coniferous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Conifère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Oak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chêne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Olive 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L'olivier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Grassland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prairie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(Part 2): The Temperate Region: Characteristics (Soils and Vegetation)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vegetation of the three types of temperate region. Explain how temperate plants are adapted to their climate. Describe the main temperate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recognise pine and eucalyptus trees planted in Cameroon as temperate trees, and explain why temperate grasslands feed the world.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Vegetation; Soils.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Find the names of three food products imported into Cameroon from temperate countries (for example wheat flour, milk or apples).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savanna trees that lose their leaves in the dry season.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show a picture of a Christmas tree (pine).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bring a bottle of olive oil to class.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name the temperate grasslands: Prairies, Steppes, Pampas, Veld.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with the red soils of Garoua.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(temperate regions).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“David R. Johnson Natural Area (3)” by Nicholas_T, CC BY 2.0, via Flickr (https://www.flickr.com/photos/14922165@N00/10682288495)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“Battleship Lake” by `James Wheeler, CC BY-NC-SA 2.0, via Flickr (https://www.flickr.com/photos/24128704@N08/16587218945)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“Close up of an Olive Tree” by Ian W Scott, CC BY-SA 2.0, via Flickr (https://www.flickr.com/photos/38000818@N06/5767827378)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“Saskatchewan field in August, Alfalfa Medicago sativa” by ocean.flynn, CC BY-NC-SA 2.0, via Flickr (https://www.flickr.com/photos/89488115@N00/1535397596)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“My date palm. Cool, huh?” by Hair Squared, CC BY-SA 2.0, via Flickr (https://www.flickr.com/photos/73119211@N00/3804244479)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2026-09-27T11:12:31Z</dcterms:created>
  <dcterms:modified xsi:type="dcterms:W3CDTF">2026-09-27T11:12:31Z</dcterms:modified>
</cp:coreProperties>
</file>