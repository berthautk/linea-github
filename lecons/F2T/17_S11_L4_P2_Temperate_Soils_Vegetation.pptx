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2): The Temperate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deciduous forest, coniferous forest, Mediterranean vegetation, temperate grassland, brown forest soil, podzol, chernozem. At the end, you should be able to do this: learners are able to recognise pine and eucalyptus trees planted in Cameroon as temperate trees, and explain why temperate grasslands feed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1): The Temperate Region: Location, Types and Characteristics (Climate). The question was: Define a deciduous tree.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is a tree that loses its leaves in one season.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three types of temperate region. Number 2: explain how temperate plants are adapted to their climate. Number 3: describe the main temperate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lies between 30° and 60° north and south of the Equator. It has four seasons: spring, summer, autumn and winter. Its three types of climate are oceanic, Mediterranean and continental.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trip to Europe in November, Samuel sees a forest with yellow and red leaves falling to the ground. In January, the trees have no leaves at all, but some pine trees are still green. Samuel asks: "Why do some trees lose their leaves in winter and others do not?"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Samuel does not know how temperate plants are adapted to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colour are the leaves in November?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Yellow and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trees are still green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Pine trees (conifers).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temperate forests and soils in our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of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these trees lose their leaves in autumn?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conifers with needle leaves.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needle leaves help conifers in winter?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lose little water, and the snow slides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olive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small, hard leaves help the olive tree in the dry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lose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there almost no trees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too little rain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black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this black soil good for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full of humus, so it is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Deciduous tree and Conifer.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temperate region has the following vegetation. Copy the point on Deciduous forests on the left, then draw the diagram on the right: a forest in autumn.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Coniferous forests on the left, then draw the diagram on the right: conifers.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Mediterranean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Temperate grasslands on the left, then draw the diagram on the right: a temperate grassland.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temperate region has the following soils. On this slide we have Brown forest soils and Podzols.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Black soils (chernozems) on the left, then draw the diagram on the right: a black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Red Mediterranean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deciduous trees lose their leaves in autumn?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survive the cold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chernozem good for wheat?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black and full of humus, so it is very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needle; number 3, chernozem.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mixed farming.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3): The Temperate Region: Human Activities (Farming).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2): THE TEMPERATE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Deciduous forest, coniferous forest, Mediterranean vegetation, temperate grassland, brown forest soil, podzol, chernozem.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1): The Temperate Region: Location, Types and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deciduous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tree that loses its leaves in one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three types of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temperate plants are adapted to their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temperate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lies between 30° and 60°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four seasons: spring, summer, autumn and winter.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three types of climate are oceanic, Mediterranean and continental.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trip to Europe in November, Samuel sees a forest with yellow and red leaves falling to the ground. In January, the trees have no leaves at all, but some pine trees are still green. Samuel asks: "Why do some trees lose their leaves in winter and others do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Samuel does not know how temperate plants are adapted to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colour are the leaves in November?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Yellow and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trees are still green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Pine trees (conifers).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temperate forests and soils in our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Conifers with needle leaves.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needle leaves help conifers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little water, and the snow slides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olive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olive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small, hard leaves help the olive tree in the dry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almost no trees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too little rain for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black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black soil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Deciduous tree: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tree that loses its leaves in one season.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Conifer: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tree with needle leaves and cones.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temperate region has the following vegetation:</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Deciduous forests: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Oak and beech lose their leaves in autumn.</a:t>
            </a:r>
            <a:endParaRPr lang="en-US" sz="3600" dirty="0"/>
          </a:p>
        </p:txBody>
      </p:sp>
      <p:pic>
        <p:nvPicPr>
          <p:cNvPr id="5" name="Image 0" descr="/home/claude/f4/img/v2/f2t_autumn_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forest in autumn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Coniferous forests: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Pine and fir keep their needle leaves.</a:t>
            </a:r>
            <a:endParaRPr lang="en-US" sz="3600" dirty="0"/>
          </a:p>
        </p:txBody>
      </p:sp>
      <p:pic>
        <p:nvPicPr>
          <p:cNvPr id="5" name="Image 0" descr="/home/claude/f4/img/v2/f2t_conif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conifers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Olive trees and shrubs with small, hard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Temperate grasslands: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Prairies and steppes with few trees.</a:t>
            </a:r>
            <a:endParaRPr lang="en-US" sz="3600" dirty="0"/>
          </a:p>
        </p:txBody>
      </p:sp>
      <p:pic>
        <p:nvPicPr>
          <p:cNvPr id="5" name="Image 0" descr="/home/claude/f4/img/v2/f2t_prairi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temperate grassland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the following soils: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Brown forest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Fertile soils under deciduous forests.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Podzols: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Grey, acid soils under conifers.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Black soils (chernozems):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Very fertile grassland soils, good for wheat.</a:t>
            </a:r>
            <a:endParaRPr lang="en-US" sz="3600" dirty="0"/>
          </a:p>
        </p:txBody>
      </p:sp>
      <p:pic>
        <p:nvPicPr>
          <p:cNvPr id="5" name="Image 0" descr="/home/claude/f4/img/v2/f2t_black_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black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Red Mediterranean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good for olives and grapes.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deciduous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chernozem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black and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in autumn form a ______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Pine trees have ______ leaves.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black, rich soil of grasslands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Coniferous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chêne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Olive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L'olivier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three types of temperate region. Explain how temperate plants are adapted to their climate. Describe the main temperate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mixed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dry-season trees.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needle leaf.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olive 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grassland.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dark garden soil.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“Close up of an Olive Tree” by Ian W Scott, CC BY-SA 2.0, via Flickr (https://www.flickr.com/photos/38000818@N06/5767827378)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2026-09-28T21:32:44Z</dcterms:created>
  <dcterms:modified xsi:type="dcterms:W3CDTF">2026-09-28T21:32:44Z</dcterms:modified>
</cp:coreProperties>
</file>