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The Bio-geographical Characteristics of Cameroon. The key notions we shall use today are: tropical climate, equatorial climate, climograph. At the end, you should be able to do this: learners are able to identify and describe the climates of Cameroon and explain their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The Drainage of Cameroon. The question was: On a map of Cameroon, draw the four drainage basins and one river in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Atlantic: Sanaga; Niger: Benue; Chad: Logone; Congo: Sangha.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and locate the main types of climate of Cameroon. Number 2: describe them with climographs. Number 3: explain the factors influencing the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Garoua has a long dry season. Yaoundé has rain in most months. Mountains are cooler.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August, it rains heavily in both Douala and Garoua. In January, Douala still gets some rain but Garoua is completely dry and dusty.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climate differs between Douala and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town is drier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dry wind blows in Garoua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farming and travel according to the climate of each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climates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climates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types of climate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equatorial climate in the south and the tropical climate in the north (with mountain and coastal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many rainy seasons does Yaoundé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Two rainy seasons and two dry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climate of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Douala so rainy?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near the sea and Mount Cameroon, where moist winds give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climate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rainy season (May–October) and a long dry season, hot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air masses over West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factors influencing the climate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altitude and the movement of air masses (monsoon and Harmattan); also distance from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Climate. Cameroon has the following main types of climate. On this slide we have Equatorial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Climate. On this slide we have Coastal and mountain variants and Tropical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climates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Influencing the Climate. The climate of Cameroon depends on the following factors. On this slide we have Latitude and Air masses.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the Climate. On this slide we have Altitude and relief and Distance from the sea.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types of climate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equatorial and tropical.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the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latitude and air masses.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equatorial; number 2, tropical; number 3,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climographs of Yaoundé and Garoua in three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The Vegetation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THE CLIMATE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Climate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Bio-geographical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climate, equatorial climate, climograph.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and location of main types; main characteristics with climographs; factors influencing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and describe the climates of Cameroon and explain their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The Drainage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Cameroon, draw the four drainage basins and one river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Sanaga; Niger: Benue; Chad: Logone; Congo: Sangha.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locate the main types of climate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them with climographs.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influencing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long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Yaoundé has rain in most months.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Mountains are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it rains heavily in both Douala and Garoua. In January, Douala still gets some rain but Garoua is completely dry and dusty.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climate differs between Douala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drier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dry wind blows in Garoua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farming and travel according to the climate of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climates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types of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climate in the south and the tropical climate in the north (with mountain and coastal variants).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EQUATORIAL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EQUATORIAL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rainy seasons does Yaoundé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EQUATORIAL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rainy seasons and two dry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Douala so rainy?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COASTAL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and Mount Cameroon, where moist winds give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rainy season (May–October) and a long dry season, hot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a_airmass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Air masses over West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influencing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altitude and the movement of air masses (monsoon and Harmattan); also distance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Bio-geographical Characteristics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15: The Climate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main types of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it is hot and wet with two rainy seasons, as in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Climate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and mountain variants: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is very rainy, as in Douala, and the highlands are cooler, as in Bamenda.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north it is hot with one rainy season and a long dry season, as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Climate</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climates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the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climate of Cameroon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decreases from the south to the north.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south-west monsoon brings rain and the dry Harmattan brings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the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and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are cooler and windward slopes are wetter.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areas are more humid.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types of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and tropical.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and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south of Cameroon has an ______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north has a ______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from the Sahara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climographs of Yaoundé and Garoua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The Vegetation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Équatorial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and locate the main types of climate of Cameroon. Describe them with climographs. Explain the factors influencing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and describe the climates of Cameroon and explain their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Climate; Factors Influencing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climographs of Yaoundé and Garoua in three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Yaoundé.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factors.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2026-09-29T03:11:41Z</dcterms:created>
  <dcterms:modified xsi:type="dcterms:W3CDTF">2026-09-29T03:11:41Z</dcterms:modified>
</cp:coreProperties>
</file>