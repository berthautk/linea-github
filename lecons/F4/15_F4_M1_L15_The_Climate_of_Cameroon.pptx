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tropical climate, equatorial climate, climograph. At the end, you should be able to do this: learners are able to identify and describe the climates of Cameroon and explain their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The Drainage of Cameroon. The question was: On a map of Cameroon, draw the four drainage basins and one river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Sanaga; Niger: Benue; Chad: Logone; Congo: Sangha.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main types of climate of Cameroon. Number 2: describe them with climographs. Number 3: explain the factors influencing the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long dry season. Yaoundé has rain in most months. Mountains are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it rains heavily in both Douala and Garoua. In January, Douala still gets some rain but Garoua is completely dry and dusty.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differs between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drier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dry wind blows in Garoua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farming and travel according to the climate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types of climate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climate in the south and the tropical climate in the north (with mountain and coastal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rainy seasons does Yaoundé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rainy seasons and two dry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Douala so rainy?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Mount Cameroon, where moist winds give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climate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rainy season (May–October) and a long dry season, hot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air masses over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factors influencing the climate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altitude and the movement of air masses (monsoon and Harmattan); also distance from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Climate. Cameroon has the following main types of climate. On this slide we have Equatorial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Climate. On this slide we have Coastal and mountain variants and Tropical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the Climate. The climate of Cameroon depends on the following factors. On this slide we have Latitude and Air masses.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the Climate. On this slide we have Altitude and relief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types of climate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and tropical.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the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 and air masses.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tropical;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climographs of Yaoundé and Garoua in three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The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climate, equatorial climate,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types; main characteristics with climographs; factors influencing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describe the climates of Cameroon and explain their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draw the four drainage basins and one river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Sanaga; Niger: Benue; Chad: Logone; Congo: Sangha.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main types of climate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them with climographs.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has rain in most months.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it rains heavily in both Douala and Garoua. In January, Douala still gets some rain but Garoua is completely dry and dusty.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differs between Douala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drier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dry wind blows in Garoua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farming and travel according to the climate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types of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climate in the south and the tropical climate in the north (with mountain and coastal variants).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rainy seasons does Yaoundé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rainy seasons and two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so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Mount Cameroon, where moist winds give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rainy season (May–October) and a long dry season, hot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Air masses over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influencing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altitude and the movement of air masses (monsoon and Harmattan); also distance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The Climate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main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it is hot and wet with two rainy seasons, as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and mountain variants: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is very rainy, as in Douala, and the highlands are cooler, as in Bamenda.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it is hot with one rainy season and a long dry season, as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the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Cameroon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decreases from the south to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brings rain and the dry Harmattan brings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and windward slopes are wetter.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areas are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and tropical.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and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south of Cameroon has an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north has a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climographs of Yaoundé and Garoua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The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Équatorial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main types of climate of Cameroon. Describe them with climographs. Explain the factors influencing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describe the climates of Cameroon and explain their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Climate; Factors Influencing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climographs of Yaoundé and Garoua in three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2026-09-28T21:15:00Z</dcterms:created>
  <dcterms:modified xsi:type="dcterms:W3CDTF">2026-09-28T21:15:00Z</dcterms:modified>
</cp:coreProperties>
</file>