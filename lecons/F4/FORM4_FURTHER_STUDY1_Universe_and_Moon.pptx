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The Universe and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The Earth as a Planet of the Solar System.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The Earth as a Planet of the Solar System. The key notions we shall use today are: universe, galaxy, star, satellite, phases of the Moon, tides. At the end, you should be able to do this: learners are able to recognise the phases of the Moon and to explain how the Moon affects tides, calendars and daily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Our Planet, the Earth: Size, Shape and Proofs. The question was: Look at the Moon on three different evenings this week. Draw its shape each time and write the date under each drawing.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drawings should show the Moon changing shape: for example a thin crescent, then a half Moon, then a nearly full Moon, each with its date.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universe and a galaxy, and describe the place of the Earth in the universe. Number 2: describe the phases of the Moon. Number 3: explain the impacts of the Moon on the natural environment and on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Many proofs show that the Earth is round, such as the round shadow of the Earth on the Moon. The Earth is one of the eight planets that move around the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One evening, Hawaou sits outside with her grandmother. The full Moon lights up the compound. Grandmother says that people used to plant some crops according to the shape of the Moon. Hawaou wonders why the Moon changes its shape.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Hawaou does not know why the Moon changes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lights up the compound?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full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light of the Moon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Sun. The Moon has no light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the sky and the Moon regularly and use the tides and the phases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universe, the Moon and its effects on 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Milky Way at night.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band of light is made of billions of stars.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Milky Way, our galaxy.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Moon moves around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shape of the Moon seem to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lights half of the Moon. We see a different part of this lit half as the Moon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boats on the sand when the sea is 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sea goes down and comes back twice a day. What causes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pull (gravity) of the Moon. This is the tide.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universe can be defined as follows. On this slide we have Universe.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Composition. The universe is made up of the following elements. On this slide we have Galaxies and The Sun.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On this slide we have The Moon.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Phases of the Moon. The Moon shows the following phases during a month. On this slide we have New Moon and First quarter.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Phases of the Moon. On this slide we have Full Moon and Last quarter.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phases of the Moon.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the Moon. The Moon affects the environment and human activities as follows. On this slide we have Tides and Fishing and navigation.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the Moon. On this slide we have Calendar and 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galaxy? Name our galaxy.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huge group of stars. Ours is the Milky 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causes the tides?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pull (gravity) of the Moon.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Milky; number 2, Full; number 3, tides.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Cameroon in your atlas. Find the numbers written on the edges of the map and copy the numbers written near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Earth Divisions: Latitudes and Longitudes.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THE UNIVERSE AND THE MOON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Universe and the Moon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The Universe and the Moon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Universe, galaxy, star, satellite, phases of the Moon, tides.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composition of the universe; links with planet Earth; the Moon: phases and impacts on the natural environment and on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Our Planet, the Earth: Size, Shape and Proofs):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Moon on three different evenings this week. Draw its shape each time and write the date under each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drawings should show the Moon changing shape: for example a thin crescent, then a half Moon, then a nearly full Moon, each with its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universe and a galaxy, and describe the place of the Earth in the universe.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the Moon on the natural environment and 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proofs show that the Earth is round, such as the round shadow of the Earth on the Moon.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that move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Hawaou sits outside with her grandmother. The full Moon lights up the compound. Grandmother says that people used to plant some crops according to the shape of the Moon. Hawaou wonders why the Moon changes its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Hawaou does not know why the Moon changes its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lights up the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full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light of the Moon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 The Moon has no light of its 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sky and the Moon regularly and use the tides and the phases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universe, the Moon and its effects on our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ilky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Milky Way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band of light is made of billions of stars.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Milky Way, our galaxy.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oon_phase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Moon moves around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shape of the Moon seem to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lights half of the Moon. We see a different part of this lit half as the Moon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owt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Boats on the sand when the sea is 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goes down and comes back twice a day. What causes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 This is the tide.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universe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Universe: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of space and everything in it: stars, planets, gases and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Composition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universe is made up of the following elements: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Galaxies: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huge groups of stars, and our galaxy is called the Milky Way.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Sun: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star of our solar system and it gives light and heat to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Composition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natural satellite of the Earth, and it moves around the Earth in about 29½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Phases of the Moon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Moon shows the following phases during a month: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 side of the Moon faces away from the Earth, so we do not see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quarter: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right half of the Moon lit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Phases of the Moon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Full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whole lit face of the Moon.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Last quarter: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left half of the Moon lit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Phases of the Moon</a:t>
            </a:r>
            <a:endParaRPr lang="en-US" sz="3600" dirty="0"/>
          </a:p>
        </p:txBody>
      </p:sp>
      <p:pic>
        <p:nvPicPr>
          <p:cNvPr id="4" name="Image 0" descr="/home/claude/f4/img/v2/moon_pha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phases of the Moon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the Moon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Moon affects the environment and human activities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of the Moon makes the sea rise and fall twice a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and navigation: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and sailors use the times of the tides to go out and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the Moon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Calendar and 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calendars and feasts, such as Ramadan, follow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galaxy? Name our galaxy.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huge group of stars. Ours is the Milky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tides?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Our galaxy is called the ______ Way.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we see the whole Moon, it is the ______ Moon.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and fall of the sea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Cameroon in your atlas. Find the numbers written on the edges of the map and copy the numbers written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Earth Divisions: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L'univers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Galaxy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galaxie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L'étoile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Full Moon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pleine lune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 Moon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nouvelle lune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The Universe and the Moon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universe and a galaxy, and describe the place of the Earth in the universe. Describe the phases of the Moon. Explain the impacts of the Moon on the natural environment and 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Composition; The Phases of the Moon; Impacts of the Moon.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Cameroon in your atlas. Find the numbers written on the edges of the map and copy the numbers written near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look at the night sky far from town lights.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a ball and a torch: move the ball around a learner's head.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beach at Kribi in the morning and in the evening.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“Telluride Milky Way Night Sky With Satellite Streak” by wienotfilms, CC BY-NC 2.0, via Flickr (https://www.flickr.com/photos/76583523@N05/14781116206)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“Praia de Itapororoca” by Rodrigo_Soldon, CC BY-ND 2.0, via Flickr (https://www.flickr.com/photos/8865243@N02/10838180494)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2026-09-27T10:04:50Z</dcterms:created>
  <dcterms:modified xsi:type="dcterms:W3CDTF">2026-09-27T10:04:50Z</dcterms:modified>
</cp:coreProperties>
</file>