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Lesson 40: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what elders say about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compare with a closed car in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about the smoke of motorbikes and generators.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who uses a solar lamp.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warming 2. carbon dioxide (CO₂) 3.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4 GEOGRAPHY  —  LESSON 40</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Global Warming</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4</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Management of Climate and Hydrological Related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Hydro-climatic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40: Global Warming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Climate variability, greenhouse gases.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Definition; causes (natural and human); effects; adaptations and mitigations.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take simple actions against global warming, such as planting trees and saving energy, and to adapt to hotter, drier seasons.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global warming, the greenhouse effect and greenhouse gases.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 natural and human causes of global warming.</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its effects.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Propose adaptation and mitigation measures.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hydrological cycle moves water between the oceans, the air and the land.</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Temperature depends on factors such as latitude, altitude and cloud cover.</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Human activities can make cities warmer.</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Baba Hamadou, 70 years old, says that when he was young, the rains in Garoua started every year in May and March was less hot. Today, the heat is stronger and the rains are irregular.</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of Garoua is changing.</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changes does Baba Hamadou see?</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heat and irregular rains.</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change of the whole Earth called?</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Global warming.</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global warming and what we can do.</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greenhouse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greenhouse effect.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greenhouse gases warm the Earth?</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trap the heat, like a blanket.</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CAUSES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4_exhaust.jpg">    </p:cNvPr>
          <p:cNvPicPr>
            <a:picLocks noChangeAspect="1"/>
          </p:cNvPicPr>
          <p:nvPr/>
        </p:nvPicPr>
        <p:blipFill>
          <a:blip r:embed="rId1"/>
          <a:stretch>
            <a:fillRect/>
          </a:stretch>
        </p:blipFill>
        <p:spPr>
          <a:xfrm>
            <a:off x="2018433" y="1691640"/>
            <a:ext cx="8152085"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Smoke from a factory.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CAUSES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gas comes out when we burn coal, petrol and diesel?</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CAUSES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Carbon dioxide (CO₂).</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SOLUTIONS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f4_solar.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solar power station.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SOLUTIONS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solar panels help against global warming?</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SOLUTIONS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electricity without smoke.</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Global Warming</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Management of Climate and Hydrological Related Hazards</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Hydro-climatic Hazards</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40: Global Warming</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Global warming: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rise of the temperature of the Earth.</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Greenhouse gases: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They are gases that trap heat, like CO₂.</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Mitigation: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reducing the causes.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Adaptation: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living with the changes.</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Causes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Burning fuel: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Petrol, diesel and coal give CO₂.</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Deforestation: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Fewer trees take in CO₂.</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Natural causes: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Changes of the Sun and volcanoes.</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Causes (2/2)</a:t>
            </a:r>
            <a:endParaRPr lang="en-US" sz="3600" dirty="0"/>
          </a:p>
        </p:txBody>
      </p:sp>
      <p:pic>
        <p:nvPicPr>
          <p:cNvPr id="13" name="Image 0" descr="/home/claude/f4/img/v2/greenhouse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greenhouse effect.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Effects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Weather: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More heat, droughts and floods.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Sea level: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Douala and Limbe are threatened.</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Farming: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Harvests are poorer.</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IV. Solutions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Mitigation: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Solar energy and tree planting.</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Adaptation: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Seeds that resist drought.</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human cause of global warming.</a:t>
            </a:r>
            <a:endParaRPr lang="en-US" sz="4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petrol and diesel (or deforestation).</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mitigation and adaptation?</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Mitigation reduces the causes; adaptation lives with the changes.</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rise of the temperature of the Earth is global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main greenhouse gas is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Planting trees is a form of ______.</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in your family whether your area has ever been flooded or has suffered a very dry year. Write down when it happened and what damage it caused.</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41: Floods, Droughts and Desertification.</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Global warming</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réchauffement climatique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Greenhouse effect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L'effet de serre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Greenhouse gas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gaz à effet de serre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Carbon dioxide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dioxyde de carbone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Climate variability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variabilité climatique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Mitigation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L'atténuation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Adaptation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L'adaptation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Sea level</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niveau de la mer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Management of Climate and Hydrological Related Hazards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40: Global Warming</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global warming, the greenhouse effect and greenhouse gases. Explain the natural and human causes of global warming. Describe its effects. Propose adaptation and mitigation measures.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take simple actions against global warming, such as planting trees and saving energy, and to adapt to hotter, drier seasons.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Global warming, Greenhouse gases, Mitigation, Adaptation; II. Causes: Burning fuel, Deforestation, Natural causes; III. Effects: Weather, Sea level, Farming; IV. Solutions: Mitigation, Adaptation.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Ask an adult in your family whether your area has ever been flooded or has suffered a very dry year. Write down when it happened and what damage it caused.</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5 min | Situation 5 min | 3 activities 12 min | Board summary (copying) 15 min | Evaluation, homework 5 min | Logbook 5 min | Spare 3 min</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IPCC Sixth Assessment Report (2021–2023).</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UNFCCC: Paris Agreement (2015).</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“image replaced (thanks Anne :) )” by why 137, CC BY 2.0, via Flickr (https://www.flickr.com/photos/78752351@N03/8464430910)</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“Noor Ouarzazate III Solar Plant” by Richard Allaway, CC BY 2.0, via Flickr (https://www.flickr.com/photos/16287002@N00/52769922684)</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2026-09-27T04:25:20Z</dcterms:created>
  <dcterms:modified xsi:type="dcterms:W3CDTF">2026-09-27T04:25:20Z</dcterms:modified>
</cp:coreProperties>
</file>