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start a new topic: the structure of the Earth. Lesson 7 is about the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the drawings of the inside of an orange, an onion or an egg.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how deep the wells of their area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cut a boiled egg or an onion: shell, white, yolk.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write the depth and temperature of each layer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crust 2. mantle 3. liquid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7</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Internal Structure of the Earth</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7: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Crust, mantle, core.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Illustrations: circular and cross-sectional views; brief description of the main layers.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Draw the circular and the cross-sectional views of the structure of the Earth.</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Name the main layers of the Earth.</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each layer briefly: thickness, state and composition.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Earth is an oblate spheroid with a radius of about 6,370 km.</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Revolution causes the seasons.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Earth is one of the planets of the solar system.</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dig a deep well in Garoua. First they dig through red soil. Then they reach very hard rock. Amadou wonders what they would find if they could dig to the centre of the Earth.</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Amadou does not know what is inside the Earth.</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workers find under the soil?</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hard rock.</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people dig to the centre of the Earth?</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too deep and too hot.</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layers inside the Earth.</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CRUST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laterite.jpg">    </p:cNvPr>
          <p:cNvPicPr>
            <a:picLocks noChangeAspect="1"/>
          </p:cNvPicPr>
          <p:nvPr/>
        </p:nvPicPr>
        <p:blipFill>
          <a:blip r:embed="rId1"/>
          <a:stretch>
            <a:fillRect/>
          </a:stretch>
        </p:blipFill>
        <p:spPr>
          <a:xfrm>
            <a:off x="2016746" y="1691640"/>
            <a:ext cx="8155459"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People dig a big pit in the ground.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CRUST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 dig, which layer of the Earth do we reach?</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CRUST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the crust, the thin outer layer.</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LAYERS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earth_layer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layers of the Earth.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LAYERS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from the outside to the centre.</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LAYERS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Crust, mantle, outer core and inner core.</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LAYERS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earth_depth.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a journey to the centre of the Earth.</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LAYERS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temperature as we go deeper?</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LAYERS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about 6,000 °C at the centre.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Internal Structure of the Earth</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Crust: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thin outer layer of rock.</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Mantle: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thick layer of very hot rock under the crust.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Core: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centre of the Earth, made of iron.</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Structure of the Earth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Illustration: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layers form circles, one inside the other.</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Structure of the Earth (2/2)</a:t>
            </a:r>
            <a:endParaRPr lang="en-US" sz="3600" dirty="0"/>
          </a:p>
        </p:txBody>
      </p:sp>
      <p:pic>
        <p:nvPicPr>
          <p:cNvPr id="13" name="Image 0" descr="/home/claude/f4/img/v2/earth_layer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four layers.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The Main Layers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Crust: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Thin and solid; we live on it.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Mantle: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About 2,900 km thick, very hot.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Outer core: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Liquid iron.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Inner core: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Solid iron, about 6,000 °C.</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layer on which we live.</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inner core solid though it is very hot?</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enormous pressure.</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thin outer layer of the Earth is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layer under the crust is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outer core is made of ______ iron.</a:t>
            </a:r>
            <a:endParaRPr lang="en-US" sz="3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three different stones or building materials (for example a piece of granite, a sandstone block and a piece of marble or tile). Write where you found each one.</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8: Rocks.</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Crust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L'écorce / la croûte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Mantle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manteau</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noyau</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Layer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couche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Cross-section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coupe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Pressure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pression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Iron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fer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Magnetic field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champ magnétique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7: The Internal Structure of the Earth</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Draw the circular and the cross-sectional views of the structure of the Earth. Name the main layers of the Earth. Describe each layer briefly: thickness, state and composition.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Crust, Mantle, Core; II. Structure of the Earth: Illustration; III. The Main Layers: Crust, Mantle, Outer core, Inner core.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Collect three different stones or building materials (for example a piece of granite, a sandstone block and a piece of marble or tile). Write where you found each one.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“Laterite soil bricks in Richard Rebello's farm” by India Water Portal, CC BY-NC-SA 2.0, via Flickr (https://www.flickr.com/photos/21623815@N03/10720461943)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2026-09-26T10:44:20Z</dcterms:created>
  <dcterms:modified xsi:type="dcterms:W3CDTF">2026-09-26T10:44:20Z</dcterms:modified>
</cp:coreProperties>
</file>