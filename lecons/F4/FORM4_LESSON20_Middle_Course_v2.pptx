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20: The Middle Course of a 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drawings of the Benue from the 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snake-like river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bend and mark the outside and the inside.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banks of the Benue at Garoua.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meander 2. cliff 3. slope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20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Course of a River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The Work of Rivers on the Landscape and Impacts on 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Work of Rivers on the Landscape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20: The Middle Course of a River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V-shaped valley, meanders, river cliffs, slip-off slopes.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characteristics and processes of the middle course; landforms of the middle course.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the landforms of the middle course and to choose safe places to build or farm along a winding river.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main characteristics and processes of the middle course.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 river transports its load.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formation of meanders, river cliffs and slip-off slopes.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upper course has steep slopes and vertical erosion.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Waterfalls form where hard rock lies on soft rock.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middle course, the gradient is gentler.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the Benue Bridge in Garoua, Adama sees that the river bends. On the outside of the bend, the bank is steep. On the inside, there is a gentle beach of sand.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Adama does not know why the two banks are different.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two banks.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Steep outside; gentle and sandy inside.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a big bend in a river?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meander.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landforms of the middle course.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MEANDERS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mean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river with big bends, seen from the sky.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MEANDERS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these big bends?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MEANDERS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Meanders.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MEANDERS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meander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a meander grows.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MEANDERS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the water erode? Where does it deposit?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MEANDERS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erodes the outside of the bend and deposits on the inside.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RIVER CLIFF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rivercliff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cross-section of a meander.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RIVER CLIFF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steep bank on the outside of the bend called?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RIVER CLIFF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river cliff.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Middle Course of a River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Work of Rivers on the Landscape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20: The Middle Course of a River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Middle course: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part of a river with a gentle slope.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Meander: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big bend in a river.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River cliff: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steep bank on the outside of a bend.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Slip-off slope: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gentle bank on the inside of a bend.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Characteristics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Slope: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Gentle.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Valley: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Wider, with a flat floor.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Main work: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river cuts sideways.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Landforms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Meanders: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Big bends.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River cliff: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Erosion on the outside.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Slip-off slope: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Deposition on the inside.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Landforms (2/2)</a:t>
            </a:r>
            <a:endParaRPr lang="en-US" sz="3600" dirty="0"/>
          </a:p>
        </p:txBody>
      </p:sp>
      <p:pic>
        <p:nvPicPr>
          <p:cNvPr id="13" name="Image 0" descr="/home/claude/f4/img/v2/meander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meander.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meander?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big bend in a river.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outside of a bend steep?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fast water erodes it.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big bend in a river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steep bank on the outside is a river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gentle bank on the inside is a slip-off ______.</a:t>
            </a:r>
            <a:endParaRPr 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Look at a map of the Niger Delta or the Nile Delta in your atlas. Draw its shape and name the sea it reaches.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21: The Lower Course of a River.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Meander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méandre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 cliff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rive concave / falaise de méandre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Slip-off slope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rive convexe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erosion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L'érosion latérale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suspension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saltation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charriage / la traction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Sandbank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banc de sable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20: The Middle Course of a River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main characteristics and processes of the middle course. Explain how a river transports its load. Explain the formation of meanders, river cliffs and slip-off slopes.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the landforms of the middle course and to choose safe places to build or farm along a winding river.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Middle course, Meander, River cliff, Slip-off slope; II. Characteristics: Slope, Valley, Main work; III. Landforms: Meanders, River cliff, Slip-off slope.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at a map of the Niger Delta or the Nile Delta in your atlas. Draw its shape and name the sea it reaches.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“Ox-bow” by colinjackson1972, CC BY-NC 2.0, via Flickr (https://www.flickr.com/photos/8253719@N04/2329293239)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2026-09-27T04:25:17Z</dcterms:created>
  <dcterms:modified xsi:type="dcterms:W3CDTF">2026-09-27T04:25:17Z</dcterms:modified>
</cp:coreProperties>
</file>