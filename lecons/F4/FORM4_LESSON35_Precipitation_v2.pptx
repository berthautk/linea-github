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35: Precipitation.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depth of rain collected in a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what can fall from clouds.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rain gauge with a bottle and a funnel.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ground, rising air and 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precipitation 2. hail 3. relief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of Condensation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35: 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gauge, pluviometer, convectional, orographic, frontal.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of precipitation; measurement; types of rainfall.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the rain that falls at home or at school and explain why some places receive more rain than others.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precipitation and name its forms.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rainfall is measured with a rain gauge.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three types of rainfall.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Condensation is the change of water vapour into liquid water.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when saturated air is cooled to its dew point.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are tiny droplets formed by condensation.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September, Garoua has short, heavy afternoon storms. Emmanuel's cousin in Buea, on Mount Cameroon, says that it rains there for many days without stopping.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Emmanuel does not know why the rain is different in the two towns.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it rain in Garoua?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Short, heavy storms in the afternoon.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it rain so much in Buea?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mountain forces wet air to rise.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rain forms and how it is measured.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heavy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Rain, hail and snow fall from clouds. What is their general name?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aingau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430" y="1691640"/>
            <a:ext cx="815609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rain gauge.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this instrument measure? In which unit?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Rainfall, in millimetres (mm).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 OF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onvec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storms of Garoua.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 OF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hot ground heats the air, which rises and makes storms. What type of rain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 OF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Convectional rain.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Forms of Condensation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35: Precipitation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that falls from clouds.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instrument that measures rain.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Drops of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Drizzle: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small drops.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Hail: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Balls of ice.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Snow: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 crystals.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Rainfall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Convectional: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ground, rising air (Garoua).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mountain lifts the air (Buea).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Frontal: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rises over cold air (Europe).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Rainfall (2/2)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types of rainfall.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measures rainfall?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 gauge.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Buea receive a lot of rain?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forces wet air to rise (relief rain).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falling from clouds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Balls of ice falling from clouds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caused by a mountain is ______ rain.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the wind in Garoua for three days: from which direction does it blow? Is it dry or moist? Write your observations.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36: Pressure Belts and Planetary Winds.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précipitations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pluie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Drizzle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bruine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grêle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gauge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pluviomètre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Convectional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pluie de 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pluie orographique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shadow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L'abri pluviométrique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35: Precipitation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precipitation and name its forms. Describe how rainfall is measured with a rain gauge. Explain the three types of rainfall.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the rain that falls at home or at school and explain why some places receive more rain than others.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Precipitation, Rain gauge; II. Forms: Rain, Drizzle, Hail, Snow; III. Types of Rainfall: Convectional, Relief, Frontal.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the wind in Garoua for three days: from which direction does it blow? Is it dry or moist? Write your observations.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“Heavy rain. Johannesburg, South Africa” by varfolomeev, CC BY-NC 2.0, via Flickr (https://www.flickr.com/photos/45427632@N02/49745935146)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“Sarasota - Rain Gauge (in 23rd Year)” by roger4336, CC BY-SA 2.0, via Flickr (https://www.flickr.com/photos/24736216@N07/8370429863)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2026-09-27T04:25:20Z</dcterms:created>
  <dcterms:modified xsi:type="dcterms:W3CDTF">2026-09-27T04:25:20Z</dcterms:modified>
</cp:coreProperties>
</file>