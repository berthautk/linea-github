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Rocks.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Internal Structure of the Earth.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Internal Structure of the Earth. The key notions we shall use today are: igneous rock, sedimentary rock, metamorphic rock. At the end, you should be able to do this: learners are able to recognise the main types of rocks around them and to choose suitable rocks for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7: The Internal Structure of the Earth. The question was: Collect three different stones or building materials (for example a piece of granite, a sandstone block and a piece of marble or tile). Write where you found each one.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granite from a hill or a quarry; a sandstone block from a building site; marble tiles from a shop. Each should be named with where it was found.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rock. Number 2: classify rocks according to their origin. Number 3: give the characteristics and examples of each type of rock. Number 4: draw the rock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crust is the solid outer layer of the Earth. The mantle is very hot rock that flows slowly. Magma is molten rock under the ground.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Garoua, a new mosque is built on hard grey stones with small crystals. Some walls are made of blocks with thin layers. Kadidja wonders why the stones are different.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Kadidja does not know why rocks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Describe the two kinds of stones.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Hard grey stones with crystals, and stones with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are rocks grouped?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the way they were formed: igneous, sedimentary, metamorphic.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the rocks around us and use them wisely for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rocks around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big granite rocks.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Granite has crystals. How was it formed?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 magma cooled and became hard. It is an igneous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rock with layers.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This rock has layers. How was it formed?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Layers of sand and mud were pressed together. It is a sedimentary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block of marble in a quarry.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Marble was limestone. What changed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Great heat and pressure. It is a metamorphic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Rock and Magma.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of Rocks. Rocks are classified according to their origin as follows. On this slide we have Igneous rocks.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Rocks. On this slide we have Sedimentary rocks and Metamorphic rocks.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Rocks. On this slide we have Fossils.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Rock Cycle. The rock cycle is explained as follows. On this slide we have Rock cycle.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rock cycle.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are igneous rocks formed?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when magma or lava cools and becomes hard.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example of a metamorphic rock.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marble (or slate, gneiss).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igneous; number 2, sedimentary; number 3, metamorphic.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a map of the world. Cut out, or trace, Africa and South America and try to fit their coasts together. Write what you notice.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9: The Theory of Continental Drift.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8: ROCKS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Rocks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Internal Structure of the Earth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Internal Structure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Rocks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Igneous rock, sedimentary rock, metamorphic rock.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classification according to origin (igneous, sedimentary, metamorphic): characteristics and main examples of each type; the rock cycle (illustration only).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main types of rocks around them and to choose suitable rocks for building.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7: The Internal Structure of the Earth):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three different stones or building materials (for example a piece of granite, a sandstone block and a piece of marble or tile). Write where you found each 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granite from a hill or a quarry; a sandstone block from a building site; marble tiles from a shop. Each should be named with where it was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rock.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rocks according to their origin.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characteristics and examples of each type of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the rock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crust is the solid outer layer of the Earth.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mantle is very hot rock that flows slowly.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Magma is molten rock under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a new mosque is built on hard grey stones with small crystals. Some walls are made of blocks with thin layers. Kadidja wonders why the stones are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Kadidja does not know why rocks are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two kinds of stones.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Hard grey stones with crystals, and stones with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rocks grouped?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the way they were formed: igneous, sedimentary, metamorphic.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the rocks around us and use them wisely for building.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rocks around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IGNEOUS ROCKS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granit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Big granite rocks.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IGNEOUS ROCKS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Granite has crystals. How was it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IGNEOUS ROCKS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magma cooled and became hard. It is an igneous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SEDIMENTARY ROCKS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sandsto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rock with layers.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SEDIMENTARY ROCKS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rock has layers. How was it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SEDIMENTARY ROCKS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Layers of sand and mud were pressed together. It is a sedimentary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METAMORPHIC ROCKS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marb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block of marble in a quarry.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METAMORPHIC ROCKS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Marble was limestone. What changed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METAMORPHIC ROCKS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Great heat and pressure. It is a metamorphic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Internal Structure of the Earth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Rock: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hard, natural material that makes up the crust of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Magma: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melted rock found under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Rocks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Rocks are classified according to their origin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Igneous rocks: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formed when magma or lava cools and hardens, like granite and basalt.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Rocks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Sedimentary rocks: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formed from layers of sediments pressed together, like sandstone and limestone.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Metamorphic rocks: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formed when other rocks are changed by heat and pressure, like marble and slate.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Rocks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Fossils: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marks of old plants or animals, and they are found in sedimentary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Rock Cycle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rock cycle is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Rock cycle: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process by which one type of rock slowly changes into another type.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Rock Cycle</a:t>
            </a:r>
            <a:endParaRPr lang="en-US" sz="3600" dirty="0"/>
          </a:p>
        </p:txBody>
      </p:sp>
      <p:pic>
        <p:nvPicPr>
          <p:cNvPr id="4" name="Image 0" descr="/home/claude/f4/img/v2/rock_cyc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rock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igneous rocks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magma or lava cools and becomes hard.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a metamorphic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Marble (or slate, gneiss).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Granite is an ______ rock.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Rocks formed from layers are ______ rocks.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Heat and pressure make ______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the world. Cut out, or trace, Africa and South America and try to fit their coasts together. Write what you notice.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The Theory of Continental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Mineral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minéral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Igneous 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magmatique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Sedimentary 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sédimentaire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Metamorphic 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métamorphique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Fossil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fossile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 / la strate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 cycle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cycle des roches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Rocks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rock. Classify rocks according to their origin. Give the characteristics and examples of each type of rock. Draw the rock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main types of rocks around them and to choose suitable rocks for building.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Classification of Rocks; The Rock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a map of the world. Cut out, or trace, Africa and South America and try to fit their coasts together. Write what you notice.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 piece of granite from the school yard.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layers in a cut road bank.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a marble tile.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“Sunset over Pyramid Rock” by Mark Wassell, CC BY-NC-ND 2.0, via Flickr (https://www.flickr.com/photos/61520356@N07/6515411027)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“Grand Canyon: Tapeats Sandstone 0283” by Grand Canyon NPS, CC BY 2.0, via Flickr (https://www.flickr.com/photos/50693818@N08/8238057843)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“Marble quarry, Carrara” by Russell Carman, CC BY-NC-SA 2.0, via Flickr (https://www.flickr.com/photos/11328254@N02/2095886412)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2026-09-27T10:32:00Z</dcterms:created>
  <dcterms:modified xsi:type="dcterms:W3CDTF">2026-09-27T10:32:00Z</dcterms:modified>
</cp:coreProperties>
</file>