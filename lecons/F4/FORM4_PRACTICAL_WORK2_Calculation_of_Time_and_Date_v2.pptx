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do Practical Work 2: we calculate time and date in different places. Take out your exercise books and pencils.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12 noon at 0° is 3 p.m. at 45°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write EAST = + and WEST = −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write the steps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Date Line with the two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4 2. remove 3. date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PRACTICAL WORK 2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of Time and Date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in the Solar System — Location and Time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in the Solar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and 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Work 2: Calculation of Time and Date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Longitude difference, time difference, GMT, International Date Line.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 time: calculating local time from longitude and longitude from local time; calculating standard time with time zones; calculating the date when crossing midnight or the International Date Line.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calculate the time and the date in another place, for example to follow a match or to call a relative abroad.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three rules for time calculations.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local time from a difference of longitude, and longitude from local time.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standard time with time zones.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correct date after crossing midnight or the International Date Line.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Earth turns 15° in 1 hour, and 1° in 4 minutes.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Cameroon uses West Africa Time: GMT + 1.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the IDL going west, we add one day; going east, we remove one day.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World Cup match in Los Angeles starts at 5 p.m. on Sunday, local time (GMT − 7). Moussa and his friends in Garoua want to watch it live. They must calculate the time in Garoua.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Moussa must find the time of the match in Garoua.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time difference between Los Angeles and Garoua?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hours (from GMT − 7 to GMT + 1).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what time will they watch?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1 a.m. on Monday.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practical work helps us to calculate the time and the date in other places.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RULES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time_lin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rules of time.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RULES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Going east, do we add or remove time? And going west?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RULES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East: we add. West: we remove.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SUN TIME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time_calc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worked example.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SUN TIME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12:00 in Garoua (13° E). What time is it at 43° E?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SUN TIME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14:00. The difference is 30°, which is 2 hours, and we add.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DATE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idl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International Date Line.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DATE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10:00 on Sunday west of the Date Line. What day is it just east of the line?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DATE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Saturday, 10:00: we remove one day.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Calculation of Time and Date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Earth as a Planet in the Solar System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Location and Time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 Work 2: Calculation of Time and Date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Difference of longitude: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number of degrees between two places.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day, the month and the year.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Rules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 1: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15° = 1 hour and 1° = 4 minutes.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 2: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East: add time. West: remove time.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 3: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midnight, the date changes.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 4: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Crossing the Date Line changes the day.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Worked Example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Garoua (13° E) 12:00. Time at 43° E?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43° − 13° = 30°.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30° × 4 min = 120 min = 2 hours.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12:00 + 2 h = 14:00.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10:00 at Garoua (13° E). What is the local time at 17° W?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08:00 (30° = 2 hours, we remove).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22:00 on Friday in Garoua (GMT + 1). What time is it in Tokyo (GMT + 9)?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06:00 on Saturday.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1° of longitude = ______ minutes.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Going west, we ______ time.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the time passes midnight, the ______ changes.</a:t>
            </a:r>
            <a:endParaRPr lang="en-US" sz="3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Watch the sunrise and the sunset one day this week and write down the times. Write a sentence to explain why the Sun rises in the east.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5: The Rotation of the Earth.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calcul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add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subtract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Soustraire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différence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L'ouest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L'heure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in the Solar System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Work 2: Calculation of Time and Date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the three rules for time calculations. Calculate local time from a difference of longitude, and longitude from local time. Calculate standard time with time zones. Find the correct date after crossing midnight or the International Date Line.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calculate the time and the date in another place, for example to follow a match or to call a relative abroad.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Difference of longitude, Date; II. The Rules: Rule 1, Rule 2, Rule 3, Rule 4; III. Worked Example: Question, Difference, Time, Answer.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the sunrise and the sunset one day this week and write down the times. Write a sentence to explain why the Sun rises in the east.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The Earth as a Planet in the Solar System.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2026-09-26T10:44:20Z</dcterms:created>
  <dcterms:modified xsi:type="dcterms:W3CDTF">2026-09-26T10:44:20Z</dcterms:modified>
</cp:coreProperties>
</file>