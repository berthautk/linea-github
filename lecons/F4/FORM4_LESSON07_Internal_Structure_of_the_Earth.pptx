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crust, mantle, core. At the end, you should be able to do this: learners are able to draw and describe the layers of the Earth, and to explain why the inside of the Earth is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The Revolution of the Earth. The question was: Cut an orange, an onion or an egg in half. Draw what you see inside and name its layers.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 egg shows a shell, the white and the yolk; an onion shows layers around a centre. The Earth also has layers: crust, mantle and core.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draw the circular and the cross-sectional views of the structure of the Earth. Number 2: name the main layers of the Earth. Number 3: describe each layer briefly: thickness, state and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with a radius of about 6,370 km. Revolution causes the seasons. The Earth is one of the planets of the solar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Workers dig a deep well in Garoua. First they dig through red soil. Then they reach very hard rock. Amadou wonders what they would find if they could dig to the centre of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Amadou does not know what is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workers find under the soil?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hard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people dig to the centre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too deep and too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models such as an egg or an onion to explain the layers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people dig a big pit in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we dig, which layer of the Earth do we reach?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the crust, the thin outer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layers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layers from the outside to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Crust, mantle, outer core and inner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journey to the centre of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temperature as we go deeper?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about 6,000 °C at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of the Structure of the Earth. The structure of the Earth can be illustrated as follows. On this slide we have Circular view.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the Structure of the Earth. On this slide we have Cross-sectional view.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Main Layers. The main layers of the Earth are described as follows. On this slide we have Crust and Mantle.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Main Layers. On this slide we have Outer core and Inner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layer on which we live.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inner core solid though it is very hot?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of the enormous pressure.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crust; number 2, mantle; number 3, liquid.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three different stones or building materials (for example a piece of granite, a sandstone block and a piece of marble or tile). Write where you found each one.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Rocks.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THE INTERNAL STRUCTURE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The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 mantle, core.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Illustrations: circular and cross-sectional views; brief description of the main layers.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The Revolution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 an orange, an onion or an egg in half. Draw what you see inside and name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egg shows a shell, the white and the yolk; an onion shows layers around a centre. The Earth also has layers: crust, mantle and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circular and the cross-sectional views of the structure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each layer briefly: thickness, state and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 with a radius of about 6,370 km.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Revolution causes the seasons.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planets of the solar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dig a deep well in Garoua. First they dig through red soil. Then they reach very hard rock. Amadou wonders what they would find if they could dig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Amadou does not know what is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workers find under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dig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too deep and too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models such as an egg or an onion to explain the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 a big pit in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dig, which layer of the Earth do we reach?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the crust, the thin outer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from the outside to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Crust, mantle, outer core and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arth_dept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journey to the centre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temperature as we go deeper?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about 6,000 °C at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structure of the Earth can be illustrated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Circular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layers of the Earth form circles, one inside the other, like the layers of an onion.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Cross-sectional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cut through the Earth shows the crust, the mantle, the outer core and the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Layers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layers of the Earth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solid outer layer of rock on which we live.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thick layer of very hot rock, about 2,900 km thick, under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Layers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liquid iron and nickel around the inner core.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solid centre of the Earth, made of iron and nickel at about 6,000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 on which we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inner core solid though it is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enormous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thin outer layer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under the crust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outer core is made of ______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L'écorce / la croûte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Cross-section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Magnetic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 magnétique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circular and the cross-sectional views of the structure of the Earth. Name the main layers of the Earth. Describe each layer briefly: thickness, state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Illustration of the Structure of the Earth; The Main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three different stones or building materials (for example a piece of granite, a sandstone block and a piece of marble or tile). Write where you found each 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how deep the wells of their area are.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cut a boiled egg or an onion: shell, white, yolk.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depth and temperature of each layer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