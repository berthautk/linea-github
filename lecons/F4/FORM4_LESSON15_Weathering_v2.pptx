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15: Weathering.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old wall and the new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an old wall of the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rusty nail.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tree root in a cracked wall or 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physical 2. chemical 3. roots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15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Weathering Processes and Impacts on Man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 Processes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15: Weathering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Weathering, in situ, physical weathering, chemical weathering.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Definition; types (physical and chemical); general factors of weathering in brief (climate, rock characteristics, vegetation, time, human activities).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rocks, walls and buildings slowly break down, and to choose materials and actions that slow this down.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physical and chemical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briefly the factors of weathering.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Denudation includes weathering, erosion and transportation.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Weathering happens in place, without movement.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agents are running water, wind and waves.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Sadou's compound, an old wall is cracked. Its stones break into sandy pieces at the bottom. A new wall with the same stones still looks strong.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old wall breaks into pieces.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old wall weaker than the new one?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has been in the sun and rain for many years.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this slow breaking of rock?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rocks break down.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oldw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old wall that is breaking.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makes this old wall break slowly?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DEFINITION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Sun, rain and air: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r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rusty piece of metal.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air make iron red and weak. Which type of weathering is similar?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roo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 roots break a rock.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plants break rocks?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Their roots grow in cracks and open them.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Weathering Processes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15: Weathering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breaking down of rocks in their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break into pieces but do not change.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Chemical 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minerals of the rock change.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Weathering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Physical: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Heat, cold and roots break rocks.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Chemical: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air make rocks rot.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Weathering (2/2)</a:t>
            </a:r>
            <a:endParaRPr lang="en-US" sz="3600" dirty="0"/>
          </a:p>
        </p:txBody>
      </p:sp>
      <p:pic>
        <p:nvPicPr>
          <p:cNvPr id="13" name="Image 0" descr="/home/claude/f4/img/v2/weathering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table.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Climate: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Hot, wet areas favour chemical weathering.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Type of rock: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 rocks break faster.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Plants and animals: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 and animals break rocks.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People: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Roads and quarries expose rocks.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weathering?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breaking down of rocks in their place.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the two types of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and chemical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breaking into pieces without changing is ______ weathering.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air change the minerals: ______ weathering.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 ______ can break rocks.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Touch a big rock or a cement wall at 1 p.m. and again at 7 p.m. Write what you feel, and why this could break the rock after many years.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16: Physical Weathering Processes and Products.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L'altération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weathering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L'altération physique / mécanique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 weathering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L'altération chimique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diaclase / fissure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climat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végétation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situ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 place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crumble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S'effriter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15: Weathering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weathering. Distinguish physical and chemical weathering. Explain briefly the factors of weathering.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rocks, walls and buildings slowly break down, and to choose materials and actions that slow this down.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Weathering, Physical weathering, Chemical weathering; II. Types of Weathering: Physical, Chemical; III. Factors: Climate, Type of rock, Plants and animals, People.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 a big rock or a cement wall at 1 p.m. and again at 7 p.m. Write what you feel, and why this could break the rock after many years.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“Cracked wall” by árticotropical, CC BY 2.0, via Flickr (https://www.flickr.com/photos/8581973@N02/521943309)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“Lock down!” by ViNo Gv, CC BY 2.0, via Flickr (https://www.flickr.com/photos/38217093@N03/20143584561)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“Stones 'n' Roots” by erix!, CC BY 2.0, via Flickr (https://www.flickr.com/photos/68387408@N00/55692423)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2026-09-27T04:25:16Z</dcterms:created>
  <dcterms:modified xsi:type="dcterms:W3CDTF">2026-09-27T04:25:16Z</dcterms:modified>
</cp:coreProperties>
</file>