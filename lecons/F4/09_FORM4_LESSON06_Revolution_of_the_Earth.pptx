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6: The Revolution of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Earth as a Planet in the Solar System — Location and Time.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 as a Planet in the Solar System, and the sub-topic is Location and Time. The key notions we shall use today are: orbit, equinox, solstice, leap year, seasons. At the end, you should be able to do this: learners are able to explain the change of seasons and of day length during the year, and to plan activities such as farming with the calendar.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 The Rotation of the Earth. The question was: Ask an elder in which months the rainy season and the dry season start in Garoua. Write the months down.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In Garoua the rainy season starts around April–May and the dry season around October–November.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revolution and the orbit of the Earth. Number 2: illustrate the revolution with equinoxes and solstices. Number 3: explain the effects of revolution.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Rotation is the turning of the Earth on its axis in about 24 hours. Rotation causes day and night. The axis of the Earth is tilted at 23½°.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September, it is the rainy season in Garoua and the Benue is full. In December and January, the dry Harmattan season comes. Salamatou wonders what causes this change every year.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Salamatou does not know why the seasons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the two seasons of Garoua.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rainy season and the dry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movement of the Earth causes the seasons?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revolution of the Earth around the Sun.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 farm work according to the seasons caused by revolution.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seasons and the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the Earth moves around the Sun.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long does the Earth take to go once around the Sun?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365¼ days: one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where the Sun is overhead at midday during the year.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Where is the Sun overhead on 21 June? And on 22 December?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21 June: Tropic of Cancer. 22 December: Tropic of Capricorn.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farmer plants seeds when the rains begin.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In June, the Sun is overhead north of the Equator. What season does Garoua have?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rainy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Revolution. The revolution of the Earth is explained as follows. On this slide we have Revolution and Orbit.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Equinoxes and Solstices. The overhead Sun moves as follows during the year. On this slide we have Equinoxes and June solstice.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Equinoxes and Solstices. On this slide we have December solstice.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overhead Sun during the year.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Effects of Revolution. The revolution of the Earth has the following effects. On this slide we have Seasons and Length of day.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Effects of Revolution. On this slide we have The year and leap year.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How long does one revolution take?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365¼ days.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Where is the Sun overhead on 21 March?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at the Equator.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revolution; number 2, Cancer; number 3, leap.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Cut an orange, an onion or an egg in half. Draw what you see inside and name its layers.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7: The Internal Structure of the Earth.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6: THE REVOLUTION OF THE EARTH</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gif"/><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Revolution of the Earth</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Earth as a Planet in the Solar System — Location and 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as a Planet in the Solar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and Time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6: The Revolution of the Earth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Orbit, equinox, solstice, leap year, seasons.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Revolution: meaning, illustration and effects (notions of equinox, solstice and orbit).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change of seasons and of day length during the year, and to plan activities such as farming with the calendar.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 The Rotation of the Earth):</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an elder in which months the rainy season and the dry season start in Garoua. Write the months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Garoua the rainy season starts around April–May and the dry season around October–November.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revolution and the orbit of the Earth.</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Illustrate the revolution with equinoxes and solstices.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effects of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Rotation is the turning of the Earth on its axis in about 24 hours.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Rotation causes day and night.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axis of the Earth is tilted at 23½°.</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September, it is the rainy season in Garoua and the Benue is full. In December and January, the dry Harmattan season comes. Salamatou wonders what causes this change every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Salamatou does not know why the seasons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two seasons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rainy season and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movement of the Earth causes the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revolution of the Earth around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 farm work according to the seasons caused by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seasons and the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REVOLUTION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revolut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Earth moves around the Sun.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REVOLUTION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long does the Earth take to go once around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REVOLUTION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365¼ days: one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EQUINOXES AND SOLSTICES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overhead_su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Where the Sun is overhead at midday during the year.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EQUINOXES AND SOLSTICES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Sun overhead on 21 June? And on 22 December?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EQUINOXES AND SOLSTICES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21 June: Tropic of Cancer. 22 December: Tropic of Capricorn.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OF REVOLUTION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rainyseason.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farmer plants seeds when the rains begin.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OF REVOLUTION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June, the Sun is overhead north of the Equator. What season does Garoua have?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OF REVOLUTION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rainy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 as a Planet in the Solar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Location and Time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The Revolution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Revolution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revolution of the Earth is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Revolution: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movement of the Earth around the Sun along its orbit.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Orbit: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oval path of the Earth around the Sun, which takes 365¼ days.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Equinoxes and Solstices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overhead Sun moves as follows during the year: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Equinoxes: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21 March and 23 September, the Sun is overhead at the Equator and day and night are equal everywhere.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June solstice: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21 June, the Sun is overhead at the Tropic of Cancer.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Equinoxes and Solstices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December solstice: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22 December, the Sun is overhead at the Tropic of Capricorn.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Equinoxes and Solstices</a:t>
            </a:r>
            <a:endParaRPr lang="en-US" sz="3600" dirty="0"/>
          </a:p>
        </p:txBody>
      </p:sp>
      <p:pic>
        <p:nvPicPr>
          <p:cNvPr id="4" name="Image 0" descr="/home/claude/f4/img/v2/overhead_su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overhead Sun during the year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Effects of Revolution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revolution of the Earth has the following effects: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Seasons: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Revolution causes the seasons, such as the rainy and dry seasons in Garoua.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Length of day: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length of day and night changes during the year away from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Effects of Revolution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year and leap year: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year has 365 days, and every fourth year is a leap year of 366 days.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long does one revolution take?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365¼ days.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Sun overhead on 21 March?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movement of the Earth around the Sun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On 21 June, the Sun is overhead at the Tropic of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year of 366 days is a ______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Cut an orange, an onion or an egg in half. Draw what you see inside and name its layers.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7: The Internal Structure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Revolution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révolution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Orbit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L'orbite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Season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saison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Equinox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L'équinoxe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Solstice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solstice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Leap year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L'année bissextile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Rainy season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saison des pluies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Dry season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saison sèche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 as a Planet in the Solar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6: The Revolution of the Earth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revolution and the orbit of the Earth. Illustrate the revolution with equinoxes and solstices. Explain the effects of revolution.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change of seasons and of day length during the year, and to plan activities such as farming with the calendar.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Revolution; Equinoxes and Solstices; Effects of Revolution.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Cut an orange, an onion or an egg in half. Draw what you see inside and name its layers.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walk around a chair (the Sun) with a ball (the Earth).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Equator and the two tropics with the dates.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ask learners which months are rainy in Garoua.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Earth as a Planet in the Solar System.</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“Farmer” by CIFOR, CC BY-NC-ND 2.0, via Flickr (https://www.flickr.com/photos/45423546@N07/35708569412)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2026-09-27T10:31:59Z</dcterms:created>
  <dcterms:modified xsi:type="dcterms:W3CDTF">2026-09-27T10:31:59Z</dcterms:modified>
</cp:coreProperties>
</file>