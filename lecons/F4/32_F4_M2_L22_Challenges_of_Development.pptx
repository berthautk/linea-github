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22: Challenges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Process of Development, and the sub-topic is Challenges of Development and Fight against Underdevelopment. The key notions we shall use today are: poverty, poverty cycle, underdevelopment. At the end, you should be able to do this: learners are able to explain the poverty cycle and propose solutions to underdevelopment.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21: Rostow's Model of Economic Growth. The question was: At which stage of Rostow's model is Cameroon? Give two reasons.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the preconditions for take-off: roads, schools and commercial farming are developing, but industries are still few and exports are mainly raw materials.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poverty and the poverty cycle. Number 2: explain the causes of poverty and underdevelopment.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in Africa are poor. Education helps people get jobs. Corruption slows development.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poor farmer earns little, so he cannot buy fertiliser or send his children to school. His harvests stay low, his children cannot find good jobs, and the family stays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family is trapped in poverty.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do harvests stay low?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He cannot buy fertiliser.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repeated situation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poverty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value education and hard work to break the poverty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poverty and how to break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poor neighbourhood.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poverty?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situation where people cannot meet their basic needs: food, housing, health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poverty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poverty cycle.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Low income → low savings → low investment → low production → low income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causes of underdevelopment.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three causes of underdevelopment.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governance and corruption, rapid population growth and conflicts (also unfair trade, debt).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education.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solutions to poverty.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Education and job creation (also good governance, health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mobile money.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small loans and savings help the poor?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allow poor people to start small businesses and earn income.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Poverty and Poverty cycle.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Poverty and Underdevelopment. Poverty and underdevelopment have the following causes. On this slide we have Political causes and Economic causes.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Poverty and Underdevelopment. On this slide we have Social causes.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to Poverty and Underdevelopment. Poverty can be reduced by the following solutions. On this slide we have Education and health and Jobs and investment.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to Poverty and Underdevelopment. On this slide we have Good governance.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poverty cycle?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low income → low savings → low investment → low income.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causes of underdevelopment.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corruption and illiteracy.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poverty; number 2, corruption; number 3,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poverty cycle and show where education can break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23: Global Solutions to Poverty and Underdevelopment.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22: CHALLENGES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Challenges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Process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Challenges of Development and Fight against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22: Challenges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Poverty, poverty cycle,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poverty and the poverty cycle; causes of poverty and underdevelopment;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poverty cycle and propose solutions to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21: Rostow's Model of Economic Growth):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which stage of Rostow's model is Cameroon? Give two reasons.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preconditions for take-off: roads, schools and commercial farming are developing, but industries are still few and exports are mainly raw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poverty and the poverty cycle.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causes of poverty and underdevelopment.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in Africa are poor.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Education helps people get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Corruption slows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poor farmer earns little, so he cannot buy fertiliser or send his children to school. His harvests stay low, his children cannot find good jobs, and the family stays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family is trapped in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harvests stay 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cannot buy fertiliser.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repeated situation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Value education and hard work to break 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poverty and how to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poor neighbourhood.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situation where people cannot meet their basic needs: food, housing, health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POVERTY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overty_cyc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poverty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POVERTY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POVERTY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income → low savings → low investment → low production → low income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nderdev_caus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Causes of underdevelopment.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causes of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governance and corruption, rapid population growth and conflicts (also unfair trade, debt).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choo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Education.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and job creation (also good governance,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mobile_mone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Mobile money.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small loans and savings help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allow poor people to start small businesses and earn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Process of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Challenges of Development and Fight against Underdevelopment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Challenges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where people cannot meet their basic needs.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Poverty cycle: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chain in which low income leads to low savings, low investment and again low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Poverty and Underdevelopment</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Poverty and underdevelopment have the following causes: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Political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governance, corruption and conflicts slow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Unfair trade, debt and dependence on raw materials keep countries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 of Poverty and Underdevelopment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causes: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Illiteracy, diseases and rapid population growth reduce progress.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 to Poverty and Underdevelopment</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Poverty can be reduced by the following solutions: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Education and health: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and hospitals give people skills and strength to work.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Jobs and investment: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farming and small loans create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Solutions to Poverty and Underdevelopment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Good governance: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Fighting corruption and keeping peace help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poverty cycle?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 income → low savings → low investment → low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Corruption and illiteracy.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Not meeting basic needs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Stealing public money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Education helps to break the poverty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poverty cycle and show where education can break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23: Global Solutions to Poverty and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Cycle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cercle vicieux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Savings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L'épargne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corruption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Process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22: Challenges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poverty and the poverty cycle. Explain the causes of poverty and underdevelopment.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poverty cycle and propose solutions to underdevelopment.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of Poverty and Underdevelopment; Solutions to Poverty and Underdevelopment.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poverty cycle and show where education can break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basic needs.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cycle.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causes.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solutions.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njangi (tontines).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“Students in Primary Seven at Zanaki Primary School” by World Bank Photo Collection, CC BY-NC-ND 2.0, via Flickr (https://www.flickr.com/photos/10816734@N03/33423887921)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“Scenes from Rwanda” by International Monetary Fund, CC BY-NC-ND 2.0, via Flickr (https://www.flickr.com/photos/38851430@N07/52660758172)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2026-09-27T14:07:42Z</dcterms:created>
  <dcterms:modified xsi:type="dcterms:W3CDTF">2026-09-27T14:07:42Z</dcterms:modified>
</cp:coreProperties>
</file>